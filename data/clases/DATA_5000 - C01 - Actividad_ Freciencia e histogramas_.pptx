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Archivo"/>
      <p:regular r:id="rId29"/>
      <p:bold r:id="rId30"/>
      <p:italic r:id="rId31"/>
      <p:boldItalic r:id="rId32"/>
    </p:embeddedFont>
    <p:embeddedFont>
      <p:font typeface="Questrial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chiv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chivo-italic.fntdata"/><Relationship Id="rId30" Type="http://schemas.openxmlformats.org/officeDocument/2006/relationships/font" Target="fonts/Archivo-bold.fntdata"/><Relationship Id="rId11" Type="http://schemas.openxmlformats.org/officeDocument/2006/relationships/slide" Target="slides/slide7.xml"/><Relationship Id="rId33" Type="http://schemas.openxmlformats.org/officeDocument/2006/relationships/font" Target="fonts/Questrial-regular.fntdata"/><Relationship Id="rId10" Type="http://schemas.openxmlformats.org/officeDocument/2006/relationships/slide" Target="slides/slide6.xml"/><Relationship Id="rId32" Type="http://schemas.openxmlformats.org/officeDocument/2006/relationships/font" Target="fonts/Archivo-boldItalic.fntdata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0bd8516a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c0bd8516a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c1ced42ac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c1ced42ac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1ced42ac1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c1ced42ac1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c1ced42ac1_2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c1ced42ac1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c1ced42ac1_2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2c1ced42ac1_2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c0bd8516a6_1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c0bd8516a6_1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af74b3d698_1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af74b3d698_1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af74b3d698_1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1af74b3d698_1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12" name="Google Shape;12;p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" name="Google Shape;25;p2"/>
          <p:cNvCxnSpPr>
            <a:stCxn id="24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>
            <a:stCxn id="24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4" name="Google Shape;34;p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5" name="Google Shape;35;p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40" name="Google Shape;40;p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2" name="Google Shape;52;p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4" name="Google Shape;54;p4"/>
          <p:cNvCxnSpPr>
            <a:stCxn id="53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4"/>
          <p:cNvCxnSpPr>
            <a:stCxn id="53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5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5"/>
          <p:cNvCxnSpPr>
            <a:stCxn id="61" idx="2"/>
            <a:endCxn id="59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5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1" name="Google Shape;71;p6"/>
          <p:cNvCxnSpPr>
            <a:stCxn id="70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6"/>
          <p:cNvCxnSpPr>
            <a:stCxn id="70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8" name="Google Shape;78;p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" name="Google Shape;79;p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7"/>
          <p:cNvCxnSpPr>
            <a:stCxn id="80" idx="2"/>
            <a:endCxn id="78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7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85" name="Google Shape;85;p7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7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2" name="Google Shape;92;p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5" name="Google Shape;95;p8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9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100" name="Google Shape;100;p9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101" name="Google Shape;101;p9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9"/>
            <p:cNvCxnSpPr>
              <a:stCxn id="100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12" name="Google Shape;112;p1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22" name="Google Shape;122;p12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12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12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125" name="Google Shape;125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2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130" name="Google Shape;130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2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8" name="Google Shape;138;p13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40" name="Google Shape;140;p13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1" name="Google Shape;141;p13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142" name="Google Shape;142;p13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" name="Google Shape;143;p13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44" name="Google Shape;144;p13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3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6" name="Google Shape;146;p13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147" name="Google Shape;147;p13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48" name="Google Shape;148;p13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3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0" name="Google Shape;150;p13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52" name="Google Shape;152;p1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3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3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1" name="Google Shape;161;p15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162" name="Google Shape;162;p1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" name="Google Shape;163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1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" name="Google Shape;177;p15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15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180" name="Google Shape;180;p1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7" name="Google Shape;187;p1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188" name="Google Shape;188;p1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89" name="Google Shape;189;p1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0" name="Google Shape;200;p1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02" name="Google Shape;202;p16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3" name="Google Shape;203;p1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10" name="Google Shape;210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1" name="Google Shape;211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12" name="Google Shape;212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18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18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30" name="Google Shape;230;p18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1" name="Google Shape;231;p18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7" name="Google Shape;7;p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CooperUnion/anime-recommendations-database?resource=download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docs.google.com/spreadsheets/d/1Ojj1vUKb8tuGbcR1aquB5ih0WiNlBrizXSBl8mF04Tc/cop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gif"/><Relationship Id="rId4" Type="http://schemas.openxmlformats.org/officeDocument/2006/relationships/hyperlink" Target="https://media.giphy.com/media/v1.Y2lkPTc5MGI3NjExaGM1d296MW1pMXdpaGRqOGd0Nm1oejNnenNkd3Rid2Nwc2w0MmUycSZlcD12MV9pbnRlcm5hbF9naWZfYnlfaWQmY3Q9Zw/AFdcYElkoNAUE/giphy.gif" TargetMode="External"/><Relationship Id="rId5" Type="http://schemas.openxmlformats.org/officeDocument/2006/relationships/hyperlink" Target="https://media.giphy.com/media/v1.Y2lkPTc5MGI3NjExaGM1d296MW1pMXdpaGRqOGd0Nm1oejNnenNkd3Rid2Nwc2w0MmUycSZlcD12MV9pbnRlcm5hbF9naWZfYnlfaWQmY3Q9Zw/AFdcYElkoNAUE/giphy.gi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gif"/><Relationship Id="rId4" Type="http://schemas.openxmlformats.org/officeDocument/2006/relationships/hyperlink" Target="https://media.giphy.com/media/v1.Y2lkPTc5MGI3NjExbXlhYmwyNXAwemZqdW9pdmYza2toMmJzc2UyM2Yyb2RtejZvNTlvMyZlcD12MV9pbnRlcm5hbF9naWZfYnlfaWQmY3Q9cw/cGSeZYgJ6C5z9rOFLd/giphy.gi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Relationship Id="rId4" Type="http://schemas.openxmlformats.org/officeDocument/2006/relationships/hyperlink" Target="https://media.giphy.com/media/v1.Y2lkPTc5MGI3NjExMnNvejdlOGxpMXNnaDBmcTYxcDQ5eDl0Ymh5aHN0ZTh3dGhoYXZ2dSZlcD12MV9pbnRlcm5hbF9naWZfYnlfaWQmY3Q9cw/gjrOAylhpZm3dLnO5J/giphy.gif" TargetMode="External"/><Relationship Id="rId5" Type="http://schemas.openxmlformats.org/officeDocument/2006/relationships/hyperlink" Target="https://media.giphy.com/media/v1.Y2lkPTc5MGI3NjExMnNvejdlOGxpMXNnaDBmcTYxcDQ5eDl0Ymh5aHN0ZTh3dGhoYXZ2dSZlcD12MV9pbnRlcm5hbF9naWZfYnlfaWQmY3Q9cw/gjrOAylhpZm3dLnO5J/giphy.gif" TargetMode="External"/><Relationship Id="rId6" Type="http://schemas.openxmlformats.org/officeDocument/2006/relationships/hyperlink" Target="https://media.giphy.com/media/v1.Y2lkPTc5MGI3NjExMnNvejdlOGxpMXNnaDBmcTYxcDQ5eDl0Ymh5aHN0ZTh3dGhoYXZ2dSZlcD12MV9pbnRlcm5hbF9naWZfYnlfaWQmY3Q9cw/gjrOAylhpZm3dLnO5J/giphy.gi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/>
          <p:nvPr/>
        </p:nvSpPr>
        <p:spPr>
          <a:xfrm>
            <a:off x="11300" y="0"/>
            <a:ext cx="182880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567500" y="3982125"/>
            <a:ext cx="127380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774578" y="2926588"/>
            <a:ext cx="13351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Actividad:</a:t>
            </a:r>
            <a:b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s-419" sz="7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Frecuencias e histogramas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52" name="Google Shape;252;p20"/>
          <p:cNvGrpSpPr/>
          <p:nvPr/>
        </p:nvGrpSpPr>
        <p:grpSpPr>
          <a:xfrm rot="10800000">
            <a:off x="21021075" y="2116491"/>
            <a:ext cx="1551546" cy="10086563"/>
            <a:chOff x="-3766725" y="2744225"/>
            <a:chExt cx="3492900" cy="1362000"/>
          </a:xfrm>
        </p:grpSpPr>
        <p:cxnSp>
          <p:nvCxnSpPr>
            <p:cNvPr id="253" name="Google Shape;253;p20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20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0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0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0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0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9" name="Google Shape;259;p20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260" name="Google Shape;260;p20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13991289" y="246426"/>
            <a:ext cx="4032322" cy="536147"/>
            <a:chOff x="13926838" y="280450"/>
            <a:chExt cx="4032322" cy="536147"/>
          </a:xfrm>
        </p:grpSpPr>
        <p:grpSp>
          <p:nvGrpSpPr>
            <p:cNvPr id="312" name="Google Shape;312;p20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313" name="Google Shape;313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Google Shape;318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Google Shape;319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Google Shape;320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Google Shape;321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2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25" name="Google Shape;325;p20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6" name="Google Shape;326;p20"/>
          <p:cNvGrpSpPr/>
          <p:nvPr/>
        </p:nvGrpSpPr>
        <p:grpSpPr>
          <a:xfrm>
            <a:off x="10528247" y="3599884"/>
            <a:ext cx="9065849" cy="7119794"/>
            <a:chOff x="10528247" y="3599884"/>
            <a:chExt cx="9065849" cy="7119794"/>
          </a:xfrm>
        </p:grpSpPr>
        <p:sp>
          <p:nvSpPr>
            <p:cNvPr id="327" name="Google Shape;327;p20"/>
            <p:cNvSpPr/>
            <p:nvPr/>
          </p:nvSpPr>
          <p:spPr>
            <a:xfrm flipH="1">
              <a:off x="11435611" y="9164271"/>
              <a:ext cx="2025214" cy="1536275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 flipH="1">
              <a:off x="12031597" y="7273789"/>
              <a:ext cx="666666" cy="809391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 flipH="1">
              <a:off x="12529536" y="7607451"/>
              <a:ext cx="649680" cy="628905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 flipH="1">
              <a:off x="11987091" y="7876679"/>
              <a:ext cx="912196" cy="845466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 flipH="1">
              <a:off x="12140910" y="7346407"/>
              <a:ext cx="531118" cy="492506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 flipH="1">
              <a:off x="12068961" y="7291431"/>
              <a:ext cx="378141" cy="348553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 flipH="1">
              <a:off x="12337833" y="7308970"/>
              <a:ext cx="307848" cy="191848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 flipH="1">
              <a:off x="12345932" y="7544079"/>
              <a:ext cx="95060" cy="57498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 flipH="1">
              <a:off x="12457567" y="7615215"/>
              <a:ext cx="118143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 flipH="1">
              <a:off x="12123288" y="7585628"/>
              <a:ext cx="124228" cy="112477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 flipH="1">
              <a:off x="12155385" y="8295943"/>
              <a:ext cx="876313" cy="71389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 flipH="1">
              <a:off x="10528247" y="8334764"/>
              <a:ext cx="2473653" cy="1469964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 flipH="1">
              <a:off x="12224209" y="9006679"/>
              <a:ext cx="1217521" cy="919751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 flipH="1">
              <a:off x="12202804" y="8987374"/>
              <a:ext cx="1259490" cy="958152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11616923" y="8903437"/>
              <a:ext cx="1338182" cy="1012922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 flipH="1">
              <a:off x="11596149" y="8884341"/>
              <a:ext cx="1378891" cy="1051323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 flipH="1">
              <a:off x="11027060" y="7893256"/>
              <a:ext cx="1114067" cy="1265785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 flipH="1">
              <a:off x="11501309" y="7865977"/>
              <a:ext cx="666678" cy="601416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 flipH="1">
              <a:off x="11834118" y="8776902"/>
              <a:ext cx="708227" cy="613797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 flipH="1">
              <a:off x="12234293" y="9090826"/>
              <a:ext cx="293153" cy="188441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 flipH="1">
              <a:off x="12223591" y="8970586"/>
              <a:ext cx="306164" cy="219078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 flipH="1">
              <a:off x="12236601" y="8892525"/>
              <a:ext cx="271749" cy="205438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" name="Google Shape;350;p20"/>
            <p:cNvGrpSpPr/>
            <p:nvPr/>
          </p:nvGrpSpPr>
          <p:grpSpPr>
            <a:xfrm>
              <a:off x="12173834" y="3599884"/>
              <a:ext cx="7420263" cy="7119794"/>
              <a:chOff x="12173834" y="3599884"/>
              <a:chExt cx="7420263" cy="7119794"/>
            </a:xfrm>
          </p:grpSpPr>
          <p:sp>
            <p:nvSpPr>
              <p:cNvPr id="351" name="Google Shape;351;p20"/>
              <p:cNvSpPr/>
              <p:nvPr/>
            </p:nvSpPr>
            <p:spPr>
              <a:xfrm flipH="1">
                <a:off x="17981244" y="6321328"/>
                <a:ext cx="333654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 flipH="1">
                <a:off x="17919130" y="6212630"/>
                <a:ext cx="365970" cy="97578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 flipH="1">
                <a:off x="17897097" y="6132050"/>
                <a:ext cx="329037" cy="101565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 flipH="1">
                <a:off x="14276834" y="6387848"/>
                <a:ext cx="5317262" cy="4331830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 flipH="1">
                <a:off x="13363868" y="6053569"/>
                <a:ext cx="777056" cy="706338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 flipH="1">
                <a:off x="13365762" y="6068258"/>
                <a:ext cx="349812" cy="299239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 flipH="1">
                <a:off x="12637385" y="6428348"/>
                <a:ext cx="1449190" cy="1696387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 flipH="1">
                <a:off x="12173834" y="8335184"/>
                <a:ext cx="2211976" cy="1380780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 flipH="1">
                <a:off x="15819233" y="3599884"/>
                <a:ext cx="772020" cy="717670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0"/>
              <p:cNvSpPr/>
              <p:nvPr/>
            </p:nvSpPr>
            <p:spPr>
              <a:xfrm flipH="1">
                <a:off x="13910494" y="4421207"/>
                <a:ext cx="1787250" cy="183152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 flipH="1">
                <a:off x="14047300" y="5776788"/>
                <a:ext cx="2705532" cy="2900268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 flipH="1">
                <a:off x="14957827" y="8151992"/>
                <a:ext cx="1063494" cy="747678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0"/>
              <p:cNvSpPr/>
              <p:nvPr/>
            </p:nvSpPr>
            <p:spPr>
              <a:xfrm flipH="1">
                <a:off x="14898020" y="8129958"/>
                <a:ext cx="1145544" cy="791955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 flipH="1">
                <a:off x="14569829" y="7318289"/>
                <a:ext cx="971792" cy="1190451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 flipH="1">
                <a:off x="14543808" y="7291429"/>
                <a:ext cx="1024673" cy="1263267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 flipH="1">
                <a:off x="15849034" y="3881493"/>
                <a:ext cx="521255" cy="492087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0"/>
              <p:cNvSpPr/>
              <p:nvPr/>
            </p:nvSpPr>
            <p:spPr>
              <a:xfrm flipH="1">
                <a:off x="15893313" y="4162681"/>
                <a:ext cx="307843" cy="286858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0"/>
              <p:cNvSpPr/>
              <p:nvPr/>
            </p:nvSpPr>
            <p:spPr>
              <a:xfrm flipH="1">
                <a:off x="15875899" y="4081892"/>
                <a:ext cx="82679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 flipH="1">
                <a:off x="15975364" y="4208846"/>
                <a:ext cx="117933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0"/>
              <p:cNvSpPr/>
              <p:nvPr/>
            </p:nvSpPr>
            <p:spPr>
              <a:xfrm flipH="1">
                <a:off x="16324961" y="4016211"/>
                <a:ext cx="121081" cy="112687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0"/>
              <p:cNvSpPr/>
              <p:nvPr/>
            </p:nvSpPr>
            <p:spPr>
              <a:xfrm flipH="1">
                <a:off x="16456516" y="4385953"/>
                <a:ext cx="1392531" cy="2116287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0"/>
              <p:cNvSpPr/>
              <p:nvPr/>
            </p:nvSpPr>
            <p:spPr>
              <a:xfrm flipH="1">
                <a:off x="13341202" y="5953055"/>
                <a:ext cx="974940" cy="450118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 flipH="1">
                <a:off x="13361144" y="6001529"/>
                <a:ext cx="426405" cy="127376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 flipH="1">
                <a:off x="13888267" y="5811202"/>
                <a:ext cx="497542" cy="467535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 flipH="1">
                <a:off x="17545185" y="6111276"/>
                <a:ext cx="840639" cy="468164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 flipH="1">
                <a:off x="17305548" y="5928923"/>
                <a:ext cx="594701" cy="618833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 flipH="1">
                <a:off x="15458939" y="6211161"/>
                <a:ext cx="354428" cy="335332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 flipH="1">
                <a:off x="15445928" y="6196682"/>
                <a:ext cx="380449" cy="364291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 flipH="1">
                <a:off x="15263771" y="4476815"/>
                <a:ext cx="1508156" cy="1192969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 flipH="1">
                <a:off x="16511510" y="4538928"/>
                <a:ext cx="199982" cy="482224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 flipH="1">
                <a:off x="16493883" y="4531164"/>
                <a:ext cx="235236" cy="497542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 flipH="1">
                <a:off x="15314990" y="4612373"/>
                <a:ext cx="97368" cy="569309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 flipH="1">
                <a:off x="15296734" y="4609225"/>
                <a:ext cx="134091" cy="576234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90" name="Google Shape;390;p21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" name="Google Shape;391;p21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392" name="Google Shape;392;p2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93" name="Google Shape;393;p2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5" name="Google Shape;405;p2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06" name="Google Shape;406;p21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/>
          </a:p>
        </p:txBody>
      </p:sp>
      <p:grpSp>
        <p:nvGrpSpPr>
          <p:cNvPr id="407" name="Google Shape;407;p21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408" name="Google Shape;408;p21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21"/>
          <p:cNvSpPr txBox="1"/>
          <p:nvPr/>
        </p:nvSpPr>
        <p:spPr>
          <a:xfrm>
            <a:off x="1144675" y="1813350"/>
            <a:ext cx="15750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esta actividad trabajaremos con un dataset obtenido de </a:t>
            </a:r>
            <a:r>
              <a:rPr lang="es-419" sz="30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Kaggle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contiene datos sobre 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miembros de una comunidad fanática del anime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 base de datos proporciona una puntuación para las distintas series o películas, así como detalles sobre dónde se emitieron, número de episodios, género y cantidad de miembros en la comunidad.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21" name="Google Shape;4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187" y="4026225"/>
            <a:ext cx="16691626" cy="436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2" name="Google Shape;422;p21"/>
          <p:cNvSpPr txBox="1"/>
          <p:nvPr/>
        </p:nvSpPr>
        <p:spPr>
          <a:xfrm>
            <a:off x="1526400" y="8896413"/>
            <a:ext cx="10757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b="1" lang="es-419" sz="3000" u="sng">
                <a:solidFill>
                  <a:schemeClr val="hlink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  <a:hlinkClick r:id="rId5"/>
              </a:rPr>
              <a:t>ENLACE</a:t>
            </a: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puedes acceder al dataset y realizar una copia.</a:t>
            </a:r>
            <a:endParaRPr sz="30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23" name="Google Shape;423;p21"/>
          <p:cNvGrpSpPr/>
          <p:nvPr/>
        </p:nvGrpSpPr>
        <p:grpSpPr>
          <a:xfrm rot="5400000">
            <a:off x="814243" y="8899890"/>
            <a:ext cx="734109" cy="968979"/>
            <a:chOff x="4167206" y="5024326"/>
            <a:chExt cx="904966" cy="1194501"/>
          </a:xfrm>
        </p:grpSpPr>
        <p:sp>
          <p:nvSpPr>
            <p:cNvPr id="424" name="Google Shape;424;p21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7" name="Google Shape;437;p2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2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439" name="Google Shape;439;p2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2" name="Google Shape;452;p2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53" name="Google Shape;453;p22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/>
          </a:p>
        </p:txBody>
      </p:sp>
      <p:grpSp>
        <p:nvGrpSpPr>
          <p:cNvPr id="454" name="Google Shape;454;p22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455" name="Google Shape;455;p22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22"/>
          <p:cNvSpPr txBox="1"/>
          <p:nvPr/>
        </p:nvSpPr>
        <p:spPr>
          <a:xfrm>
            <a:off x="522775" y="2506850"/>
            <a:ext cx="82845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objetivo de esta actividad es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obtener datos concretos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basándonos en el Dataset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relacionado con la cantidad de miembros de toda la comunidad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la suma total de episodios o el puntaje promedio de los animes, entre otros.</a:t>
            </a:r>
            <a:b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 estos resultados, podremos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realizar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análisis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detallado de los datos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luego crear gráficos que nos ayuden a visualizar el comportamiento de los mismos. 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68" name="Google Shape;4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7925" y="3223109"/>
            <a:ext cx="8179815" cy="46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/>
          <p:cNvSpPr txBox="1"/>
          <p:nvPr/>
        </p:nvSpPr>
        <p:spPr>
          <a:xfrm rot="-5400000">
            <a:off x="16595550" y="6825738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 u="sng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Pokémon</a:t>
            </a:r>
            <a:r>
              <a:rPr b="1" lang="es-419" sz="1300" u="sng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Hay GIF</a:t>
            </a:r>
            <a:endParaRPr sz="1300"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3"/>
          <p:cNvSpPr/>
          <p:nvPr/>
        </p:nvSpPr>
        <p:spPr>
          <a:xfrm rot="5400000">
            <a:off x="3445275" y="-2878725"/>
            <a:ext cx="1563300" cy="84537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5" name="Google Shape;475;p23"/>
          <p:cNvSpPr txBox="1"/>
          <p:nvPr>
            <p:ph type="title"/>
          </p:nvPr>
        </p:nvSpPr>
        <p:spPr>
          <a:xfrm>
            <a:off x="1742625" y="947925"/>
            <a:ext cx="49686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61616"/>
                </a:solidFill>
              </a:rPr>
              <a:t>Actividad</a:t>
            </a:r>
            <a:endParaRPr b="1"/>
          </a:p>
        </p:txBody>
      </p:sp>
      <p:grpSp>
        <p:nvGrpSpPr>
          <p:cNvPr id="476" name="Google Shape;476;p23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477" name="Google Shape;477;p2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78" name="Google Shape;478;p2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0" name="Google Shape;490;p2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91" name="Google Shape;491;p23"/>
          <p:cNvSpPr txBox="1"/>
          <p:nvPr/>
        </p:nvSpPr>
        <p:spPr>
          <a:xfrm>
            <a:off x="7582800" y="2654038"/>
            <a:ext cx="10335900" cy="6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primera instancia, deberán obtener los datos especificados en la pestaña  </a:t>
            </a:r>
            <a:r>
              <a:rPr b="1" lang="es-419" sz="33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"Medidas estadísticas"</a:t>
            </a:r>
            <a:r>
              <a:rPr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P</a:t>
            </a:r>
            <a:r>
              <a:rPr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ara ello, deberás usar las siguientes fórmulas:</a:t>
            </a:r>
            <a:b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min()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max()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countunique()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promedio()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suma()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contara()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mediana()</a:t>
            </a:r>
            <a:endParaRPr b="1"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38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Archivo"/>
              <a:buChar char="■"/>
            </a:pPr>
            <a:r>
              <a:rPr b="1" lang="es-419" sz="3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moda()</a:t>
            </a:r>
            <a:endParaRPr sz="3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92" name="Google Shape;4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84" y="2501688"/>
            <a:ext cx="6538687" cy="6538687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 txBox="1"/>
          <p:nvPr/>
        </p:nvSpPr>
        <p:spPr>
          <a:xfrm rot="-5400000">
            <a:off x="16290600" y="7452600"/>
            <a:ext cx="3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Weboo Marketing &amp; Technology Sticker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94" name="Google Shape;494;p23"/>
          <p:cNvGrpSpPr/>
          <p:nvPr/>
        </p:nvGrpSpPr>
        <p:grpSpPr>
          <a:xfrm>
            <a:off x="419001" y="862663"/>
            <a:ext cx="989491" cy="970908"/>
            <a:chOff x="7335842" y="7584224"/>
            <a:chExt cx="1163286" cy="1141439"/>
          </a:xfrm>
        </p:grpSpPr>
        <p:sp>
          <p:nvSpPr>
            <p:cNvPr id="495" name="Google Shape;495;p23"/>
            <p:cNvSpPr/>
            <p:nvPr/>
          </p:nvSpPr>
          <p:spPr>
            <a:xfrm>
              <a:off x="7335842" y="7585740"/>
              <a:ext cx="1141149" cy="1138107"/>
            </a:xfrm>
            <a:custGeom>
              <a:rect b="b" l="l" r="r" t="t"/>
              <a:pathLst>
                <a:path extrusionOk="0" h="3753" w="3763">
                  <a:moveTo>
                    <a:pt x="571" y="1"/>
                  </a:moveTo>
                  <a:lnTo>
                    <a:pt x="85" y="488"/>
                  </a:lnTo>
                  <a:cubicBezTo>
                    <a:pt x="1" y="574"/>
                    <a:pt x="1" y="710"/>
                    <a:pt x="85" y="794"/>
                  </a:cubicBezTo>
                  <a:lnTo>
                    <a:pt x="2971" y="3690"/>
                  </a:lnTo>
                  <a:cubicBezTo>
                    <a:pt x="3013" y="3732"/>
                    <a:pt x="3068" y="3753"/>
                    <a:pt x="3124" y="3753"/>
                  </a:cubicBezTo>
                  <a:cubicBezTo>
                    <a:pt x="3179" y="3753"/>
                    <a:pt x="3234" y="3732"/>
                    <a:pt x="3277" y="3690"/>
                  </a:cubicBezTo>
                  <a:lnTo>
                    <a:pt x="3762" y="3201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8284118" y="8484578"/>
              <a:ext cx="126154" cy="125850"/>
            </a:xfrm>
            <a:custGeom>
              <a:rect b="b" l="l" r="r" t="t"/>
              <a:pathLst>
                <a:path extrusionOk="0" h="415" w="416">
                  <a:moveTo>
                    <a:pt x="367" y="0"/>
                  </a:moveTo>
                  <a:lnTo>
                    <a:pt x="1" y="366"/>
                  </a:lnTo>
                  <a:lnTo>
                    <a:pt x="49" y="415"/>
                  </a:lnTo>
                  <a:lnTo>
                    <a:pt x="415" y="47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8248637" y="8416346"/>
              <a:ext cx="93706" cy="94008"/>
            </a:xfrm>
            <a:custGeom>
              <a:rect b="b" l="l" r="r" t="t"/>
              <a:pathLst>
                <a:path extrusionOk="0" h="310" w="309">
                  <a:moveTo>
                    <a:pt x="262" y="0"/>
                  </a:moveTo>
                  <a:lnTo>
                    <a:pt x="1" y="261"/>
                  </a:lnTo>
                  <a:lnTo>
                    <a:pt x="50" y="310"/>
                  </a:lnTo>
                  <a:lnTo>
                    <a:pt x="309" y="49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8181618" y="8348418"/>
              <a:ext cx="93403" cy="94312"/>
            </a:xfrm>
            <a:custGeom>
              <a:rect b="b" l="l" r="r" t="t"/>
              <a:pathLst>
                <a:path extrusionOk="0" h="311" w="308">
                  <a:moveTo>
                    <a:pt x="259" y="1"/>
                  </a:moveTo>
                  <a:lnTo>
                    <a:pt x="0" y="261"/>
                  </a:lnTo>
                  <a:lnTo>
                    <a:pt x="47" y="310"/>
                  </a:lnTo>
                  <a:lnTo>
                    <a:pt x="308" y="4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8113689" y="8280793"/>
              <a:ext cx="93706" cy="93402"/>
            </a:xfrm>
            <a:custGeom>
              <a:rect b="b" l="l" r="r" t="t"/>
              <a:pathLst>
                <a:path extrusionOk="0" h="308" w="309">
                  <a:moveTo>
                    <a:pt x="260" y="0"/>
                  </a:moveTo>
                  <a:lnTo>
                    <a:pt x="1" y="261"/>
                  </a:lnTo>
                  <a:lnTo>
                    <a:pt x="49" y="308"/>
                  </a:lnTo>
                  <a:lnTo>
                    <a:pt x="308" y="49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8046063" y="8212864"/>
              <a:ext cx="93403" cy="93705"/>
            </a:xfrm>
            <a:custGeom>
              <a:rect b="b" l="l" r="r" t="t"/>
              <a:pathLst>
                <a:path extrusionOk="0" h="309" w="308">
                  <a:moveTo>
                    <a:pt x="261" y="1"/>
                  </a:moveTo>
                  <a:lnTo>
                    <a:pt x="0" y="262"/>
                  </a:lnTo>
                  <a:lnTo>
                    <a:pt x="49" y="308"/>
                  </a:lnTo>
                  <a:lnTo>
                    <a:pt x="308" y="49"/>
                  </a:lnTo>
                  <a:lnTo>
                    <a:pt x="2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7910812" y="8077311"/>
              <a:ext cx="93706" cy="93705"/>
            </a:xfrm>
            <a:custGeom>
              <a:rect b="b" l="l" r="r" t="t"/>
              <a:pathLst>
                <a:path extrusionOk="0" h="309" w="309">
                  <a:moveTo>
                    <a:pt x="260" y="1"/>
                  </a:moveTo>
                  <a:lnTo>
                    <a:pt x="1" y="262"/>
                  </a:lnTo>
                  <a:lnTo>
                    <a:pt x="48" y="309"/>
                  </a:lnTo>
                  <a:lnTo>
                    <a:pt x="309" y="49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7843186" y="8009686"/>
              <a:ext cx="93706" cy="93705"/>
            </a:xfrm>
            <a:custGeom>
              <a:rect b="b" l="l" r="r" t="t"/>
              <a:pathLst>
                <a:path extrusionOk="0" h="309" w="309">
                  <a:moveTo>
                    <a:pt x="261" y="0"/>
                  </a:moveTo>
                  <a:lnTo>
                    <a:pt x="0" y="261"/>
                  </a:lnTo>
                  <a:lnTo>
                    <a:pt x="49" y="308"/>
                  </a:lnTo>
                  <a:lnTo>
                    <a:pt x="308" y="49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7775864" y="7941757"/>
              <a:ext cx="93706" cy="93705"/>
            </a:xfrm>
            <a:custGeom>
              <a:rect b="b" l="l" r="r" t="t"/>
              <a:pathLst>
                <a:path extrusionOk="0" h="309" w="309">
                  <a:moveTo>
                    <a:pt x="260" y="1"/>
                  </a:moveTo>
                  <a:lnTo>
                    <a:pt x="1" y="262"/>
                  </a:lnTo>
                  <a:lnTo>
                    <a:pt x="47" y="309"/>
                  </a:lnTo>
                  <a:lnTo>
                    <a:pt x="308" y="4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7708238" y="7874132"/>
              <a:ext cx="93403" cy="93705"/>
            </a:xfrm>
            <a:custGeom>
              <a:rect b="b" l="l" r="r" t="t"/>
              <a:pathLst>
                <a:path extrusionOk="0" h="309" w="308">
                  <a:moveTo>
                    <a:pt x="259" y="0"/>
                  </a:moveTo>
                  <a:lnTo>
                    <a:pt x="0" y="261"/>
                  </a:lnTo>
                  <a:lnTo>
                    <a:pt x="49" y="308"/>
                  </a:lnTo>
                  <a:lnTo>
                    <a:pt x="308" y="4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7946293" y="8145239"/>
              <a:ext cx="125548" cy="126456"/>
            </a:xfrm>
            <a:custGeom>
              <a:rect b="b" l="l" r="r" t="t"/>
              <a:pathLst>
                <a:path extrusionOk="0" h="417" w="414">
                  <a:moveTo>
                    <a:pt x="366" y="0"/>
                  </a:moveTo>
                  <a:lnTo>
                    <a:pt x="0" y="368"/>
                  </a:lnTo>
                  <a:lnTo>
                    <a:pt x="47" y="416"/>
                  </a:lnTo>
                  <a:lnTo>
                    <a:pt x="413" y="49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7607861" y="7806204"/>
              <a:ext cx="126154" cy="126153"/>
            </a:xfrm>
            <a:custGeom>
              <a:rect b="b" l="l" r="r" t="t"/>
              <a:pathLst>
                <a:path extrusionOk="0" h="416" w="416">
                  <a:moveTo>
                    <a:pt x="368" y="1"/>
                  </a:moveTo>
                  <a:lnTo>
                    <a:pt x="1" y="369"/>
                  </a:lnTo>
                  <a:lnTo>
                    <a:pt x="49" y="415"/>
                  </a:lnTo>
                  <a:lnTo>
                    <a:pt x="415" y="48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7489592" y="7729178"/>
              <a:ext cx="85215" cy="85214"/>
            </a:xfrm>
            <a:custGeom>
              <a:rect b="b" l="l" r="r" t="t"/>
              <a:pathLst>
                <a:path extrusionOk="0" h="281" w="281">
                  <a:moveTo>
                    <a:pt x="140" y="1"/>
                  </a:moveTo>
                  <a:cubicBezTo>
                    <a:pt x="62" y="1"/>
                    <a:pt x="0" y="64"/>
                    <a:pt x="0" y="142"/>
                  </a:cubicBezTo>
                  <a:cubicBezTo>
                    <a:pt x="0" y="219"/>
                    <a:pt x="62" y="281"/>
                    <a:pt x="140" y="281"/>
                  </a:cubicBezTo>
                  <a:cubicBezTo>
                    <a:pt x="217" y="281"/>
                    <a:pt x="281" y="219"/>
                    <a:pt x="281" y="142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8056374" y="7780428"/>
              <a:ext cx="225015" cy="235021"/>
            </a:xfrm>
            <a:custGeom>
              <a:rect b="b" l="l" r="r" t="t"/>
              <a:pathLst>
                <a:path extrusionOk="0" h="775" w="742">
                  <a:moveTo>
                    <a:pt x="272" y="0"/>
                  </a:moveTo>
                  <a:lnTo>
                    <a:pt x="0" y="272"/>
                  </a:lnTo>
                  <a:lnTo>
                    <a:pt x="467" y="774"/>
                  </a:lnTo>
                  <a:lnTo>
                    <a:pt x="742" y="499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7359496" y="8513387"/>
              <a:ext cx="214401" cy="212277"/>
            </a:xfrm>
            <a:custGeom>
              <a:rect b="b" l="l" r="r" t="t"/>
              <a:pathLst>
                <a:path extrusionOk="0" h="700" w="707">
                  <a:moveTo>
                    <a:pt x="263" y="1"/>
                  </a:moveTo>
                  <a:lnTo>
                    <a:pt x="10" y="645"/>
                  </a:lnTo>
                  <a:cubicBezTo>
                    <a:pt x="0" y="673"/>
                    <a:pt x="21" y="700"/>
                    <a:pt x="48" y="700"/>
                  </a:cubicBezTo>
                  <a:cubicBezTo>
                    <a:pt x="52" y="700"/>
                    <a:pt x="57" y="699"/>
                    <a:pt x="62" y="697"/>
                  </a:cubicBezTo>
                  <a:lnTo>
                    <a:pt x="706" y="445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7438949" y="7584224"/>
              <a:ext cx="1060179" cy="1064113"/>
            </a:xfrm>
            <a:custGeom>
              <a:rect b="b" l="l" r="r" t="t"/>
              <a:pathLst>
                <a:path extrusionOk="0" h="3509" w="3496">
                  <a:moveTo>
                    <a:pt x="3152" y="0"/>
                  </a:moveTo>
                  <a:cubicBezTo>
                    <a:pt x="3070" y="0"/>
                    <a:pt x="2989" y="31"/>
                    <a:pt x="2927" y="93"/>
                  </a:cubicBezTo>
                  <a:lnTo>
                    <a:pt x="1" y="3065"/>
                  </a:lnTo>
                  <a:lnTo>
                    <a:pt x="444" y="3509"/>
                  </a:lnTo>
                  <a:lnTo>
                    <a:pt x="3375" y="535"/>
                  </a:lnTo>
                  <a:cubicBezTo>
                    <a:pt x="3495" y="412"/>
                    <a:pt x="3495" y="215"/>
                    <a:pt x="3374" y="92"/>
                  </a:cubicBezTo>
                  <a:cubicBezTo>
                    <a:pt x="3313" y="31"/>
                    <a:pt x="3232" y="0"/>
                    <a:pt x="31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4"/>
          <p:cNvSpPr/>
          <p:nvPr/>
        </p:nvSpPr>
        <p:spPr>
          <a:xfrm rot="5400000">
            <a:off x="3445275" y="-2878725"/>
            <a:ext cx="1563300" cy="84537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6" name="Google Shape;516;p24"/>
          <p:cNvSpPr txBox="1"/>
          <p:nvPr>
            <p:ph type="title"/>
          </p:nvPr>
        </p:nvSpPr>
        <p:spPr>
          <a:xfrm>
            <a:off x="1742625" y="947925"/>
            <a:ext cx="49686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61616"/>
                </a:solidFill>
              </a:rPr>
              <a:t>Actividad</a:t>
            </a:r>
            <a:endParaRPr b="1"/>
          </a:p>
        </p:txBody>
      </p:sp>
      <p:grpSp>
        <p:nvGrpSpPr>
          <p:cNvPr id="517" name="Google Shape;517;p24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518" name="Google Shape;518;p2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519" name="Google Shape;519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1" name="Google Shape;531;p2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2" name="Google Shape;532;p24"/>
          <p:cNvGrpSpPr/>
          <p:nvPr/>
        </p:nvGrpSpPr>
        <p:grpSpPr>
          <a:xfrm>
            <a:off x="419001" y="862663"/>
            <a:ext cx="989491" cy="970908"/>
            <a:chOff x="7335842" y="7584224"/>
            <a:chExt cx="1163286" cy="1141439"/>
          </a:xfrm>
        </p:grpSpPr>
        <p:sp>
          <p:nvSpPr>
            <p:cNvPr id="533" name="Google Shape;533;p24"/>
            <p:cNvSpPr/>
            <p:nvPr/>
          </p:nvSpPr>
          <p:spPr>
            <a:xfrm>
              <a:off x="7335842" y="7585740"/>
              <a:ext cx="1141149" cy="1138107"/>
            </a:xfrm>
            <a:custGeom>
              <a:rect b="b" l="l" r="r" t="t"/>
              <a:pathLst>
                <a:path extrusionOk="0" h="3753" w="3763">
                  <a:moveTo>
                    <a:pt x="571" y="1"/>
                  </a:moveTo>
                  <a:lnTo>
                    <a:pt x="85" y="488"/>
                  </a:lnTo>
                  <a:cubicBezTo>
                    <a:pt x="1" y="574"/>
                    <a:pt x="1" y="710"/>
                    <a:pt x="85" y="794"/>
                  </a:cubicBezTo>
                  <a:lnTo>
                    <a:pt x="2971" y="3690"/>
                  </a:lnTo>
                  <a:cubicBezTo>
                    <a:pt x="3013" y="3732"/>
                    <a:pt x="3068" y="3753"/>
                    <a:pt x="3124" y="3753"/>
                  </a:cubicBezTo>
                  <a:cubicBezTo>
                    <a:pt x="3179" y="3753"/>
                    <a:pt x="3234" y="3732"/>
                    <a:pt x="3277" y="3690"/>
                  </a:cubicBezTo>
                  <a:lnTo>
                    <a:pt x="3762" y="3201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8284118" y="8484578"/>
              <a:ext cx="126154" cy="125850"/>
            </a:xfrm>
            <a:custGeom>
              <a:rect b="b" l="l" r="r" t="t"/>
              <a:pathLst>
                <a:path extrusionOk="0" h="415" w="416">
                  <a:moveTo>
                    <a:pt x="367" y="0"/>
                  </a:moveTo>
                  <a:lnTo>
                    <a:pt x="1" y="366"/>
                  </a:lnTo>
                  <a:lnTo>
                    <a:pt x="49" y="415"/>
                  </a:lnTo>
                  <a:lnTo>
                    <a:pt x="415" y="47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8248637" y="8416346"/>
              <a:ext cx="93706" cy="94008"/>
            </a:xfrm>
            <a:custGeom>
              <a:rect b="b" l="l" r="r" t="t"/>
              <a:pathLst>
                <a:path extrusionOk="0" h="310" w="309">
                  <a:moveTo>
                    <a:pt x="262" y="0"/>
                  </a:moveTo>
                  <a:lnTo>
                    <a:pt x="1" y="261"/>
                  </a:lnTo>
                  <a:lnTo>
                    <a:pt x="50" y="310"/>
                  </a:lnTo>
                  <a:lnTo>
                    <a:pt x="309" y="49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8181618" y="8348418"/>
              <a:ext cx="93403" cy="94312"/>
            </a:xfrm>
            <a:custGeom>
              <a:rect b="b" l="l" r="r" t="t"/>
              <a:pathLst>
                <a:path extrusionOk="0" h="311" w="308">
                  <a:moveTo>
                    <a:pt x="259" y="1"/>
                  </a:moveTo>
                  <a:lnTo>
                    <a:pt x="0" y="261"/>
                  </a:lnTo>
                  <a:lnTo>
                    <a:pt x="47" y="310"/>
                  </a:lnTo>
                  <a:lnTo>
                    <a:pt x="308" y="4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8113689" y="8280793"/>
              <a:ext cx="93706" cy="93402"/>
            </a:xfrm>
            <a:custGeom>
              <a:rect b="b" l="l" r="r" t="t"/>
              <a:pathLst>
                <a:path extrusionOk="0" h="308" w="309">
                  <a:moveTo>
                    <a:pt x="260" y="0"/>
                  </a:moveTo>
                  <a:lnTo>
                    <a:pt x="1" y="261"/>
                  </a:lnTo>
                  <a:lnTo>
                    <a:pt x="49" y="308"/>
                  </a:lnTo>
                  <a:lnTo>
                    <a:pt x="308" y="49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8046063" y="8212864"/>
              <a:ext cx="93403" cy="93705"/>
            </a:xfrm>
            <a:custGeom>
              <a:rect b="b" l="l" r="r" t="t"/>
              <a:pathLst>
                <a:path extrusionOk="0" h="309" w="308">
                  <a:moveTo>
                    <a:pt x="261" y="1"/>
                  </a:moveTo>
                  <a:lnTo>
                    <a:pt x="0" y="262"/>
                  </a:lnTo>
                  <a:lnTo>
                    <a:pt x="49" y="308"/>
                  </a:lnTo>
                  <a:lnTo>
                    <a:pt x="308" y="49"/>
                  </a:lnTo>
                  <a:lnTo>
                    <a:pt x="2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7910812" y="8077311"/>
              <a:ext cx="93706" cy="93705"/>
            </a:xfrm>
            <a:custGeom>
              <a:rect b="b" l="l" r="r" t="t"/>
              <a:pathLst>
                <a:path extrusionOk="0" h="309" w="309">
                  <a:moveTo>
                    <a:pt x="260" y="1"/>
                  </a:moveTo>
                  <a:lnTo>
                    <a:pt x="1" y="262"/>
                  </a:lnTo>
                  <a:lnTo>
                    <a:pt x="48" y="309"/>
                  </a:lnTo>
                  <a:lnTo>
                    <a:pt x="309" y="49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7843186" y="8009686"/>
              <a:ext cx="93706" cy="93705"/>
            </a:xfrm>
            <a:custGeom>
              <a:rect b="b" l="l" r="r" t="t"/>
              <a:pathLst>
                <a:path extrusionOk="0" h="309" w="309">
                  <a:moveTo>
                    <a:pt x="261" y="0"/>
                  </a:moveTo>
                  <a:lnTo>
                    <a:pt x="0" y="261"/>
                  </a:lnTo>
                  <a:lnTo>
                    <a:pt x="49" y="308"/>
                  </a:lnTo>
                  <a:lnTo>
                    <a:pt x="308" y="49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7775864" y="7941757"/>
              <a:ext cx="93706" cy="93705"/>
            </a:xfrm>
            <a:custGeom>
              <a:rect b="b" l="l" r="r" t="t"/>
              <a:pathLst>
                <a:path extrusionOk="0" h="309" w="309">
                  <a:moveTo>
                    <a:pt x="260" y="1"/>
                  </a:moveTo>
                  <a:lnTo>
                    <a:pt x="1" y="262"/>
                  </a:lnTo>
                  <a:lnTo>
                    <a:pt x="47" y="309"/>
                  </a:lnTo>
                  <a:lnTo>
                    <a:pt x="308" y="4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7708238" y="7874132"/>
              <a:ext cx="93403" cy="93705"/>
            </a:xfrm>
            <a:custGeom>
              <a:rect b="b" l="l" r="r" t="t"/>
              <a:pathLst>
                <a:path extrusionOk="0" h="309" w="308">
                  <a:moveTo>
                    <a:pt x="259" y="0"/>
                  </a:moveTo>
                  <a:lnTo>
                    <a:pt x="0" y="261"/>
                  </a:lnTo>
                  <a:lnTo>
                    <a:pt x="49" y="308"/>
                  </a:lnTo>
                  <a:lnTo>
                    <a:pt x="308" y="4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7946293" y="8145239"/>
              <a:ext cx="125548" cy="126456"/>
            </a:xfrm>
            <a:custGeom>
              <a:rect b="b" l="l" r="r" t="t"/>
              <a:pathLst>
                <a:path extrusionOk="0" h="417" w="414">
                  <a:moveTo>
                    <a:pt x="366" y="0"/>
                  </a:moveTo>
                  <a:lnTo>
                    <a:pt x="0" y="368"/>
                  </a:lnTo>
                  <a:lnTo>
                    <a:pt x="47" y="416"/>
                  </a:lnTo>
                  <a:lnTo>
                    <a:pt x="413" y="49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7607861" y="7806204"/>
              <a:ext cx="126154" cy="126153"/>
            </a:xfrm>
            <a:custGeom>
              <a:rect b="b" l="l" r="r" t="t"/>
              <a:pathLst>
                <a:path extrusionOk="0" h="416" w="416">
                  <a:moveTo>
                    <a:pt x="368" y="1"/>
                  </a:moveTo>
                  <a:lnTo>
                    <a:pt x="1" y="369"/>
                  </a:lnTo>
                  <a:lnTo>
                    <a:pt x="49" y="415"/>
                  </a:lnTo>
                  <a:lnTo>
                    <a:pt x="415" y="48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7489592" y="7729178"/>
              <a:ext cx="85215" cy="85214"/>
            </a:xfrm>
            <a:custGeom>
              <a:rect b="b" l="l" r="r" t="t"/>
              <a:pathLst>
                <a:path extrusionOk="0" h="281" w="281">
                  <a:moveTo>
                    <a:pt x="140" y="1"/>
                  </a:moveTo>
                  <a:cubicBezTo>
                    <a:pt x="62" y="1"/>
                    <a:pt x="0" y="64"/>
                    <a:pt x="0" y="142"/>
                  </a:cubicBezTo>
                  <a:cubicBezTo>
                    <a:pt x="0" y="219"/>
                    <a:pt x="62" y="281"/>
                    <a:pt x="140" y="281"/>
                  </a:cubicBezTo>
                  <a:cubicBezTo>
                    <a:pt x="217" y="281"/>
                    <a:pt x="281" y="219"/>
                    <a:pt x="281" y="142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8056374" y="7780428"/>
              <a:ext cx="225015" cy="235021"/>
            </a:xfrm>
            <a:custGeom>
              <a:rect b="b" l="l" r="r" t="t"/>
              <a:pathLst>
                <a:path extrusionOk="0" h="775" w="742">
                  <a:moveTo>
                    <a:pt x="272" y="0"/>
                  </a:moveTo>
                  <a:lnTo>
                    <a:pt x="0" y="272"/>
                  </a:lnTo>
                  <a:lnTo>
                    <a:pt x="467" y="774"/>
                  </a:lnTo>
                  <a:lnTo>
                    <a:pt x="742" y="499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7359496" y="8513387"/>
              <a:ext cx="214401" cy="212277"/>
            </a:xfrm>
            <a:custGeom>
              <a:rect b="b" l="l" r="r" t="t"/>
              <a:pathLst>
                <a:path extrusionOk="0" h="700" w="707">
                  <a:moveTo>
                    <a:pt x="263" y="1"/>
                  </a:moveTo>
                  <a:lnTo>
                    <a:pt x="10" y="645"/>
                  </a:lnTo>
                  <a:cubicBezTo>
                    <a:pt x="0" y="673"/>
                    <a:pt x="21" y="700"/>
                    <a:pt x="48" y="700"/>
                  </a:cubicBezTo>
                  <a:cubicBezTo>
                    <a:pt x="52" y="700"/>
                    <a:pt x="57" y="699"/>
                    <a:pt x="62" y="697"/>
                  </a:cubicBezTo>
                  <a:lnTo>
                    <a:pt x="706" y="445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7438949" y="7584224"/>
              <a:ext cx="1060179" cy="1064113"/>
            </a:xfrm>
            <a:custGeom>
              <a:rect b="b" l="l" r="r" t="t"/>
              <a:pathLst>
                <a:path extrusionOk="0" h="3509" w="3496">
                  <a:moveTo>
                    <a:pt x="3152" y="0"/>
                  </a:moveTo>
                  <a:cubicBezTo>
                    <a:pt x="3070" y="0"/>
                    <a:pt x="2989" y="31"/>
                    <a:pt x="2927" y="93"/>
                  </a:cubicBezTo>
                  <a:lnTo>
                    <a:pt x="1" y="3065"/>
                  </a:lnTo>
                  <a:lnTo>
                    <a:pt x="444" y="3509"/>
                  </a:lnTo>
                  <a:lnTo>
                    <a:pt x="3375" y="535"/>
                  </a:lnTo>
                  <a:cubicBezTo>
                    <a:pt x="3495" y="412"/>
                    <a:pt x="3495" y="215"/>
                    <a:pt x="3374" y="92"/>
                  </a:cubicBezTo>
                  <a:cubicBezTo>
                    <a:pt x="3313" y="31"/>
                    <a:pt x="3232" y="0"/>
                    <a:pt x="31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24"/>
          <p:cNvSpPr txBox="1"/>
          <p:nvPr/>
        </p:nvSpPr>
        <p:spPr>
          <a:xfrm>
            <a:off x="7598850" y="2244838"/>
            <a:ext cx="10335900" cy="7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Luego, deberás </a:t>
            </a: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tres Histogramas</a:t>
            </a: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cumplan las siguientes condiciones:</a:t>
            </a:r>
            <a:b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chivo"/>
              <a:buChar char="■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Cantidad de series o películas basándonos en la cantidad de miembros de la comunidad. El tamaño de los segmentos debe ser 20000.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chivo"/>
              <a:buChar char="■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Cantidad de series o películas en relación con el puntaje obtenido de la crítica. El tamaño de los segmentos debe ser de 1.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chivo"/>
              <a:buChar char="■"/>
            </a:pPr>
            <a:r>
              <a:rPr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Cantidad de series o películas basándonos en la cantidad de episodios producidos. El tamaño de los segmentos debe ser de 50.</a:t>
            </a:r>
            <a:endParaRPr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50" name="Google Shape;5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00" y="2706225"/>
            <a:ext cx="6292225" cy="629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4"/>
          <p:cNvSpPr txBox="1"/>
          <p:nvPr/>
        </p:nvSpPr>
        <p:spPr>
          <a:xfrm>
            <a:off x="75" y="995635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50" u="sng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Creativity </a:t>
            </a:r>
            <a:r>
              <a:rPr b="1" lang="es-419" sz="1050" u="sng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Gráfico</a:t>
            </a:r>
            <a:r>
              <a:rPr b="1" lang="es-419" sz="1050" u="sng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Sticker By Actwork</a:t>
            </a:r>
            <a:endParaRPr sz="110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5"/>
          <p:cNvSpPr txBox="1"/>
          <p:nvPr/>
        </p:nvSpPr>
        <p:spPr>
          <a:xfrm>
            <a:off x="913825" y="2487075"/>
            <a:ext cx="932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5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57" name="Google Shape;557;p25"/>
          <p:cNvGrpSpPr/>
          <p:nvPr/>
        </p:nvGrpSpPr>
        <p:grpSpPr>
          <a:xfrm>
            <a:off x="24242354" y="1029025"/>
            <a:ext cx="1551546" cy="11658311"/>
            <a:chOff x="-3766725" y="2744225"/>
            <a:chExt cx="3492900" cy="1362000"/>
          </a:xfrm>
        </p:grpSpPr>
        <p:cxnSp>
          <p:nvCxnSpPr>
            <p:cNvPr id="558" name="Google Shape;558;p25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5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5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5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5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5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64" name="Google Shape;564;p25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565" name="Google Shape;565;p2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7" name="Google Shape;567;p2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568" name="Google Shape;568;p25"/>
          <p:cNvSpPr/>
          <p:nvPr/>
        </p:nvSpPr>
        <p:spPr>
          <a:xfrm rot="5400000">
            <a:off x="4753900" y="-44637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9" name="Google Shape;569;p25"/>
          <p:cNvSpPr txBox="1"/>
          <p:nvPr/>
        </p:nvSpPr>
        <p:spPr>
          <a:xfrm>
            <a:off x="1552300" y="4104663"/>
            <a:ext cx="934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actividad.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0" name="Google Shape;570;p25"/>
          <p:cNvSpPr/>
          <p:nvPr/>
        </p:nvSpPr>
        <p:spPr>
          <a:xfrm rot="5400000">
            <a:off x="4753900" y="3092613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1552300" y="7241913"/>
            <a:ext cx="934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También tendrás que entregar 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enlace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Sheets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 el cual trabajaste dentro del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cuestionario.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2" name="Google Shape;572;p25"/>
          <p:cNvGrpSpPr/>
          <p:nvPr/>
        </p:nvGrpSpPr>
        <p:grpSpPr>
          <a:xfrm>
            <a:off x="12802662" y="1205068"/>
            <a:ext cx="4365693" cy="4618015"/>
            <a:chOff x="1438525" y="7648472"/>
            <a:chExt cx="1671911" cy="1768541"/>
          </a:xfrm>
        </p:grpSpPr>
        <p:sp>
          <p:nvSpPr>
            <p:cNvPr id="573" name="Google Shape;573;p25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5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5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5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5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93" name="Google Shape;593;p26"/>
          <p:cNvGrpSpPr/>
          <p:nvPr/>
        </p:nvGrpSpPr>
        <p:grpSpPr>
          <a:xfrm>
            <a:off x="5804728" y="3357148"/>
            <a:ext cx="6678545" cy="6316600"/>
            <a:chOff x="2078675" y="1829575"/>
            <a:chExt cx="852475" cy="806275"/>
          </a:xfrm>
        </p:grpSpPr>
        <p:sp>
          <p:nvSpPr>
            <p:cNvPr id="594" name="Google Shape;594;p26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6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6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6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6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6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7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trabajar!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631" name="Google Shape;631;p27"/>
          <p:cNvGrpSpPr/>
          <p:nvPr/>
        </p:nvGrpSpPr>
        <p:grpSpPr>
          <a:xfrm>
            <a:off x="5859698" y="4828600"/>
            <a:ext cx="6568603" cy="4621399"/>
            <a:chOff x="12616253" y="4062668"/>
            <a:chExt cx="4520095" cy="3328819"/>
          </a:xfrm>
        </p:grpSpPr>
        <p:sp>
          <p:nvSpPr>
            <p:cNvPr id="632" name="Google Shape;632;p27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2" name="Google Shape;662;p27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663" name="Google Shape;663;p27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