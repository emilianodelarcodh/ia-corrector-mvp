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4" r:id="rId4"/>
    <p:sldMasterId id="2147483705" r:id="rId5"/>
    <p:sldMasterId id="2147483706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y="10287000" cx="18288000"/>
  <p:notesSz cx="6858000" cy="9144000"/>
  <p:embeddedFontLst>
    <p:embeddedFont>
      <p:font typeface="Montserrat SemiBold"/>
      <p:regular r:id="rId22"/>
      <p:bold r:id="rId23"/>
      <p:italic r:id="rId24"/>
      <p:boldItalic r:id="rId25"/>
    </p:embeddedFont>
    <p:embeddedFont>
      <p:font typeface="Montserrat"/>
      <p:regular r:id="rId26"/>
      <p:bold r:id="rId27"/>
      <p:italic r:id="rId28"/>
      <p:boldItalic r:id="rId29"/>
    </p:embeddedFont>
    <p:embeddedFont>
      <p:font typeface="Montserrat Medium"/>
      <p:regular r:id="rId30"/>
      <p:bold r:id="rId31"/>
      <p:italic r:id="rId32"/>
      <p:boldItalic r:id="rId33"/>
    </p:embeddedFont>
    <p:embeddedFont>
      <p:font typeface="Archivo"/>
      <p:regular r:id="rId34"/>
      <p:bold r:id="rId35"/>
      <p:italic r:id="rId36"/>
      <p:boldItalic r:id="rId37"/>
    </p:embeddedFont>
    <p:embeddedFont>
      <p:font typeface="Questrial"/>
      <p:regular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1" name="pmijaresm@santillana.com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font" Target="fonts/MontserratSemiBold-regular.fntdata"/><Relationship Id="rId21" Type="http://schemas.openxmlformats.org/officeDocument/2006/relationships/slide" Target="slides/slide14.xml"/><Relationship Id="rId24" Type="http://schemas.openxmlformats.org/officeDocument/2006/relationships/font" Target="fonts/MontserratSemiBold-italic.fntdata"/><Relationship Id="rId23" Type="http://schemas.openxmlformats.org/officeDocument/2006/relationships/font" Target="fonts/MontserratSemiBold-bold.fntdata"/><Relationship Id="rId1" Type="http://schemas.openxmlformats.org/officeDocument/2006/relationships/theme" Target="theme/theme4.xml"/><Relationship Id="rId2" Type="http://schemas.openxmlformats.org/officeDocument/2006/relationships/presProps" Target="presProps.xml"/><Relationship Id="rId3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26" Type="http://schemas.openxmlformats.org/officeDocument/2006/relationships/font" Target="fonts/Montserrat-regular.fntdata"/><Relationship Id="rId25" Type="http://schemas.openxmlformats.org/officeDocument/2006/relationships/font" Target="fonts/MontserratSemiBold-boldItalic.fntdata"/><Relationship Id="rId28" Type="http://schemas.openxmlformats.org/officeDocument/2006/relationships/font" Target="fonts/Montserrat-italic.fntdata"/><Relationship Id="rId27" Type="http://schemas.openxmlformats.org/officeDocument/2006/relationships/font" Target="fonts/Montserrat-bold.fntdata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29" Type="http://schemas.openxmlformats.org/officeDocument/2006/relationships/font" Target="fonts/Montserrat-boldItalic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MontserratMedium-bold.fntdata"/><Relationship Id="rId30" Type="http://schemas.openxmlformats.org/officeDocument/2006/relationships/font" Target="fonts/MontserratMedium-regular.fntdata"/><Relationship Id="rId11" Type="http://schemas.openxmlformats.org/officeDocument/2006/relationships/slide" Target="slides/slide4.xml"/><Relationship Id="rId33" Type="http://schemas.openxmlformats.org/officeDocument/2006/relationships/font" Target="fonts/MontserratMedium-boldItalic.fntdata"/><Relationship Id="rId10" Type="http://schemas.openxmlformats.org/officeDocument/2006/relationships/slide" Target="slides/slide3.xml"/><Relationship Id="rId32" Type="http://schemas.openxmlformats.org/officeDocument/2006/relationships/font" Target="fonts/MontserratMedium-italic.fntdata"/><Relationship Id="rId13" Type="http://schemas.openxmlformats.org/officeDocument/2006/relationships/slide" Target="slides/slide6.xml"/><Relationship Id="rId35" Type="http://schemas.openxmlformats.org/officeDocument/2006/relationships/font" Target="fonts/Archivo-bold.fntdata"/><Relationship Id="rId12" Type="http://schemas.openxmlformats.org/officeDocument/2006/relationships/slide" Target="slides/slide5.xml"/><Relationship Id="rId34" Type="http://schemas.openxmlformats.org/officeDocument/2006/relationships/font" Target="fonts/Archivo-regular.fntdata"/><Relationship Id="rId15" Type="http://schemas.openxmlformats.org/officeDocument/2006/relationships/slide" Target="slides/slide8.xml"/><Relationship Id="rId37" Type="http://schemas.openxmlformats.org/officeDocument/2006/relationships/font" Target="fonts/Archivo-boldItalic.fntdata"/><Relationship Id="rId14" Type="http://schemas.openxmlformats.org/officeDocument/2006/relationships/slide" Target="slides/slide7.xml"/><Relationship Id="rId36" Type="http://schemas.openxmlformats.org/officeDocument/2006/relationships/font" Target="fonts/Archivo-italic.fntdata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38" Type="http://schemas.openxmlformats.org/officeDocument/2006/relationships/font" Target="fonts/Questrial-regular.fntdata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4-05-08T01:49:23.305">
    <p:pos x="6705" y="1068"/>
    <p:text>¿Recuerdas cómo se aplican</p:tex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3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g1f4c24f749e_0_5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5" name="Google Shape;775;g1f4c24f749e_0_5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6" name="Shape 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" name="Google Shape;907;g1f5763fc47c_0_23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8" name="Google Shape;908;g1f5763fc47c_0_23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8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g2c1ced42ac1_2_2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0" name="Google Shape;940;g2c1ced42ac1_2_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6" name="Shape 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7" name="Google Shape;987;g1f5763fc47c_0_12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8" name="Google Shape;988;g1f5763fc47c_0_12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3" name="Shape 1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" name="Google Shape;1014;g1f5763fc47c_0_12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5" name="Google Shape;1015;g1f5763fc47c_0_12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9" name="Shape 1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g1f5763fc47c_0_12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1" name="Google Shape;1031;g1f5763fc47c_0_12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3" name="Shape 10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" name="Google Shape;1044;g1f5763fc47c_0_23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5" name="Google Shape;1045;g1f5763fc47c_0_23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8" name="Shape 1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9" name="Google Shape;1069;g28f3cfbce90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0" name="Google Shape;1070;g28f3cfbce90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3" name="Shape 10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4" name="Google Shape;1094;g28f3cfbce90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5" name="Google Shape;1095;g28f3cfbce90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8" name="Shape 1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9" name="Google Shape;1119;g1f5763fc47c_0_19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0" name="Google Shape;1120;g1f5763fc47c_0_19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3" name="Shape 1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4" name="Google Shape;1144;g1f5763fc47c_0_19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5" name="Google Shape;1145;g1f5763fc47c_0_19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7" name="Shape 1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8" name="Google Shape;1168;g2c0bd8516a6_1_5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9" name="Google Shape;1169;g2c0bd8516a6_1_5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1" name="Shape 1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2" name="Google Shape;1202;g1af74b3d698_1_10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3" name="Google Shape;1203;g1af74b3d698_1_10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9" name="Shape 1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0" name="Google Shape;1240;g1af74b3d698_1_10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1" name="Google Shape;1241;g1af74b3d698_1_10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8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3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6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6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6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erre">
  <p:cSld name="TITLE_5">
    <p:bg>
      <p:bgPr>
        <a:solidFill>
          <a:srgbClr val="000000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-27150" y="2057400"/>
            <a:ext cx="1488300" cy="8229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grpSp>
        <p:nvGrpSpPr>
          <p:cNvPr id="11" name="Google Shape;11;p2"/>
          <p:cNvGrpSpPr/>
          <p:nvPr/>
        </p:nvGrpSpPr>
        <p:grpSpPr>
          <a:xfrm rot="-5400000">
            <a:off x="-458809" y="6082200"/>
            <a:ext cx="2251983" cy="179993"/>
            <a:chOff x="4935498" y="1642212"/>
            <a:chExt cx="2734980" cy="217042"/>
          </a:xfrm>
        </p:grpSpPr>
        <p:sp>
          <p:nvSpPr>
            <p:cNvPr id="12" name="Google Shape;12;p2"/>
            <p:cNvSpPr/>
            <p:nvPr/>
          </p:nvSpPr>
          <p:spPr>
            <a:xfrm>
              <a:off x="5197136" y="1646235"/>
              <a:ext cx="18839" cy="209333"/>
            </a:xfrm>
            <a:custGeom>
              <a:rect b="b" l="l" r="r" t="t"/>
              <a:pathLst>
                <a:path extrusionOk="0" h="5567" w="501">
                  <a:moveTo>
                    <a:pt x="1" y="0"/>
                  </a:moveTo>
                  <a:lnTo>
                    <a:pt x="1" y="5567"/>
                  </a:lnTo>
                  <a:lnTo>
                    <a:pt x="500" y="5567"/>
                  </a:lnTo>
                  <a:lnTo>
                    <a:pt x="50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5299114" y="1642550"/>
              <a:ext cx="199293" cy="216703"/>
            </a:xfrm>
            <a:custGeom>
              <a:rect b="b" l="l" r="r" t="t"/>
              <a:pathLst>
                <a:path extrusionOk="0" h="5763" w="5300">
                  <a:moveTo>
                    <a:pt x="2820" y="0"/>
                  </a:moveTo>
                  <a:cubicBezTo>
                    <a:pt x="2204" y="0"/>
                    <a:pt x="1687" y="107"/>
                    <a:pt x="1268" y="321"/>
                  </a:cubicBezTo>
                  <a:cubicBezTo>
                    <a:pt x="848" y="544"/>
                    <a:pt x="527" y="865"/>
                    <a:pt x="322" y="1294"/>
                  </a:cubicBezTo>
                  <a:cubicBezTo>
                    <a:pt x="108" y="1722"/>
                    <a:pt x="1" y="2248"/>
                    <a:pt x="1" y="2882"/>
                  </a:cubicBezTo>
                  <a:cubicBezTo>
                    <a:pt x="1" y="3845"/>
                    <a:pt x="233" y="4568"/>
                    <a:pt x="697" y="5049"/>
                  </a:cubicBezTo>
                  <a:cubicBezTo>
                    <a:pt x="1161" y="5522"/>
                    <a:pt x="1856" y="5763"/>
                    <a:pt x="2775" y="5763"/>
                  </a:cubicBezTo>
                  <a:cubicBezTo>
                    <a:pt x="3043" y="5763"/>
                    <a:pt x="3302" y="5727"/>
                    <a:pt x="3560" y="5674"/>
                  </a:cubicBezTo>
                  <a:cubicBezTo>
                    <a:pt x="3810" y="5620"/>
                    <a:pt x="4042" y="5522"/>
                    <a:pt x="4256" y="5397"/>
                  </a:cubicBezTo>
                  <a:cubicBezTo>
                    <a:pt x="4470" y="5272"/>
                    <a:pt x="4649" y="5103"/>
                    <a:pt x="4774" y="4898"/>
                  </a:cubicBezTo>
                  <a:lnTo>
                    <a:pt x="4845" y="5665"/>
                  </a:lnTo>
                  <a:lnTo>
                    <a:pt x="5300" y="5665"/>
                  </a:lnTo>
                  <a:lnTo>
                    <a:pt x="5300" y="2783"/>
                  </a:lnTo>
                  <a:lnTo>
                    <a:pt x="2632" y="2783"/>
                  </a:lnTo>
                  <a:lnTo>
                    <a:pt x="2632" y="3265"/>
                  </a:lnTo>
                  <a:lnTo>
                    <a:pt x="4738" y="3265"/>
                  </a:lnTo>
                  <a:lnTo>
                    <a:pt x="4738" y="3408"/>
                  </a:lnTo>
                  <a:cubicBezTo>
                    <a:pt x="4738" y="3827"/>
                    <a:pt x="4666" y="4175"/>
                    <a:pt x="4542" y="4452"/>
                  </a:cubicBezTo>
                  <a:cubicBezTo>
                    <a:pt x="4408" y="4728"/>
                    <a:pt x="4203" y="4933"/>
                    <a:pt x="3908" y="5067"/>
                  </a:cubicBezTo>
                  <a:cubicBezTo>
                    <a:pt x="3623" y="5201"/>
                    <a:pt x="3230" y="5263"/>
                    <a:pt x="2748" y="5263"/>
                  </a:cubicBezTo>
                  <a:cubicBezTo>
                    <a:pt x="2302" y="5263"/>
                    <a:pt x="1919" y="5192"/>
                    <a:pt x="1598" y="5040"/>
                  </a:cubicBezTo>
                  <a:cubicBezTo>
                    <a:pt x="1276" y="4889"/>
                    <a:pt x="1027" y="4639"/>
                    <a:pt x="857" y="4300"/>
                  </a:cubicBezTo>
                  <a:cubicBezTo>
                    <a:pt x="679" y="3961"/>
                    <a:pt x="598" y="3515"/>
                    <a:pt x="598" y="2971"/>
                  </a:cubicBezTo>
                  <a:lnTo>
                    <a:pt x="598" y="2792"/>
                  </a:lnTo>
                  <a:cubicBezTo>
                    <a:pt x="598" y="2382"/>
                    <a:pt x="643" y="2034"/>
                    <a:pt x="750" y="1740"/>
                  </a:cubicBezTo>
                  <a:cubicBezTo>
                    <a:pt x="848" y="1445"/>
                    <a:pt x="1000" y="1213"/>
                    <a:pt x="1196" y="1026"/>
                  </a:cubicBezTo>
                  <a:cubicBezTo>
                    <a:pt x="1392" y="839"/>
                    <a:pt x="1624" y="705"/>
                    <a:pt x="1901" y="616"/>
                  </a:cubicBezTo>
                  <a:cubicBezTo>
                    <a:pt x="2169" y="535"/>
                    <a:pt x="2481" y="491"/>
                    <a:pt x="2820" y="491"/>
                  </a:cubicBezTo>
                  <a:cubicBezTo>
                    <a:pt x="3087" y="491"/>
                    <a:pt x="3346" y="517"/>
                    <a:pt x="3578" y="571"/>
                  </a:cubicBezTo>
                  <a:cubicBezTo>
                    <a:pt x="3810" y="616"/>
                    <a:pt x="4015" y="705"/>
                    <a:pt x="4185" y="821"/>
                  </a:cubicBezTo>
                  <a:cubicBezTo>
                    <a:pt x="4354" y="937"/>
                    <a:pt x="4488" y="1088"/>
                    <a:pt x="4586" y="1285"/>
                  </a:cubicBezTo>
                  <a:cubicBezTo>
                    <a:pt x="4684" y="1472"/>
                    <a:pt x="4738" y="1713"/>
                    <a:pt x="4738" y="1989"/>
                  </a:cubicBezTo>
                  <a:lnTo>
                    <a:pt x="5300" y="1989"/>
                  </a:lnTo>
                  <a:cubicBezTo>
                    <a:pt x="5300" y="1659"/>
                    <a:pt x="5246" y="1365"/>
                    <a:pt x="5130" y="1115"/>
                  </a:cubicBezTo>
                  <a:cubicBezTo>
                    <a:pt x="5023" y="865"/>
                    <a:pt x="4854" y="660"/>
                    <a:pt x="4640" y="500"/>
                  </a:cubicBezTo>
                  <a:cubicBezTo>
                    <a:pt x="4426" y="330"/>
                    <a:pt x="4167" y="205"/>
                    <a:pt x="3864" y="125"/>
                  </a:cubicBezTo>
                  <a:cubicBezTo>
                    <a:pt x="3560" y="36"/>
                    <a:pt x="3212" y="0"/>
                    <a:pt x="282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5599031" y="1646235"/>
              <a:ext cx="24517" cy="209333"/>
            </a:xfrm>
            <a:custGeom>
              <a:rect b="b" l="l" r="r" t="t"/>
              <a:pathLst>
                <a:path extrusionOk="0" h="5567" w="652">
                  <a:moveTo>
                    <a:pt x="0" y="0"/>
                  </a:moveTo>
                  <a:lnTo>
                    <a:pt x="0" y="5567"/>
                  </a:lnTo>
                  <a:lnTo>
                    <a:pt x="651" y="5567"/>
                  </a:lnTo>
                  <a:lnTo>
                    <a:pt x="65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5703679" y="1645897"/>
              <a:ext cx="173122" cy="209672"/>
            </a:xfrm>
            <a:custGeom>
              <a:rect b="b" l="l" r="r" t="t"/>
              <a:pathLst>
                <a:path extrusionOk="0" h="5576" w="4604">
                  <a:moveTo>
                    <a:pt x="1" y="0"/>
                  </a:moveTo>
                  <a:lnTo>
                    <a:pt x="1" y="651"/>
                  </a:lnTo>
                  <a:lnTo>
                    <a:pt x="1927" y="651"/>
                  </a:lnTo>
                  <a:lnTo>
                    <a:pt x="1927" y="5576"/>
                  </a:lnTo>
                  <a:lnTo>
                    <a:pt x="2677" y="5576"/>
                  </a:lnTo>
                  <a:lnTo>
                    <a:pt x="2677" y="651"/>
                  </a:lnTo>
                  <a:lnTo>
                    <a:pt x="4604" y="651"/>
                  </a:lnTo>
                  <a:lnTo>
                    <a:pt x="460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915344" y="1646235"/>
              <a:ext cx="206363" cy="209333"/>
            </a:xfrm>
            <a:custGeom>
              <a:rect b="b" l="l" r="r" t="t"/>
              <a:pathLst>
                <a:path extrusionOk="0" h="5567" w="5488">
                  <a:moveTo>
                    <a:pt x="2739" y="714"/>
                  </a:moveTo>
                  <a:cubicBezTo>
                    <a:pt x="2775" y="812"/>
                    <a:pt x="2802" y="910"/>
                    <a:pt x="2838" y="1017"/>
                  </a:cubicBezTo>
                  <a:cubicBezTo>
                    <a:pt x="2873" y="1124"/>
                    <a:pt x="2909" y="1231"/>
                    <a:pt x="2954" y="1338"/>
                  </a:cubicBezTo>
                  <a:cubicBezTo>
                    <a:pt x="2989" y="1445"/>
                    <a:pt x="3025" y="1543"/>
                    <a:pt x="3052" y="1624"/>
                  </a:cubicBezTo>
                  <a:cubicBezTo>
                    <a:pt x="3078" y="1704"/>
                    <a:pt x="3105" y="1775"/>
                    <a:pt x="3132" y="1820"/>
                  </a:cubicBezTo>
                  <a:lnTo>
                    <a:pt x="3774" y="3515"/>
                  </a:lnTo>
                  <a:lnTo>
                    <a:pt x="1651" y="3515"/>
                  </a:lnTo>
                  <a:lnTo>
                    <a:pt x="2302" y="1820"/>
                  </a:lnTo>
                  <a:cubicBezTo>
                    <a:pt x="2338" y="1740"/>
                    <a:pt x="2374" y="1633"/>
                    <a:pt x="2418" y="1499"/>
                  </a:cubicBezTo>
                  <a:cubicBezTo>
                    <a:pt x="2463" y="1365"/>
                    <a:pt x="2516" y="1231"/>
                    <a:pt x="2561" y="1089"/>
                  </a:cubicBezTo>
                  <a:cubicBezTo>
                    <a:pt x="2606" y="955"/>
                    <a:pt x="2650" y="830"/>
                    <a:pt x="2695" y="714"/>
                  </a:cubicBezTo>
                  <a:close/>
                  <a:moveTo>
                    <a:pt x="2195" y="0"/>
                  </a:moveTo>
                  <a:lnTo>
                    <a:pt x="1" y="5567"/>
                  </a:lnTo>
                  <a:lnTo>
                    <a:pt x="866" y="5567"/>
                  </a:lnTo>
                  <a:lnTo>
                    <a:pt x="1375" y="4229"/>
                  </a:lnTo>
                  <a:lnTo>
                    <a:pt x="4051" y="4229"/>
                  </a:lnTo>
                  <a:lnTo>
                    <a:pt x="4577" y="5567"/>
                  </a:lnTo>
                  <a:lnTo>
                    <a:pt x="5487" y="5567"/>
                  </a:lnTo>
                  <a:lnTo>
                    <a:pt x="328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6194467" y="1645897"/>
              <a:ext cx="139919" cy="209672"/>
            </a:xfrm>
            <a:custGeom>
              <a:rect b="b" l="l" r="r" t="t"/>
              <a:pathLst>
                <a:path extrusionOk="0" h="5576" w="3721">
                  <a:moveTo>
                    <a:pt x="0" y="0"/>
                  </a:moveTo>
                  <a:lnTo>
                    <a:pt x="0" y="5576"/>
                  </a:lnTo>
                  <a:lnTo>
                    <a:pt x="3720" y="5576"/>
                  </a:lnTo>
                  <a:lnTo>
                    <a:pt x="3720" y="4764"/>
                  </a:lnTo>
                  <a:lnTo>
                    <a:pt x="937" y="4764"/>
                  </a:lnTo>
                  <a:lnTo>
                    <a:pt x="93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6410155" y="1645897"/>
              <a:ext cx="176469" cy="209672"/>
            </a:xfrm>
            <a:custGeom>
              <a:rect b="b" l="l" r="r" t="t"/>
              <a:pathLst>
                <a:path extrusionOk="0" h="5576" w="4693">
                  <a:moveTo>
                    <a:pt x="0" y="0"/>
                  </a:moveTo>
                  <a:lnTo>
                    <a:pt x="0" y="5576"/>
                  </a:lnTo>
                  <a:lnTo>
                    <a:pt x="1035" y="5576"/>
                  </a:lnTo>
                  <a:lnTo>
                    <a:pt x="1035" y="3167"/>
                  </a:lnTo>
                  <a:lnTo>
                    <a:pt x="3658" y="3167"/>
                  </a:lnTo>
                  <a:lnTo>
                    <a:pt x="3658" y="5576"/>
                  </a:lnTo>
                  <a:lnTo>
                    <a:pt x="4693" y="5576"/>
                  </a:lnTo>
                  <a:lnTo>
                    <a:pt x="4693" y="0"/>
                  </a:lnTo>
                  <a:lnTo>
                    <a:pt x="3658" y="0"/>
                  </a:lnTo>
                  <a:lnTo>
                    <a:pt x="3658" y="2275"/>
                  </a:lnTo>
                  <a:lnTo>
                    <a:pt x="1035" y="2275"/>
                  </a:lnTo>
                  <a:lnTo>
                    <a:pt x="103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6666416" y="1642550"/>
              <a:ext cx="213394" cy="216703"/>
            </a:xfrm>
            <a:custGeom>
              <a:rect b="b" l="l" r="r" t="t"/>
              <a:pathLst>
                <a:path extrusionOk="0" h="5763" w="5675">
                  <a:moveTo>
                    <a:pt x="2829" y="946"/>
                  </a:moveTo>
                  <a:cubicBezTo>
                    <a:pt x="3105" y="946"/>
                    <a:pt x="3337" y="981"/>
                    <a:pt x="3543" y="1062"/>
                  </a:cubicBezTo>
                  <a:cubicBezTo>
                    <a:pt x="3748" y="1142"/>
                    <a:pt x="3926" y="1258"/>
                    <a:pt x="4069" y="1410"/>
                  </a:cubicBezTo>
                  <a:cubicBezTo>
                    <a:pt x="4203" y="1570"/>
                    <a:pt x="4310" y="1757"/>
                    <a:pt x="4390" y="1980"/>
                  </a:cubicBezTo>
                  <a:cubicBezTo>
                    <a:pt x="4461" y="2212"/>
                    <a:pt x="4497" y="2471"/>
                    <a:pt x="4497" y="2774"/>
                  </a:cubicBezTo>
                  <a:lnTo>
                    <a:pt x="4497" y="2989"/>
                  </a:lnTo>
                  <a:cubicBezTo>
                    <a:pt x="4497" y="3292"/>
                    <a:pt x="4461" y="3551"/>
                    <a:pt x="4390" y="3774"/>
                  </a:cubicBezTo>
                  <a:cubicBezTo>
                    <a:pt x="4310" y="3997"/>
                    <a:pt x="4203" y="4193"/>
                    <a:pt x="4069" y="4345"/>
                  </a:cubicBezTo>
                  <a:cubicBezTo>
                    <a:pt x="3926" y="4496"/>
                    <a:pt x="3748" y="4612"/>
                    <a:pt x="3543" y="4692"/>
                  </a:cubicBezTo>
                  <a:cubicBezTo>
                    <a:pt x="3337" y="4773"/>
                    <a:pt x="3105" y="4808"/>
                    <a:pt x="2829" y="4808"/>
                  </a:cubicBezTo>
                  <a:cubicBezTo>
                    <a:pt x="2561" y="4808"/>
                    <a:pt x="2320" y="4773"/>
                    <a:pt x="2115" y="4692"/>
                  </a:cubicBezTo>
                  <a:cubicBezTo>
                    <a:pt x="1910" y="4612"/>
                    <a:pt x="1741" y="4496"/>
                    <a:pt x="1598" y="4345"/>
                  </a:cubicBezTo>
                  <a:cubicBezTo>
                    <a:pt x="1464" y="4193"/>
                    <a:pt x="1357" y="3997"/>
                    <a:pt x="1286" y="3774"/>
                  </a:cubicBezTo>
                  <a:cubicBezTo>
                    <a:pt x="1223" y="3551"/>
                    <a:pt x="1187" y="3292"/>
                    <a:pt x="1187" y="2989"/>
                  </a:cubicBezTo>
                  <a:lnTo>
                    <a:pt x="1187" y="2774"/>
                  </a:lnTo>
                  <a:cubicBezTo>
                    <a:pt x="1187" y="2471"/>
                    <a:pt x="1223" y="2212"/>
                    <a:pt x="1286" y="1980"/>
                  </a:cubicBezTo>
                  <a:cubicBezTo>
                    <a:pt x="1357" y="1757"/>
                    <a:pt x="1464" y="1570"/>
                    <a:pt x="1598" y="1410"/>
                  </a:cubicBezTo>
                  <a:cubicBezTo>
                    <a:pt x="1741" y="1258"/>
                    <a:pt x="1910" y="1142"/>
                    <a:pt x="2115" y="1062"/>
                  </a:cubicBezTo>
                  <a:cubicBezTo>
                    <a:pt x="2320" y="981"/>
                    <a:pt x="2561" y="946"/>
                    <a:pt x="2829" y="946"/>
                  </a:cubicBezTo>
                  <a:close/>
                  <a:moveTo>
                    <a:pt x="2829" y="0"/>
                  </a:moveTo>
                  <a:cubicBezTo>
                    <a:pt x="2249" y="0"/>
                    <a:pt x="1741" y="98"/>
                    <a:pt x="1321" y="312"/>
                  </a:cubicBezTo>
                  <a:cubicBezTo>
                    <a:pt x="893" y="517"/>
                    <a:pt x="563" y="830"/>
                    <a:pt x="340" y="1258"/>
                  </a:cubicBezTo>
                  <a:cubicBezTo>
                    <a:pt x="117" y="1686"/>
                    <a:pt x="1" y="2221"/>
                    <a:pt x="1" y="2882"/>
                  </a:cubicBezTo>
                  <a:cubicBezTo>
                    <a:pt x="1" y="3524"/>
                    <a:pt x="117" y="4059"/>
                    <a:pt x="340" y="4487"/>
                  </a:cubicBezTo>
                  <a:cubicBezTo>
                    <a:pt x="563" y="4915"/>
                    <a:pt x="893" y="5237"/>
                    <a:pt x="1321" y="5451"/>
                  </a:cubicBezTo>
                  <a:cubicBezTo>
                    <a:pt x="1741" y="5656"/>
                    <a:pt x="2249" y="5763"/>
                    <a:pt x="2829" y="5763"/>
                  </a:cubicBezTo>
                  <a:cubicBezTo>
                    <a:pt x="3427" y="5763"/>
                    <a:pt x="3935" y="5656"/>
                    <a:pt x="4354" y="5451"/>
                  </a:cubicBezTo>
                  <a:cubicBezTo>
                    <a:pt x="4783" y="5237"/>
                    <a:pt x="5104" y="4915"/>
                    <a:pt x="5336" y="4487"/>
                  </a:cubicBezTo>
                  <a:cubicBezTo>
                    <a:pt x="5559" y="4059"/>
                    <a:pt x="5675" y="3524"/>
                    <a:pt x="5675" y="2882"/>
                  </a:cubicBezTo>
                  <a:cubicBezTo>
                    <a:pt x="5675" y="2221"/>
                    <a:pt x="5559" y="1686"/>
                    <a:pt x="5336" y="1258"/>
                  </a:cubicBezTo>
                  <a:cubicBezTo>
                    <a:pt x="5104" y="830"/>
                    <a:pt x="4783" y="517"/>
                    <a:pt x="4354" y="312"/>
                  </a:cubicBezTo>
                  <a:cubicBezTo>
                    <a:pt x="3935" y="98"/>
                    <a:pt x="3427" y="0"/>
                    <a:pt x="282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6958625" y="1645897"/>
              <a:ext cx="186884" cy="213357"/>
            </a:xfrm>
            <a:custGeom>
              <a:rect b="b" l="l" r="r" t="t"/>
              <a:pathLst>
                <a:path extrusionOk="0" h="5674" w="4970">
                  <a:moveTo>
                    <a:pt x="0" y="0"/>
                  </a:moveTo>
                  <a:lnTo>
                    <a:pt x="0" y="3453"/>
                  </a:lnTo>
                  <a:cubicBezTo>
                    <a:pt x="0" y="3943"/>
                    <a:pt x="98" y="4354"/>
                    <a:pt x="295" y="4684"/>
                  </a:cubicBezTo>
                  <a:cubicBezTo>
                    <a:pt x="491" y="5014"/>
                    <a:pt x="776" y="5264"/>
                    <a:pt x="1142" y="5424"/>
                  </a:cubicBezTo>
                  <a:cubicBezTo>
                    <a:pt x="1517" y="5585"/>
                    <a:pt x="1963" y="5674"/>
                    <a:pt x="2480" y="5674"/>
                  </a:cubicBezTo>
                  <a:cubicBezTo>
                    <a:pt x="2998" y="5674"/>
                    <a:pt x="3444" y="5585"/>
                    <a:pt x="3818" y="5424"/>
                  </a:cubicBezTo>
                  <a:cubicBezTo>
                    <a:pt x="4184" y="5264"/>
                    <a:pt x="4470" y="5014"/>
                    <a:pt x="4675" y="4684"/>
                  </a:cubicBezTo>
                  <a:cubicBezTo>
                    <a:pt x="4871" y="4354"/>
                    <a:pt x="4969" y="3943"/>
                    <a:pt x="4969" y="3453"/>
                  </a:cubicBezTo>
                  <a:lnTo>
                    <a:pt x="4969" y="0"/>
                  </a:lnTo>
                  <a:lnTo>
                    <a:pt x="3685" y="0"/>
                  </a:lnTo>
                  <a:lnTo>
                    <a:pt x="3685" y="3426"/>
                  </a:lnTo>
                  <a:cubicBezTo>
                    <a:pt x="3685" y="3810"/>
                    <a:pt x="3578" y="4104"/>
                    <a:pt x="3372" y="4318"/>
                  </a:cubicBezTo>
                  <a:cubicBezTo>
                    <a:pt x="3158" y="4532"/>
                    <a:pt x="2864" y="4639"/>
                    <a:pt x="2471" y="4639"/>
                  </a:cubicBezTo>
                  <a:cubicBezTo>
                    <a:pt x="2088" y="4639"/>
                    <a:pt x="1793" y="4532"/>
                    <a:pt x="1588" y="4318"/>
                  </a:cubicBezTo>
                  <a:cubicBezTo>
                    <a:pt x="1383" y="4104"/>
                    <a:pt x="1276" y="3810"/>
                    <a:pt x="1276" y="3426"/>
                  </a:cubicBezTo>
                  <a:lnTo>
                    <a:pt x="127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7223610" y="1642212"/>
              <a:ext cx="187223" cy="217042"/>
            </a:xfrm>
            <a:custGeom>
              <a:rect b="b" l="l" r="r" t="t"/>
              <a:pathLst>
                <a:path extrusionOk="0" h="5772" w="4979">
                  <a:moveTo>
                    <a:pt x="2490" y="0"/>
                  </a:moveTo>
                  <a:cubicBezTo>
                    <a:pt x="2169" y="0"/>
                    <a:pt x="1865" y="27"/>
                    <a:pt x="1580" y="89"/>
                  </a:cubicBezTo>
                  <a:cubicBezTo>
                    <a:pt x="1294" y="152"/>
                    <a:pt x="1036" y="250"/>
                    <a:pt x="822" y="384"/>
                  </a:cubicBezTo>
                  <a:cubicBezTo>
                    <a:pt x="599" y="526"/>
                    <a:pt x="429" y="696"/>
                    <a:pt x="304" y="910"/>
                  </a:cubicBezTo>
                  <a:cubicBezTo>
                    <a:pt x="179" y="1124"/>
                    <a:pt x="117" y="1374"/>
                    <a:pt x="117" y="1668"/>
                  </a:cubicBezTo>
                  <a:cubicBezTo>
                    <a:pt x="117" y="1936"/>
                    <a:pt x="161" y="2159"/>
                    <a:pt x="260" y="2346"/>
                  </a:cubicBezTo>
                  <a:cubicBezTo>
                    <a:pt x="349" y="2534"/>
                    <a:pt x="483" y="2685"/>
                    <a:pt x="643" y="2810"/>
                  </a:cubicBezTo>
                  <a:cubicBezTo>
                    <a:pt x="795" y="2935"/>
                    <a:pt x="982" y="3042"/>
                    <a:pt x="1178" y="3122"/>
                  </a:cubicBezTo>
                  <a:cubicBezTo>
                    <a:pt x="1384" y="3203"/>
                    <a:pt x="1589" y="3274"/>
                    <a:pt x="1803" y="3328"/>
                  </a:cubicBezTo>
                  <a:cubicBezTo>
                    <a:pt x="2017" y="3381"/>
                    <a:pt x="2231" y="3435"/>
                    <a:pt x="2427" y="3479"/>
                  </a:cubicBezTo>
                  <a:cubicBezTo>
                    <a:pt x="2633" y="3524"/>
                    <a:pt x="2811" y="3577"/>
                    <a:pt x="2972" y="3631"/>
                  </a:cubicBezTo>
                  <a:cubicBezTo>
                    <a:pt x="3132" y="3684"/>
                    <a:pt x="3257" y="3756"/>
                    <a:pt x="3346" y="3836"/>
                  </a:cubicBezTo>
                  <a:cubicBezTo>
                    <a:pt x="3444" y="3916"/>
                    <a:pt x="3489" y="4023"/>
                    <a:pt x="3489" y="4148"/>
                  </a:cubicBezTo>
                  <a:cubicBezTo>
                    <a:pt x="3489" y="4220"/>
                    <a:pt x="3480" y="4291"/>
                    <a:pt x="3444" y="4345"/>
                  </a:cubicBezTo>
                  <a:cubicBezTo>
                    <a:pt x="3418" y="4398"/>
                    <a:pt x="3373" y="4452"/>
                    <a:pt x="3311" y="4487"/>
                  </a:cubicBezTo>
                  <a:cubicBezTo>
                    <a:pt x="3248" y="4532"/>
                    <a:pt x="3177" y="4568"/>
                    <a:pt x="3096" y="4594"/>
                  </a:cubicBezTo>
                  <a:cubicBezTo>
                    <a:pt x="3016" y="4621"/>
                    <a:pt x="2918" y="4639"/>
                    <a:pt x="2820" y="4648"/>
                  </a:cubicBezTo>
                  <a:cubicBezTo>
                    <a:pt x="2713" y="4657"/>
                    <a:pt x="2606" y="4666"/>
                    <a:pt x="2490" y="4666"/>
                  </a:cubicBezTo>
                  <a:cubicBezTo>
                    <a:pt x="2267" y="4666"/>
                    <a:pt x="2079" y="4639"/>
                    <a:pt x="1919" y="4594"/>
                  </a:cubicBezTo>
                  <a:cubicBezTo>
                    <a:pt x="1758" y="4550"/>
                    <a:pt x="1633" y="4470"/>
                    <a:pt x="1544" y="4371"/>
                  </a:cubicBezTo>
                  <a:cubicBezTo>
                    <a:pt x="1455" y="4264"/>
                    <a:pt x="1410" y="4122"/>
                    <a:pt x="1410" y="3952"/>
                  </a:cubicBezTo>
                  <a:cubicBezTo>
                    <a:pt x="1410" y="3934"/>
                    <a:pt x="1410" y="3916"/>
                    <a:pt x="1410" y="3890"/>
                  </a:cubicBezTo>
                  <a:cubicBezTo>
                    <a:pt x="1410" y="3863"/>
                    <a:pt x="1410" y="3845"/>
                    <a:pt x="1410" y="3827"/>
                  </a:cubicBezTo>
                  <a:lnTo>
                    <a:pt x="10" y="3827"/>
                  </a:lnTo>
                  <a:cubicBezTo>
                    <a:pt x="1" y="3845"/>
                    <a:pt x="1" y="3863"/>
                    <a:pt x="1" y="3890"/>
                  </a:cubicBezTo>
                  <a:lnTo>
                    <a:pt x="1" y="3970"/>
                  </a:lnTo>
                  <a:cubicBezTo>
                    <a:pt x="1" y="4300"/>
                    <a:pt x="72" y="4585"/>
                    <a:pt x="206" y="4817"/>
                  </a:cubicBezTo>
                  <a:cubicBezTo>
                    <a:pt x="340" y="5040"/>
                    <a:pt x="527" y="5228"/>
                    <a:pt x="759" y="5371"/>
                  </a:cubicBezTo>
                  <a:cubicBezTo>
                    <a:pt x="1000" y="5513"/>
                    <a:pt x="1268" y="5611"/>
                    <a:pt x="1580" y="5674"/>
                  </a:cubicBezTo>
                  <a:cubicBezTo>
                    <a:pt x="1883" y="5736"/>
                    <a:pt x="2213" y="5772"/>
                    <a:pt x="2570" y="5772"/>
                  </a:cubicBezTo>
                  <a:cubicBezTo>
                    <a:pt x="3025" y="5772"/>
                    <a:pt x="3444" y="5710"/>
                    <a:pt x="3801" y="5585"/>
                  </a:cubicBezTo>
                  <a:cubicBezTo>
                    <a:pt x="4167" y="5460"/>
                    <a:pt x="4461" y="5263"/>
                    <a:pt x="4667" y="4987"/>
                  </a:cubicBezTo>
                  <a:cubicBezTo>
                    <a:pt x="4872" y="4719"/>
                    <a:pt x="4979" y="4362"/>
                    <a:pt x="4979" y="3916"/>
                  </a:cubicBezTo>
                  <a:cubicBezTo>
                    <a:pt x="4979" y="3667"/>
                    <a:pt x="4934" y="3444"/>
                    <a:pt x="4836" y="3265"/>
                  </a:cubicBezTo>
                  <a:cubicBezTo>
                    <a:pt x="4738" y="3087"/>
                    <a:pt x="4613" y="2935"/>
                    <a:pt x="4452" y="2819"/>
                  </a:cubicBezTo>
                  <a:cubicBezTo>
                    <a:pt x="4292" y="2694"/>
                    <a:pt x="4104" y="2596"/>
                    <a:pt x="3908" y="2516"/>
                  </a:cubicBezTo>
                  <a:cubicBezTo>
                    <a:pt x="3703" y="2436"/>
                    <a:pt x="3498" y="2373"/>
                    <a:pt x="3284" y="2320"/>
                  </a:cubicBezTo>
                  <a:cubicBezTo>
                    <a:pt x="3070" y="2275"/>
                    <a:pt x="2864" y="2221"/>
                    <a:pt x="2668" y="2177"/>
                  </a:cubicBezTo>
                  <a:cubicBezTo>
                    <a:pt x="2463" y="2132"/>
                    <a:pt x="2285" y="2079"/>
                    <a:pt x="2124" y="2025"/>
                  </a:cubicBezTo>
                  <a:cubicBezTo>
                    <a:pt x="1955" y="1972"/>
                    <a:pt x="1830" y="1909"/>
                    <a:pt x="1731" y="1829"/>
                  </a:cubicBezTo>
                  <a:cubicBezTo>
                    <a:pt x="1642" y="1758"/>
                    <a:pt x="1598" y="1659"/>
                    <a:pt x="1598" y="1543"/>
                  </a:cubicBezTo>
                  <a:cubicBezTo>
                    <a:pt x="1598" y="1445"/>
                    <a:pt x="1633" y="1356"/>
                    <a:pt x="1705" y="1285"/>
                  </a:cubicBezTo>
                  <a:cubicBezTo>
                    <a:pt x="1776" y="1213"/>
                    <a:pt x="1883" y="1160"/>
                    <a:pt x="2017" y="1124"/>
                  </a:cubicBezTo>
                  <a:cubicBezTo>
                    <a:pt x="2160" y="1088"/>
                    <a:pt x="2329" y="1071"/>
                    <a:pt x="2525" y="1071"/>
                  </a:cubicBezTo>
                  <a:cubicBezTo>
                    <a:pt x="2731" y="1071"/>
                    <a:pt x="2891" y="1097"/>
                    <a:pt x="3034" y="1151"/>
                  </a:cubicBezTo>
                  <a:cubicBezTo>
                    <a:pt x="3168" y="1213"/>
                    <a:pt x="3266" y="1285"/>
                    <a:pt x="3337" y="1383"/>
                  </a:cubicBezTo>
                  <a:cubicBezTo>
                    <a:pt x="3400" y="1472"/>
                    <a:pt x="3435" y="1588"/>
                    <a:pt x="3435" y="1713"/>
                  </a:cubicBezTo>
                  <a:lnTo>
                    <a:pt x="3435" y="1766"/>
                  </a:lnTo>
                  <a:lnTo>
                    <a:pt x="4836" y="1766"/>
                  </a:lnTo>
                  <a:lnTo>
                    <a:pt x="4836" y="1668"/>
                  </a:lnTo>
                  <a:cubicBezTo>
                    <a:pt x="4827" y="1374"/>
                    <a:pt x="4765" y="1124"/>
                    <a:pt x="4640" y="919"/>
                  </a:cubicBezTo>
                  <a:cubicBezTo>
                    <a:pt x="4524" y="714"/>
                    <a:pt x="4354" y="535"/>
                    <a:pt x="4131" y="402"/>
                  </a:cubicBezTo>
                  <a:cubicBezTo>
                    <a:pt x="3917" y="259"/>
                    <a:pt x="3667" y="161"/>
                    <a:pt x="3391" y="98"/>
                  </a:cubicBezTo>
                  <a:cubicBezTo>
                    <a:pt x="3114" y="27"/>
                    <a:pt x="2811" y="0"/>
                    <a:pt x="249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7489309" y="1645559"/>
              <a:ext cx="181169" cy="210010"/>
            </a:xfrm>
            <a:custGeom>
              <a:rect b="b" l="l" r="r" t="t"/>
              <a:pathLst>
                <a:path extrusionOk="0" h="5585" w="4818">
                  <a:moveTo>
                    <a:pt x="0" y="0"/>
                  </a:moveTo>
                  <a:lnTo>
                    <a:pt x="0" y="5585"/>
                  </a:lnTo>
                  <a:lnTo>
                    <a:pt x="4818" y="5585"/>
                  </a:lnTo>
                  <a:lnTo>
                    <a:pt x="4818" y="4300"/>
                  </a:lnTo>
                  <a:lnTo>
                    <a:pt x="1686" y="4300"/>
                  </a:lnTo>
                  <a:lnTo>
                    <a:pt x="1686" y="3364"/>
                  </a:lnTo>
                  <a:lnTo>
                    <a:pt x="4443" y="3364"/>
                  </a:lnTo>
                  <a:lnTo>
                    <a:pt x="4443" y="2132"/>
                  </a:lnTo>
                  <a:lnTo>
                    <a:pt x="1686" y="2132"/>
                  </a:lnTo>
                  <a:lnTo>
                    <a:pt x="1686" y="1276"/>
                  </a:lnTo>
                  <a:lnTo>
                    <a:pt x="4764" y="1276"/>
                  </a:lnTo>
                  <a:lnTo>
                    <a:pt x="476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4935498" y="1646235"/>
              <a:ext cx="178837" cy="208995"/>
            </a:xfrm>
            <a:custGeom>
              <a:rect b="b" l="l" r="r" t="t"/>
              <a:pathLst>
                <a:path extrusionOk="0" h="5558" w="4756">
                  <a:moveTo>
                    <a:pt x="2552" y="437"/>
                  </a:moveTo>
                  <a:cubicBezTo>
                    <a:pt x="3524" y="437"/>
                    <a:pt x="4318" y="1231"/>
                    <a:pt x="4318" y="2204"/>
                  </a:cubicBezTo>
                  <a:lnTo>
                    <a:pt x="4318" y="3354"/>
                  </a:lnTo>
                  <a:cubicBezTo>
                    <a:pt x="4318" y="4327"/>
                    <a:pt x="3524" y="5112"/>
                    <a:pt x="2552" y="5112"/>
                  </a:cubicBezTo>
                  <a:lnTo>
                    <a:pt x="437" y="5112"/>
                  </a:lnTo>
                  <a:lnTo>
                    <a:pt x="437" y="437"/>
                  </a:lnTo>
                  <a:close/>
                  <a:moveTo>
                    <a:pt x="0" y="0"/>
                  </a:moveTo>
                  <a:lnTo>
                    <a:pt x="0" y="5558"/>
                  </a:lnTo>
                  <a:lnTo>
                    <a:pt x="2552" y="5558"/>
                  </a:lnTo>
                  <a:cubicBezTo>
                    <a:pt x="3765" y="5558"/>
                    <a:pt x="4755" y="4568"/>
                    <a:pt x="4755" y="3354"/>
                  </a:cubicBezTo>
                  <a:lnTo>
                    <a:pt x="4755" y="2204"/>
                  </a:lnTo>
                  <a:cubicBezTo>
                    <a:pt x="4755" y="981"/>
                    <a:pt x="3765" y="0"/>
                    <a:pt x="255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4" name="Google Shape;24;p2"/>
          <p:cNvSpPr/>
          <p:nvPr/>
        </p:nvSpPr>
        <p:spPr>
          <a:xfrm flipH="1">
            <a:off x="4627200" y="2057400"/>
            <a:ext cx="4535400" cy="45354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cxnSp>
        <p:nvCxnSpPr>
          <p:cNvPr id="25" name="Google Shape;25;p2"/>
          <p:cNvCxnSpPr>
            <a:stCxn id="24" idx="0"/>
          </p:cNvCxnSpPr>
          <p:nvPr/>
        </p:nvCxnSpPr>
        <p:spPr>
          <a:xfrm>
            <a:off x="6894900" y="2057400"/>
            <a:ext cx="113931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" name="Google Shape;26;p2"/>
          <p:cNvCxnSpPr>
            <a:stCxn id="24" idx="2"/>
          </p:cNvCxnSpPr>
          <p:nvPr/>
        </p:nvCxnSpPr>
        <p:spPr>
          <a:xfrm>
            <a:off x="4627200" y="4325100"/>
            <a:ext cx="0" cy="592470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" name="Google Shape;27;p2"/>
          <p:cNvSpPr txBox="1"/>
          <p:nvPr>
            <p:ph type="title"/>
          </p:nvPr>
        </p:nvSpPr>
        <p:spPr>
          <a:xfrm>
            <a:off x="9349500" y="5192625"/>
            <a:ext cx="7110000" cy="10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Montserrat"/>
              <a:buNone/>
              <a:defRPr sz="5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240">
          <p15:clr>
            <a:srgbClr val="FA7B17"/>
          </p15:clr>
        </p15:guide>
        <p15:guide id="2" pos="5760">
          <p15:clr>
            <a:srgbClr val="FA7B17"/>
          </p15:clr>
        </p15:guide>
        <p15:guide id="3" pos="576">
          <p15:clr>
            <a:srgbClr val="FA7B17"/>
          </p15:clr>
        </p15:guide>
        <p15:guide id="4" pos="5184">
          <p15:clr>
            <a:srgbClr val="FA7B17"/>
          </p15:clr>
        </p15:guide>
        <p15:guide id="5" pos="6336">
          <p15:clr>
            <a:srgbClr val="FA7B17"/>
          </p15:clr>
        </p15:guide>
        <p15:guide id="6" pos="10944">
          <p15:clr>
            <a:srgbClr val="FA7B17"/>
          </p15:clr>
        </p15:guide>
        <p15:guide id="7" pos="1152">
          <p15:clr>
            <a:srgbClr val="FA7B17"/>
          </p15:clr>
        </p15:guide>
        <p15:guide id="8" pos="1728">
          <p15:clr>
            <a:srgbClr val="FA7B17"/>
          </p15:clr>
        </p15:guide>
        <p15:guide id="9" pos="2304">
          <p15:clr>
            <a:srgbClr val="FA7B17"/>
          </p15:clr>
        </p15:guide>
        <p15:guide id="10" pos="2880">
          <p15:clr>
            <a:srgbClr val="FA7B17"/>
          </p15:clr>
        </p15:guide>
        <p15:guide id="11" pos="3456">
          <p15:clr>
            <a:srgbClr val="FA7B17"/>
          </p15:clr>
        </p15:guide>
        <p15:guide id="12" pos="4032">
          <p15:clr>
            <a:srgbClr val="FA7B17"/>
          </p15:clr>
        </p15:guide>
        <p15:guide id="13" pos="4612">
          <p15:clr>
            <a:srgbClr val="FA7B17"/>
          </p15:clr>
        </p15:guide>
        <p15:guide id="14" pos="6912">
          <p15:clr>
            <a:srgbClr val="FA7B17"/>
          </p15:clr>
        </p15:guide>
        <p15:guide id="15" pos="7488">
          <p15:clr>
            <a:srgbClr val="FA7B17"/>
          </p15:clr>
        </p15:guide>
        <p15:guide id="16" pos="8064">
          <p15:clr>
            <a:srgbClr val="FA7B17"/>
          </p15:clr>
        </p15:guide>
        <p15:guide id="17" pos="8640">
          <p15:clr>
            <a:srgbClr val="FA7B17"/>
          </p15:clr>
        </p15:guide>
        <p15:guide id="18" pos="9216">
          <p15:clr>
            <a:srgbClr val="FA7B17"/>
          </p15:clr>
        </p15:guide>
        <p15:guide id="19" pos="9792">
          <p15:clr>
            <a:srgbClr val="FA7B17"/>
          </p15:clr>
        </p15:guide>
        <p15:guide id="20" pos="10368">
          <p15:clr>
            <a:srgbClr val="FA7B17"/>
          </p15:clr>
        </p15:guide>
        <p15:guide id="21" orient="horz" pos="2592">
          <p15:clr>
            <a:srgbClr val="FA7B17"/>
          </p15:clr>
        </p15:guide>
        <p15:guide id="22" orient="horz" pos="1944">
          <p15:clr>
            <a:srgbClr val="FA7B17"/>
          </p15:clr>
        </p15:guide>
        <p15:guide id="23" orient="horz" pos="1296">
          <p15:clr>
            <a:srgbClr val="FA7B17"/>
          </p15:clr>
        </p15:guide>
        <p15:guide id="24" orient="horz" pos="3888">
          <p15:clr>
            <a:srgbClr val="FA7B17"/>
          </p15:clr>
        </p15:guide>
        <p15:guide id="25" orient="horz" pos="4536">
          <p15:clr>
            <a:srgbClr val="FA7B17"/>
          </p15:clr>
        </p15:guide>
        <p15:guide id="26" orient="horz" pos="5184">
          <p15:clr>
            <a:srgbClr val="FA7B17"/>
          </p15:clr>
        </p15:guide>
        <p15:guide id="27" orient="horz" pos="5832">
          <p15:clr>
            <a:srgbClr val="FA7B17"/>
          </p15:clr>
        </p15:guide>
        <p15:guide id="28" pos="5856">
          <p15:clr>
            <a:srgbClr val="FA7B17"/>
          </p15:clr>
        </p15:guide>
        <p15:guide id="29" orient="horz" pos="3948">
          <p15:clr>
            <a:srgbClr val="FA7B17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clusiones">
  <p:cSld name="CUSTOM_9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3"/>
          <p:cNvSpPr/>
          <p:nvPr/>
        </p:nvSpPr>
        <p:spPr>
          <a:xfrm>
            <a:off x="1019226" y="3352800"/>
            <a:ext cx="4091917" cy="178300"/>
          </a:xfrm>
          <a:custGeom>
            <a:rect b="b" l="l" r="r" t="t"/>
            <a:pathLst>
              <a:path extrusionOk="0" h="2075" w="57064">
                <a:moveTo>
                  <a:pt x="47748" y="327"/>
                </a:moveTo>
                <a:cubicBezTo>
                  <a:pt x="50238" y="327"/>
                  <a:pt x="52727" y="348"/>
                  <a:pt x="55216" y="390"/>
                </a:cubicBezTo>
                <a:lnTo>
                  <a:pt x="55216" y="390"/>
                </a:lnTo>
                <a:cubicBezTo>
                  <a:pt x="52141" y="904"/>
                  <a:pt x="49023" y="1114"/>
                  <a:pt x="45909" y="1204"/>
                </a:cubicBezTo>
                <a:cubicBezTo>
                  <a:pt x="42269" y="1310"/>
                  <a:pt x="38625" y="1293"/>
                  <a:pt x="34984" y="1313"/>
                </a:cubicBezTo>
                <a:cubicBezTo>
                  <a:pt x="31318" y="1332"/>
                  <a:pt x="27651" y="1347"/>
                  <a:pt x="23985" y="1347"/>
                </a:cubicBezTo>
                <a:cubicBezTo>
                  <a:pt x="22012" y="1347"/>
                  <a:pt x="20039" y="1343"/>
                  <a:pt x="18067" y="1333"/>
                </a:cubicBezTo>
                <a:lnTo>
                  <a:pt x="18067" y="1333"/>
                </a:lnTo>
                <a:cubicBezTo>
                  <a:pt x="21203" y="1121"/>
                  <a:pt x="24341" y="942"/>
                  <a:pt x="27480" y="797"/>
                </a:cubicBezTo>
                <a:cubicBezTo>
                  <a:pt x="33736" y="508"/>
                  <a:pt x="39999" y="352"/>
                  <a:pt x="46261" y="329"/>
                </a:cubicBezTo>
                <a:cubicBezTo>
                  <a:pt x="46757" y="328"/>
                  <a:pt x="47252" y="327"/>
                  <a:pt x="47748" y="327"/>
                </a:cubicBezTo>
                <a:close/>
                <a:moveTo>
                  <a:pt x="47799" y="0"/>
                </a:moveTo>
                <a:cubicBezTo>
                  <a:pt x="44511" y="0"/>
                  <a:pt x="41223" y="37"/>
                  <a:pt x="37936" y="111"/>
                </a:cubicBezTo>
                <a:cubicBezTo>
                  <a:pt x="31675" y="251"/>
                  <a:pt x="25417" y="525"/>
                  <a:pt x="19167" y="932"/>
                </a:cubicBezTo>
                <a:cubicBezTo>
                  <a:pt x="17429" y="1045"/>
                  <a:pt x="15690" y="1169"/>
                  <a:pt x="13953" y="1303"/>
                </a:cubicBezTo>
                <a:lnTo>
                  <a:pt x="13953" y="1303"/>
                </a:lnTo>
                <a:cubicBezTo>
                  <a:pt x="13549" y="1299"/>
                  <a:pt x="13145" y="1295"/>
                  <a:pt x="12741" y="1291"/>
                </a:cubicBezTo>
                <a:cubicBezTo>
                  <a:pt x="8564" y="1246"/>
                  <a:pt x="4387" y="1168"/>
                  <a:pt x="211" y="1043"/>
                </a:cubicBezTo>
                <a:cubicBezTo>
                  <a:pt x="209" y="1043"/>
                  <a:pt x="207" y="1043"/>
                  <a:pt x="205" y="1043"/>
                </a:cubicBezTo>
                <a:cubicBezTo>
                  <a:pt x="0" y="1043"/>
                  <a:pt x="4" y="1364"/>
                  <a:pt x="211" y="1371"/>
                </a:cubicBezTo>
                <a:cubicBezTo>
                  <a:pt x="3614" y="1472"/>
                  <a:pt x="7018" y="1542"/>
                  <a:pt x="10422" y="1590"/>
                </a:cubicBezTo>
                <a:lnTo>
                  <a:pt x="10422" y="1590"/>
                </a:lnTo>
                <a:cubicBezTo>
                  <a:pt x="9823" y="1641"/>
                  <a:pt x="9223" y="1693"/>
                  <a:pt x="8624" y="1746"/>
                </a:cubicBezTo>
                <a:cubicBezTo>
                  <a:pt x="8421" y="1764"/>
                  <a:pt x="8415" y="2074"/>
                  <a:pt x="8607" y="2074"/>
                </a:cubicBezTo>
                <a:cubicBezTo>
                  <a:pt x="8613" y="2074"/>
                  <a:pt x="8618" y="2074"/>
                  <a:pt x="8624" y="2074"/>
                </a:cubicBezTo>
                <a:cubicBezTo>
                  <a:pt x="10397" y="1915"/>
                  <a:pt x="12172" y="1768"/>
                  <a:pt x="13947" y="1631"/>
                </a:cubicBezTo>
                <a:lnTo>
                  <a:pt x="13947" y="1631"/>
                </a:lnTo>
                <a:cubicBezTo>
                  <a:pt x="16819" y="1658"/>
                  <a:pt x="19692" y="1671"/>
                  <a:pt x="22564" y="1674"/>
                </a:cubicBezTo>
                <a:cubicBezTo>
                  <a:pt x="22912" y="1675"/>
                  <a:pt x="23259" y="1675"/>
                  <a:pt x="23607" y="1675"/>
                </a:cubicBezTo>
                <a:cubicBezTo>
                  <a:pt x="26985" y="1675"/>
                  <a:pt x="30363" y="1663"/>
                  <a:pt x="33743" y="1647"/>
                </a:cubicBezTo>
                <a:cubicBezTo>
                  <a:pt x="37429" y="1627"/>
                  <a:pt x="41120" y="1636"/>
                  <a:pt x="44806" y="1559"/>
                </a:cubicBezTo>
                <a:cubicBezTo>
                  <a:pt x="48851" y="1474"/>
                  <a:pt x="52907" y="1223"/>
                  <a:pt x="56879" y="413"/>
                </a:cubicBezTo>
                <a:cubicBezTo>
                  <a:pt x="57064" y="375"/>
                  <a:pt x="57015" y="95"/>
                  <a:pt x="56836" y="92"/>
                </a:cubicBezTo>
                <a:cubicBezTo>
                  <a:pt x="53824" y="31"/>
                  <a:pt x="50811" y="0"/>
                  <a:pt x="4779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3"/>
          <p:cNvSpPr/>
          <p:nvPr/>
        </p:nvSpPr>
        <p:spPr>
          <a:xfrm>
            <a:off x="12801800" y="0"/>
            <a:ext cx="5486400" cy="103518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1" name="Google Shape;31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51800" y="1136412"/>
            <a:ext cx="8674725" cy="12269276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3"/>
          <p:cNvSpPr/>
          <p:nvPr/>
        </p:nvSpPr>
        <p:spPr>
          <a:xfrm flipH="1" rot="10800000">
            <a:off x="0" y="2076275"/>
            <a:ext cx="133200" cy="8213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8A6DF1"/>
              </a:solidFill>
            </a:endParaRPr>
          </a:p>
        </p:txBody>
      </p:sp>
      <p:sp>
        <p:nvSpPr>
          <p:cNvPr id="33" name="Google Shape;33;p3"/>
          <p:cNvSpPr txBox="1"/>
          <p:nvPr/>
        </p:nvSpPr>
        <p:spPr>
          <a:xfrm>
            <a:off x="913825" y="2487075"/>
            <a:ext cx="164601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5000">
                <a:solidFill>
                  <a:schemeClr val="accen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Conclusiones</a:t>
            </a:r>
            <a:endParaRPr sz="5000">
              <a:solidFill>
                <a:schemeClr val="accen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grpSp>
        <p:nvGrpSpPr>
          <p:cNvPr id="34" name="Google Shape;34;p3"/>
          <p:cNvGrpSpPr/>
          <p:nvPr/>
        </p:nvGrpSpPr>
        <p:grpSpPr>
          <a:xfrm>
            <a:off x="17493237" y="9740090"/>
            <a:ext cx="429608" cy="178308"/>
            <a:chOff x="1207700" y="4333950"/>
            <a:chExt cx="334325" cy="138750"/>
          </a:xfrm>
        </p:grpSpPr>
        <p:sp>
          <p:nvSpPr>
            <p:cNvPr id="35" name="Google Shape;35;p3"/>
            <p:cNvSpPr/>
            <p:nvPr/>
          </p:nvSpPr>
          <p:spPr>
            <a:xfrm>
              <a:off x="1207700" y="4333950"/>
              <a:ext cx="139850" cy="138750"/>
            </a:xfrm>
            <a:custGeom>
              <a:rect b="b" l="l" r="r" t="t"/>
              <a:pathLst>
                <a:path extrusionOk="0" h="5550" w="5594">
                  <a:moveTo>
                    <a:pt x="3390" y="438"/>
                  </a:moveTo>
                  <a:cubicBezTo>
                    <a:pt x="4363" y="438"/>
                    <a:pt x="5148" y="1232"/>
                    <a:pt x="5148" y="2196"/>
                  </a:cubicBezTo>
                  <a:lnTo>
                    <a:pt x="5148" y="3346"/>
                  </a:lnTo>
                  <a:cubicBezTo>
                    <a:pt x="5148" y="4319"/>
                    <a:pt x="4363" y="5104"/>
                    <a:pt x="3390" y="5104"/>
                  </a:cubicBezTo>
                  <a:lnTo>
                    <a:pt x="437" y="5104"/>
                  </a:lnTo>
                  <a:lnTo>
                    <a:pt x="437" y="438"/>
                  </a:lnTo>
                  <a:close/>
                  <a:moveTo>
                    <a:pt x="0" y="1"/>
                  </a:moveTo>
                  <a:lnTo>
                    <a:pt x="0" y="5550"/>
                  </a:lnTo>
                  <a:lnTo>
                    <a:pt x="3390" y="5550"/>
                  </a:lnTo>
                  <a:cubicBezTo>
                    <a:pt x="4604" y="5550"/>
                    <a:pt x="5594" y="4560"/>
                    <a:pt x="5594" y="3346"/>
                  </a:cubicBezTo>
                  <a:lnTo>
                    <a:pt x="5594" y="2196"/>
                  </a:lnTo>
                  <a:cubicBezTo>
                    <a:pt x="5594" y="982"/>
                    <a:pt x="4604" y="1"/>
                    <a:pt x="339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>
              <a:off x="1403300" y="4333950"/>
              <a:ext cx="138725" cy="138750"/>
            </a:xfrm>
            <a:custGeom>
              <a:rect b="b" l="l" r="r" t="t"/>
              <a:pathLst>
                <a:path extrusionOk="0" h="5550" w="5549">
                  <a:moveTo>
                    <a:pt x="0" y="1"/>
                  </a:moveTo>
                  <a:lnTo>
                    <a:pt x="0" y="5550"/>
                  </a:lnTo>
                  <a:lnTo>
                    <a:pt x="5549" y="5550"/>
                  </a:lnTo>
                  <a:lnTo>
                    <a:pt x="554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7" name="Google Shape;37;p3"/>
          <p:cNvSpPr txBox="1"/>
          <p:nvPr>
            <p:ph idx="1" type="body"/>
          </p:nvPr>
        </p:nvSpPr>
        <p:spPr>
          <a:xfrm>
            <a:off x="915975" y="4230000"/>
            <a:ext cx="7786500" cy="52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3pPr>
            <a:lvl4pPr indent="-381000" lvl="3" marL="1828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4pPr>
            <a:lvl5pPr indent="-381000" lvl="4" marL="22860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5pPr>
            <a:lvl6pPr indent="-381000" lvl="5" marL="2743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6pPr>
            <a:lvl7pPr indent="-381000" lvl="6" marL="3200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7pPr>
            <a:lvl8pPr indent="-381000" lvl="7" marL="3657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8pPr>
            <a:lvl9pPr indent="-381000" lvl="8" marL="4114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665">
          <p15:clr>
            <a:srgbClr val="FA7B17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tada">
  <p:cSld name="CUSTOM_3">
    <p:bg>
      <p:bgPr>
        <a:solidFill>
          <a:srgbClr val="000000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oogle Shape;39;p4"/>
          <p:cNvGrpSpPr/>
          <p:nvPr/>
        </p:nvGrpSpPr>
        <p:grpSpPr>
          <a:xfrm>
            <a:off x="913788" y="895700"/>
            <a:ext cx="2251983" cy="179993"/>
            <a:chOff x="4935498" y="1642212"/>
            <a:chExt cx="2734980" cy="217042"/>
          </a:xfrm>
        </p:grpSpPr>
        <p:sp>
          <p:nvSpPr>
            <p:cNvPr id="40" name="Google Shape;40;p4"/>
            <p:cNvSpPr/>
            <p:nvPr/>
          </p:nvSpPr>
          <p:spPr>
            <a:xfrm>
              <a:off x="5197136" y="1646235"/>
              <a:ext cx="18839" cy="209333"/>
            </a:xfrm>
            <a:custGeom>
              <a:rect b="b" l="l" r="r" t="t"/>
              <a:pathLst>
                <a:path extrusionOk="0" h="5567" w="501">
                  <a:moveTo>
                    <a:pt x="1" y="0"/>
                  </a:moveTo>
                  <a:lnTo>
                    <a:pt x="1" y="5567"/>
                  </a:lnTo>
                  <a:lnTo>
                    <a:pt x="500" y="5567"/>
                  </a:lnTo>
                  <a:lnTo>
                    <a:pt x="5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41" name="Google Shape;41;p4"/>
            <p:cNvSpPr/>
            <p:nvPr/>
          </p:nvSpPr>
          <p:spPr>
            <a:xfrm>
              <a:off x="5299114" y="1642550"/>
              <a:ext cx="199293" cy="216703"/>
            </a:xfrm>
            <a:custGeom>
              <a:rect b="b" l="l" r="r" t="t"/>
              <a:pathLst>
                <a:path extrusionOk="0" h="5763" w="5300">
                  <a:moveTo>
                    <a:pt x="2820" y="0"/>
                  </a:moveTo>
                  <a:cubicBezTo>
                    <a:pt x="2204" y="0"/>
                    <a:pt x="1687" y="107"/>
                    <a:pt x="1268" y="321"/>
                  </a:cubicBezTo>
                  <a:cubicBezTo>
                    <a:pt x="848" y="544"/>
                    <a:pt x="527" y="865"/>
                    <a:pt x="322" y="1294"/>
                  </a:cubicBezTo>
                  <a:cubicBezTo>
                    <a:pt x="108" y="1722"/>
                    <a:pt x="1" y="2248"/>
                    <a:pt x="1" y="2882"/>
                  </a:cubicBezTo>
                  <a:cubicBezTo>
                    <a:pt x="1" y="3845"/>
                    <a:pt x="233" y="4568"/>
                    <a:pt x="697" y="5049"/>
                  </a:cubicBezTo>
                  <a:cubicBezTo>
                    <a:pt x="1161" y="5522"/>
                    <a:pt x="1856" y="5763"/>
                    <a:pt x="2775" y="5763"/>
                  </a:cubicBezTo>
                  <a:cubicBezTo>
                    <a:pt x="3043" y="5763"/>
                    <a:pt x="3302" y="5727"/>
                    <a:pt x="3560" y="5674"/>
                  </a:cubicBezTo>
                  <a:cubicBezTo>
                    <a:pt x="3810" y="5620"/>
                    <a:pt x="4042" y="5522"/>
                    <a:pt x="4256" y="5397"/>
                  </a:cubicBezTo>
                  <a:cubicBezTo>
                    <a:pt x="4470" y="5272"/>
                    <a:pt x="4649" y="5103"/>
                    <a:pt x="4774" y="4898"/>
                  </a:cubicBezTo>
                  <a:lnTo>
                    <a:pt x="4845" y="5665"/>
                  </a:lnTo>
                  <a:lnTo>
                    <a:pt x="5300" y="5665"/>
                  </a:lnTo>
                  <a:lnTo>
                    <a:pt x="5300" y="2783"/>
                  </a:lnTo>
                  <a:lnTo>
                    <a:pt x="2632" y="2783"/>
                  </a:lnTo>
                  <a:lnTo>
                    <a:pt x="2632" y="3265"/>
                  </a:lnTo>
                  <a:lnTo>
                    <a:pt x="4738" y="3265"/>
                  </a:lnTo>
                  <a:lnTo>
                    <a:pt x="4738" y="3408"/>
                  </a:lnTo>
                  <a:cubicBezTo>
                    <a:pt x="4738" y="3827"/>
                    <a:pt x="4666" y="4175"/>
                    <a:pt x="4542" y="4452"/>
                  </a:cubicBezTo>
                  <a:cubicBezTo>
                    <a:pt x="4408" y="4728"/>
                    <a:pt x="4203" y="4933"/>
                    <a:pt x="3908" y="5067"/>
                  </a:cubicBezTo>
                  <a:cubicBezTo>
                    <a:pt x="3623" y="5201"/>
                    <a:pt x="3230" y="5263"/>
                    <a:pt x="2748" y="5263"/>
                  </a:cubicBezTo>
                  <a:cubicBezTo>
                    <a:pt x="2302" y="5263"/>
                    <a:pt x="1919" y="5192"/>
                    <a:pt x="1598" y="5040"/>
                  </a:cubicBezTo>
                  <a:cubicBezTo>
                    <a:pt x="1276" y="4889"/>
                    <a:pt x="1027" y="4639"/>
                    <a:pt x="857" y="4300"/>
                  </a:cubicBezTo>
                  <a:cubicBezTo>
                    <a:pt x="679" y="3961"/>
                    <a:pt x="598" y="3515"/>
                    <a:pt x="598" y="2971"/>
                  </a:cubicBezTo>
                  <a:lnTo>
                    <a:pt x="598" y="2792"/>
                  </a:lnTo>
                  <a:cubicBezTo>
                    <a:pt x="598" y="2382"/>
                    <a:pt x="643" y="2034"/>
                    <a:pt x="750" y="1740"/>
                  </a:cubicBezTo>
                  <a:cubicBezTo>
                    <a:pt x="848" y="1445"/>
                    <a:pt x="1000" y="1213"/>
                    <a:pt x="1196" y="1026"/>
                  </a:cubicBezTo>
                  <a:cubicBezTo>
                    <a:pt x="1392" y="839"/>
                    <a:pt x="1624" y="705"/>
                    <a:pt x="1901" y="616"/>
                  </a:cubicBezTo>
                  <a:cubicBezTo>
                    <a:pt x="2169" y="535"/>
                    <a:pt x="2481" y="491"/>
                    <a:pt x="2820" y="491"/>
                  </a:cubicBezTo>
                  <a:cubicBezTo>
                    <a:pt x="3087" y="491"/>
                    <a:pt x="3346" y="517"/>
                    <a:pt x="3578" y="571"/>
                  </a:cubicBezTo>
                  <a:cubicBezTo>
                    <a:pt x="3810" y="616"/>
                    <a:pt x="4015" y="705"/>
                    <a:pt x="4185" y="821"/>
                  </a:cubicBezTo>
                  <a:cubicBezTo>
                    <a:pt x="4354" y="937"/>
                    <a:pt x="4488" y="1088"/>
                    <a:pt x="4586" y="1285"/>
                  </a:cubicBezTo>
                  <a:cubicBezTo>
                    <a:pt x="4684" y="1472"/>
                    <a:pt x="4738" y="1713"/>
                    <a:pt x="4738" y="1989"/>
                  </a:cubicBezTo>
                  <a:lnTo>
                    <a:pt x="5300" y="1989"/>
                  </a:lnTo>
                  <a:cubicBezTo>
                    <a:pt x="5300" y="1659"/>
                    <a:pt x="5246" y="1365"/>
                    <a:pt x="5130" y="1115"/>
                  </a:cubicBezTo>
                  <a:cubicBezTo>
                    <a:pt x="5023" y="865"/>
                    <a:pt x="4854" y="660"/>
                    <a:pt x="4640" y="500"/>
                  </a:cubicBezTo>
                  <a:cubicBezTo>
                    <a:pt x="4426" y="330"/>
                    <a:pt x="4167" y="205"/>
                    <a:pt x="3864" y="125"/>
                  </a:cubicBezTo>
                  <a:cubicBezTo>
                    <a:pt x="3560" y="36"/>
                    <a:pt x="3212" y="0"/>
                    <a:pt x="282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42" name="Google Shape;42;p4"/>
            <p:cNvSpPr/>
            <p:nvPr/>
          </p:nvSpPr>
          <p:spPr>
            <a:xfrm>
              <a:off x="5599031" y="1646235"/>
              <a:ext cx="24517" cy="209333"/>
            </a:xfrm>
            <a:custGeom>
              <a:rect b="b" l="l" r="r" t="t"/>
              <a:pathLst>
                <a:path extrusionOk="0" h="5567" w="652">
                  <a:moveTo>
                    <a:pt x="0" y="0"/>
                  </a:moveTo>
                  <a:lnTo>
                    <a:pt x="0" y="5567"/>
                  </a:lnTo>
                  <a:lnTo>
                    <a:pt x="651" y="5567"/>
                  </a:lnTo>
                  <a:lnTo>
                    <a:pt x="65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43" name="Google Shape;43;p4"/>
            <p:cNvSpPr/>
            <p:nvPr/>
          </p:nvSpPr>
          <p:spPr>
            <a:xfrm>
              <a:off x="5703679" y="1645897"/>
              <a:ext cx="173122" cy="209672"/>
            </a:xfrm>
            <a:custGeom>
              <a:rect b="b" l="l" r="r" t="t"/>
              <a:pathLst>
                <a:path extrusionOk="0" h="5576" w="4604">
                  <a:moveTo>
                    <a:pt x="1" y="0"/>
                  </a:moveTo>
                  <a:lnTo>
                    <a:pt x="1" y="651"/>
                  </a:lnTo>
                  <a:lnTo>
                    <a:pt x="1927" y="651"/>
                  </a:lnTo>
                  <a:lnTo>
                    <a:pt x="1927" y="5576"/>
                  </a:lnTo>
                  <a:lnTo>
                    <a:pt x="2677" y="5576"/>
                  </a:lnTo>
                  <a:lnTo>
                    <a:pt x="2677" y="651"/>
                  </a:lnTo>
                  <a:lnTo>
                    <a:pt x="4604" y="651"/>
                  </a:lnTo>
                  <a:lnTo>
                    <a:pt x="460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44" name="Google Shape;44;p4"/>
            <p:cNvSpPr/>
            <p:nvPr/>
          </p:nvSpPr>
          <p:spPr>
            <a:xfrm>
              <a:off x="5915344" y="1646235"/>
              <a:ext cx="206363" cy="209333"/>
            </a:xfrm>
            <a:custGeom>
              <a:rect b="b" l="l" r="r" t="t"/>
              <a:pathLst>
                <a:path extrusionOk="0" h="5567" w="5488">
                  <a:moveTo>
                    <a:pt x="2739" y="714"/>
                  </a:moveTo>
                  <a:cubicBezTo>
                    <a:pt x="2775" y="812"/>
                    <a:pt x="2802" y="910"/>
                    <a:pt x="2838" y="1017"/>
                  </a:cubicBezTo>
                  <a:cubicBezTo>
                    <a:pt x="2873" y="1124"/>
                    <a:pt x="2909" y="1231"/>
                    <a:pt x="2954" y="1338"/>
                  </a:cubicBezTo>
                  <a:cubicBezTo>
                    <a:pt x="2989" y="1445"/>
                    <a:pt x="3025" y="1543"/>
                    <a:pt x="3052" y="1624"/>
                  </a:cubicBezTo>
                  <a:cubicBezTo>
                    <a:pt x="3078" y="1704"/>
                    <a:pt x="3105" y="1775"/>
                    <a:pt x="3132" y="1820"/>
                  </a:cubicBezTo>
                  <a:lnTo>
                    <a:pt x="3774" y="3515"/>
                  </a:lnTo>
                  <a:lnTo>
                    <a:pt x="1651" y="3515"/>
                  </a:lnTo>
                  <a:lnTo>
                    <a:pt x="2302" y="1820"/>
                  </a:lnTo>
                  <a:cubicBezTo>
                    <a:pt x="2338" y="1740"/>
                    <a:pt x="2374" y="1633"/>
                    <a:pt x="2418" y="1499"/>
                  </a:cubicBezTo>
                  <a:cubicBezTo>
                    <a:pt x="2463" y="1365"/>
                    <a:pt x="2516" y="1231"/>
                    <a:pt x="2561" y="1089"/>
                  </a:cubicBezTo>
                  <a:cubicBezTo>
                    <a:pt x="2606" y="955"/>
                    <a:pt x="2650" y="830"/>
                    <a:pt x="2695" y="714"/>
                  </a:cubicBezTo>
                  <a:close/>
                  <a:moveTo>
                    <a:pt x="2195" y="0"/>
                  </a:moveTo>
                  <a:lnTo>
                    <a:pt x="1" y="5567"/>
                  </a:lnTo>
                  <a:lnTo>
                    <a:pt x="866" y="5567"/>
                  </a:lnTo>
                  <a:lnTo>
                    <a:pt x="1375" y="4229"/>
                  </a:lnTo>
                  <a:lnTo>
                    <a:pt x="4051" y="4229"/>
                  </a:lnTo>
                  <a:lnTo>
                    <a:pt x="4577" y="5567"/>
                  </a:lnTo>
                  <a:lnTo>
                    <a:pt x="5487" y="5567"/>
                  </a:lnTo>
                  <a:lnTo>
                    <a:pt x="328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45" name="Google Shape;45;p4"/>
            <p:cNvSpPr/>
            <p:nvPr/>
          </p:nvSpPr>
          <p:spPr>
            <a:xfrm>
              <a:off x="6194467" y="1645897"/>
              <a:ext cx="139919" cy="209672"/>
            </a:xfrm>
            <a:custGeom>
              <a:rect b="b" l="l" r="r" t="t"/>
              <a:pathLst>
                <a:path extrusionOk="0" h="5576" w="3721">
                  <a:moveTo>
                    <a:pt x="0" y="0"/>
                  </a:moveTo>
                  <a:lnTo>
                    <a:pt x="0" y="5576"/>
                  </a:lnTo>
                  <a:lnTo>
                    <a:pt x="3720" y="5576"/>
                  </a:lnTo>
                  <a:lnTo>
                    <a:pt x="3720" y="4764"/>
                  </a:lnTo>
                  <a:lnTo>
                    <a:pt x="937" y="4764"/>
                  </a:lnTo>
                  <a:lnTo>
                    <a:pt x="93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46" name="Google Shape;46;p4"/>
            <p:cNvSpPr/>
            <p:nvPr/>
          </p:nvSpPr>
          <p:spPr>
            <a:xfrm>
              <a:off x="6410155" y="1645897"/>
              <a:ext cx="176469" cy="209672"/>
            </a:xfrm>
            <a:custGeom>
              <a:rect b="b" l="l" r="r" t="t"/>
              <a:pathLst>
                <a:path extrusionOk="0" h="5576" w="4693">
                  <a:moveTo>
                    <a:pt x="0" y="0"/>
                  </a:moveTo>
                  <a:lnTo>
                    <a:pt x="0" y="5576"/>
                  </a:lnTo>
                  <a:lnTo>
                    <a:pt x="1035" y="5576"/>
                  </a:lnTo>
                  <a:lnTo>
                    <a:pt x="1035" y="3167"/>
                  </a:lnTo>
                  <a:lnTo>
                    <a:pt x="3658" y="3167"/>
                  </a:lnTo>
                  <a:lnTo>
                    <a:pt x="3658" y="5576"/>
                  </a:lnTo>
                  <a:lnTo>
                    <a:pt x="4693" y="5576"/>
                  </a:lnTo>
                  <a:lnTo>
                    <a:pt x="4693" y="0"/>
                  </a:lnTo>
                  <a:lnTo>
                    <a:pt x="3658" y="0"/>
                  </a:lnTo>
                  <a:lnTo>
                    <a:pt x="3658" y="2275"/>
                  </a:lnTo>
                  <a:lnTo>
                    <a:pt x="1035" y="2275"/>
                  </a:lnTo>
                  <a:lnTo>
                    <a:pt x="103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47" name="Google Shape;47;p4"/>
            <p:cNvSpPr/>
            <p:nvPr/>
          </p:nvSpPr>
          <p:spPr>
            <a:xfrm>
              <a:off x="6666416" y="1642550"/>
              <a:ext cx="213394" cy="216703"/>
            </a:xfrm>
            <a:custGeom>
              <a:rect b="b" l="l" r="r" t="t"/>
              <a:pathLst>
                <a:path extrusionOk="0" h="5763" w="5675">
                  <a:moveTo>
                    <a:pt x="2829" y="946"/>
                  </a:moveTo>
                  <a:cubicBezTo>
                    <a:pt x="3105" y="946"/>
                    <a:pt x="3337" y="981"/>
                    <a:pt x="3543" y="1062"/>
                  </a:cubicBezTo>
                  <a:cubicBezTo>
                    <a:pt x="3748" y="1142"/>
                    <a:pt x="3926" y="1258"/>
                    <a:pt x="4069" y="1410"/>
                  </a:cubicBezTo>
                  <a:cubicBezTo>
                    <a:pt x="4203" y="1570"/>
                    <a:pt x="4310" y="1757"/>
                    <a:pt x="4390" y="1980"/>
                  </a:cubicBezTo>
                  <a:cubicBezTo>
                    <a:pt x="4461" y="2212"/>
                    <a:pt x="4497" y="2471"/>
                    <a:pt x="4497" y="2774"/>
                  </a:cubicBezTo>
                  <a:lnTo>
                    <a:pt x="4497" y="2989"/>
                  </a:lnTo>
                  <a:cubicBezTo>
                    <a:pt x="4497" y="3292"/>
                    <a:pt x="4461" y="3551"/>
                    <a:pt x="4390" y="3774"/>
                  </a:cubicBezTo>
                  <a:cubicBezTo>
                    <a:pt x="4310" y="3997"/>
                    <a:pt x="4203" y="4193"/>
                    <a:pt x="4069" y="4345"/>
                  </a:cubicBezTo>
                  <a:cubicBezTo>
                    <a:pt x="3926" y="4496"/>
                    <a:pt x="3748" y="4612"/>
                    <a:pt x="3543" y="4692"/>
                  </a:cubicBezTo>
                  <a:cubicBezTo>
                    <a:pt x="3337" y="4773"/>
                    <a:pt x="3105" y="4808"/>
                    <a:pt x="2829" y="4808"/>
                  </a:cubicBezTo>
                  <a:cubicBezTo>
                    <a:pt x="2561" y="4808"/>
                    <a:pt x="2320" y="4773"/>
                    <a:pt x="2115" y="4692"/>
                  </a:cubicBezTo>
                  <a:cubicBezTo>
                    <a:pt x="1910" y="4612"/>
                    <a:pt x="1741" y="4496"/>
                    <a:pt x="1598" y="4345"/>
                  </a:cubicBezTo>
                  <a:cubicBezTo>
                    <a:pt x="1464" y="4193"/>
                    <a:pt x="1357" y="3997"/>
                    <a:pt x="1286" y="3774"/>
                  </a:cubicBezTo>
                  <a:cubicBezTo>
                    <a:pt x="1223" y="3551"/>
                    <a:pt x="1187" y="3292"/>
                    <a:pt x="1187" y="2989"/>
                  </a:cubicBezTo>
                  <a:lnTo>
                    <a:pt x="1187" y="2774"/>
                  </a:lnTo>
                  <a:cubicBezTo>
                    <a:pt x="1187" y="2471"/>
                    <a:pt x="1223" y="2212"/>
                    <a:pt x="1286" y="1980"/>
                  </a:cubicBezTo>
                  <a:cubicBezTo>
                    <a:pt x="1357" y="1757"/>
                    <a:pt x="1464" y="1570"/>
                    <a:pt x="1598" y="1410"/>
                  </a:cubicBezTo>
                  <a:cubicBezTo>
                    <a:pt x="1741" y="1258"/>
                    <a:pt x="1910" y="1142"/>
                    <a:pt x="2115" y="1062"/>
                  </a:cubicBezTo>
                  <a:cubicBezTo>
                    <a:pt x="2320" y="981"/>
                    <a:pt x="2561" y="946"/>
                    <a:pt x="2829" y="946"/>
                  </a:cubicBezTo>
                  <a:close/>
                  <a:moveTo>
                    <a:pt x="2829" y="0"/>
                  </a:moveTo>
                  <a:cubicBezTo>
                    <a:pt x="2249" y="0"/>
                    <a:pt x="1741" y="98"/>
                    <a:pt x="1321" y="312"/>
                  </a:cubicBezTo>
                  <a:cubicBezTo>
                    <a:pt x="893" y="517"/>
                    <a:pt x="563" y="830"/>
                    <a:pt x="340" y="1258"/>
                  </a:cubicBezTo>
                  <a:cubicBezTo>
                    <a:pt x="117" y="1686"/>
                    <a:pt x="1" y="2221"/>
                    <a:pt x="1" y="2882"/>
                  </a:cubicBezTo>
                  <a:cubicBezTo>
                    <a:pt x="1" y="3524"/>
                    <a:pt x="117" y="4059"/>
                    <a:pt x="340" y="4487"/>
                  </a:cubicBezTo>
                  <a:cubicBezTo>
                    <a:pt x="563" y="4915"/>
                    <a:pt x="893" y="5237"/>
                    <a:pt x="1321" y="5451"/>
                  </a:cubicBezTo>
                  <a:cubicBezTo>
                    <a:pt x="1741" y="5656"/>
                    <a:pt x="2249" y="5763"/>
                    <a:pt x="2829" y="5763"/>
                  </a:cubicBezTo>
                  <a:cubicBezTo>
                    <a:pt x="3427" y="5763"/>
                    <a:pt x="3935" y="5656"/>
                    <a:pt x="4354" y="5451"/>
                  </a:cubicBezTo>
                  <a:cubicBezTo>
                    <a:pt x="4783" y="5237"/>
                    <a:pt x="5104" y="4915"/>
                    <a:pt x="5336" y="4487"/>
                  </a:cubicBezTo>
                  <a:cubicBezTo>
                    <a:pt x="5559" y="4059"/>
                    <a:pt x="5675" y="3524"/>
                    <a:pt x="5675" y="2882"/>
                  </a:cubicBezTo>
                  <a:cubicBezTo>
                    <a:pt x="5675" y="2221"/>
                    <a:pt x="5559" y="1686"/>
                    <a:pt x="5336" y="1258"/>
                  </a:cubicBezTo>
                  <a:cubicBezTo>
                    <a:pt x="5104" y="830"/>
                    <a:pt x="4783" y="517"/>
                    <a:pt x="4354" y="312"/>
                  </a:cubicBezTo>
                  <a:cubicBezTo>
                    <a:pt x="3935" y="98"/>
                    <a:pt x="3427" y="0"/>
                    <a:pt x="282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48" name="Google Shape;48;p4"/>
            <p:cNvSpPr/>
            <p:nvPr/>
          </p:nvSpPr>
          <p:spPr>
            <a:xfrm>
              <a:off x="6958625" y="1645897"/>
              <a:ext cx="186884" cy="213357"/>
            </a:xfrm>
            <a:custGeom>
              <a:rect b="b" l="l" r="r" t="t"/>
              <a:pathLst>
                <a:path extrusionOk="0" h="5674" w="4970">
                  <a:moveTo>
                    <a:pt x="0" y="0"/>
                  </a:moveTo>
                  <a:lnTo>
                    <a:pt x="0" y="3453"/>
                  </a:lnTo>
                  <a:cubicBezTo>
                    <a:pt x="0" y="3943"/>
                    <a:pt x="98" y="4354"/>
                    <a:pt x="295" y="4684"/>
                  </a:cubicBezTo>
                  <a:cubicBezTo>
                    <a:pt x="491" y="5014"/>
                    <a:pt x="776" y="5264"/>
                    <a:pt x="1142" y="5424"/>
                  </a:cubicBezTo>
                  <a:cubicBezTo>
                    <a:pt x="1517" y="5585"/>
                    <a:pt x="1963" y="5674"/>
                    <a:pt x="2480" y="5674"/>
                  </a:cubicBezTo>
                  <a:cubicBezTo>
                    <a:pt x="2998" y="5674"/>
                    <a:pt x="3444" y="5585"/>
                    <a:pt x="3818" y="5424"/>
                  </a:cubicBezTo>
                  <a:cubicBezTo>
                    <a:pt x="4184" y="5264"/>
                    <a:pt x="4470" y="5014"/>
                    <a:pt x="4675" y="4684"/>
                  </a:cubicBezTo>
                  <a:cubicBezTo>
                    <a:pt x="4871" y="4354"/>
                    <a:pt x="4969" y="3943"/>
                    <a:pt x="4969" y="3453"/>
                  </a:cubicBezTo>
                  <a:lnTo>
                    <a:pt x="4969" y="0"/>
                  </a:lnTo>
                  <a:lnTo>
                    <a:pt x="3685" y="0"/>
                  </a:lnTo>
                  <a:lnTo>
                    <a:pt x="3685" y="3426"/>
                  </a:lnTo>
                  <a:cubicBezTo>
                    <a:pt x="3685" y="3810"/>
                    <a:pt x="3578" y="4104"/>
                    <a:pt x="3372" y="4318"/>
                  </a:cubicBezTo>
                  <a:cubicBezTo>
                    <a:pt x="3158" y="4532"/>
                    <a:pt x="2864" y="4639"/>
                    <a:pt x="2471" y="4639"/>
                  </a:cubicBezTo>
                  <a:cubicBezTo>
                    <a:pt x="2088" y="4639"/>
                    <a:pt x="1793" y="4532"/>
                    <a:pt x="1588" y="4318"/>
                  </a:cubicBezTo>
                  <a:cubicBezTo>
                    <a:pt x="1383" y="4104"/>
                    <a:pt x="1276" y="3810"/>
                    <a:pt x="1276" y="3426"/>
                  </a:cubicBezTo>
                  <a:lnTo>
                    <a:pt x="127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49" name="Google Shape;49;p4"/>
            <p:cNvSpPr/>
            <p:nvPr/>
          </p:nvSpPr>
          <p:spPr>
            <a:xfrm>
              <a:off x="7223610" y="1642212"/>
              <a:ext cx="187223" cy="217042"/>
            </a:xfrm>
            <a:custGeom>
              <a:rect b="b" l="l" r="r" t="t"/>
              <a:pathLst>
                <a:path extrusionOk="0" h="5772" w="4979">
                  <a:moveTo>
                    <a:pt x="2490" y="0"/>
                  </a:moveTo>
                  <a:cubicBezTo>
                    <a:pt x="2169" y="0"/>
                    <a:pt x="1865" y="27"/>
                    <a:pt x="1580" y="89"/>
                  </a:cubicBezTo>
                  <a:cubicBezTo>
                    <a:pt x="1294" y="152"/>
                    <a:pt x="1036" y="250"/>
                    <a:pt x="822" y="384"/>
                  </a:cubicBezTo>
                  <a:cubicBezTo>
                    <a:pt x="599" y="526"/>
                    <a:pt x="429" y="696"/>
                    <a:pt x="304" y="910"/>
                  </a:cubicBezTo>
                  <a:cubicBezTo>
                    <a:pt x="179" y="1124"/>
                    <a:pt x="117" y="1374"/>
                    <a:pt x="117" y="1668"/>
                  </a:cubicBezTo>
                  <a:cubicBezTo>
                    <a:pt x="117" y="1936"/>
                    <a:pt x="161" y="2159"/>
                    <a:pt x="260" y="2346"/>
                  </a:cubicBezTo>
                  <a:cubicBezTo>
                    <a:pt x="349" y="2534"/>
                    <a:pt x="483" y="2685"/>
                    <a:pt x="643" y="2810"/>
                  </a:cubicBezTo>
                  <a:cubicBezTo>
                    <a:pt x="795" y="2935"/>
                    <a:pt x="982" y="3042"/>
                    <a:pt x="1178" y="3122"/>
                  </a:cubicBezTo>
                  <a:cubicBezTo>
                    <a:pt x="1384" y="3203"/>
                    <a:pt x="1589" y="3274"/>
                    <a:pt x="1803" y="3328"/>
                  </a:cubicBezTo>
                  <a:cubicBezTo>
                    <a:pt x="2017" y="3381"/>
                    <a:pt x="2231" y="3435"/>
                    <a:pt x="2427" y="3479"/>
                  </a:cubicBezTo>
                  <a:cubicBezTo>
                    <a:pt x="2633" y="3524"/>
                    <a:pt x="2811" y="3577"/>
                    <a:pt x="2972" y="3631"/>
                  </a:cubicBezTo>
                  <a:cubicBezTo>
                    <a:pt x="3132" y="3684"/>
                    <a:pt x="3257" y="3756"/>
                    <a:pt x="3346" y="3836"/>
                  </a:cubicBezTo>
                  <a:cubicBezTo>
                    <a:pt x="3444" y="3916"/>
                    <a:pt x="3489" y="4023"/>
                    <a:pt x="3489" y="4148"/>
                  </a:cubicBezTo>
                  <a:cubicBezTo>
                    <a:pt x="3489" y="4220"/>
                    <a:pt x="3480" y="4291"/>
                    <a:pt x="3444" y="4345"/>
                  </a:cubicBezTo>
                  <a:cubicBezTo>
                    <a:pt x="3418" y="4398"/>
                    <a:pt x="3373" y="4452"/>
                    <a:pt x="3311" y="4487"/>
                  </a:cubicBezTo>
                  <a:cubicBezTo>
                    <a:pt x="3248" y="4532"/>
                    <a:pt x="3177" y="4568"/>
                    <a:pt x="3096" y="4594"/>
                  </a:cubicBezTo>
                  <a:cubicBezTo>
                    <a:pt x="3016" y="4621"/>
                    <a:pt x="2918" y="4639"/>
                    <a:pt x="2820" y="4648"/>
                  </a:cubicBezTo>
                  <a:cubicBezTo>
                    <a:pt x="2713" y="4657"/>
                    <a:pt x="2606" y="4666"/>
                    <a:pt x="2490" y="4666"/>
                  </a:cubicBezTo>
                  <a:cubicBezTo>
                    <a:pt x="2267" y="4666"/>
                    <a:pt x="2079" y="4639"/>
                    <a:pt x="1919" y="4594"/>
                  </a:cubicBezTo>
                  <a:cubicBezTo>
                    <a:pt x="1758" y="4550"/>
                    <a:pt x="1633" y="4470"/>
                    <a:pt x="1544" y="4371"/>
                  </a:cubicBezTo>
                  <a:cubicBezTo>
                    <a:pt x="1455" y="4264"/>
                    <a:pt x="1410" y="4122"/>
                    <a:pt x="1410" y="3952"/>
                  </a:cubicBezTo>
                  <a:cubicBezTo>
                    <a:pt x="1410" y="3934"/>
                    <a:pt x="1410" y="3916"/>
                    <a:pt x="1410" y="3890"/>
                  </a:cubicBezTo>
                  <a:cubicBezTo>
                    <a:pt x="1410" y="3863"/>
                    <a:pt x="1410" y="3845"/>
                    <a:pt x="1410" y="3827"/>
                  </a:cubicBezTo>
                  <a:lnTo>
                    <a:pt x="10" y="3827"/>
                  </a:lnTo>
                  <a:cubicBezTo>
                    <a:pt x="1" y="3845"/>
                    <a:pt x="1" y="3863"/>
                    <a:pt x="1" y="3890"/>
                  </a:cubicBezTo>
                  <a:lnTo>
                    <a:pt x="1" y="3970"/>
                  </a:lnTo>
                  <a:cubicBezTo>
                    <a:pt x="1" y="4300"/>
                    <a:pt x="72" y="4585"/>
                    <a:pt x="206" y="4817"/>
                  </a:cubicBezTo>
                  <a:cubicBezTo>
                    <a:pt x="340" y="5040"/>
                    <a:pt x="527" y="5228"/>
                    <a:pt x="759" y="5371"/>
                  </a:cubicBezTo>
                  <a:cubicBezTo>
                    <a:pt x="1000" y="5513"/>
                    <a:pt x="1268" y="5611"/>
                    <a:pt x="1580" y="5674"/>
                  </a:cubicBezTo>
                  <a:cubicBezTo>
                    <a:pt x="1883" y="5736"/>
                    <a:pt x="2213" y="5772"/>
                    <a:pt x="2570" y="5772"/>
                  </a:cubicBezTo>
                  <a:cubicBezTo>
                    <a:pt x="3025" y="5772"/>
                    <a:pt x="3444" y="5710"/>
                    <a:pt x="3801" y="5585"/>
                  </a:cubicBezTo>
                  <a:cubicBezTo>
                    <a:pt x="4167" y="5460"/>
                    <a:pt x="4461" y="5263"/>
                    <a:pt x="4667" y="4987"/>
                  </a:cubicBezTo>
                  <a:cubicBezTo>
                    <a:pt x="4872" y="4719"/>
                    <a:pt x="4979" y="4362"/>
                    <a:pt x="4979" y="3916"/>
                  </a:cubicBezTo>
                  <a:cubicBezTo>
                    <a:pt x="4979" y="3667"/>
                    <a:pt x="4934" y="3444"/>
                    <a:pt x="4836" y="3265"/>
                  </a:cubicBezTo>
                  <a:cubicBezTo>
                    <a:pt x="4738" y="3087"/>
                    <a:pt x="4613" y="2935"/>
                    <a:pt x="4452" y="2819"/>
                  </a:cubicBezTo>
                  <a:cubicBezTo>
                    <a:pt x="4292" y="2694"/>
                    <a:pt x="4104" y="2596"/>
                    <a:pt x="3908" y="2516"/>
                  </a:cubicBezTo>
                  <a:cubicBezTo>
                    <a:pt x="3703" y="2436"/>
                    <a:pt x="3498" y="2373"/>
                    <a:pt x="3284" y="2320"/>
                  </a:cubicBezTo>
                  <a:cubicBezTo>
                    <a:pt x="3070" y="2275"/>
                    <a:pt x="2864" y="2221"/>
                    <a:pt x="2668" y="2177"/>
                  </a:cubicBezTo>
                  <a:cubicBezTo>
                    <a:pt x="2463" y="2132"/>
                    <a:pt x="2285" y="2079"/>
                    <a:pt x="2124" y="2025"/>
                  </a:cubicBezTo>
                  <a:cubicBezTo>
                    <a:pt x="1955" y="1972"/>
                    <a:pt x="1830" y="1909"/>
                    <a:pt x="1731" y="1829"/>
                  </a:cubicBezTo>
                  <a:cubicBezTo>
                    <a:pt x="1642" y="1758"/>
                    <a:pt x="1598" y="1659"/>
                    <a:pt x="1598" y="1543"/>
                  </a:cubicBezTo>
                  <a:cubicBezTo>
                    <a:pt x="1598" y="1445"/>
                    <a:pt x="1633" y="1356"/>
                    <a:pt x="1705" y="1285"/>
                  </a:cubicBezTo>
                  <a:cubicBezTo>
                    <a:pt x="1776" y="1213"/>
                    <a:pt x="1883" y="1160"/>
                    <a:pt x="2017" y="1124"/>
                  </a:cubicBezTo>
                  <a:cubicBezTo>
                    <a:pt x="2160" y="1088"/>
                    <a:pt x="2329" y="1071"/>
                    <a:pt x="2525" y="1071"/>
                  </a:cubicBezTo>
                  <a:cubicBezTo>
                    <a:pt x="2731" y="1071"/>
                    <a:pt x="2891" y="1097"/>
                    <a:pt x="3034" y="1151"/>
                  </a:cubicBezTo>
                  <a:cubicBezTo>
                    <a:pt x="3168" y="1213"/>
                    <a:pt x="3266" y="1285"/>
                    <a:pt x="3337" y="1383"/>
                  </a:cubicBezTo>
                  <a:cubicBezTo>
                    <a:pt x="3400" y="1472"/>
                    <a:pt x="3435" y="1588"/>
                    <a:pt x="3435" y="1713"/>
                  </a:cubicBezTo>
                  <a:lnTo>
                    <a:pt x="3435" y="1766"/>
                  </a:lnTo>
                  <a:lnTo>
                    <a:pt x="4836" y="1766"/>
                  </a:lnTo>
                  <a:lnTo>
                    <a:pt x="4836" y="1668"/>
                  </a:lnTo>
                  <a:cubicBezTo>
                    <a:pt x="4827" y="1374"/>
                    <a:pt x="4765" y="1124"/>
                    <a:pt x="4640" y="919"/>
                  </a:cubicBezTo>
                  <a:cubicBezTo>
                    <a:pt x="4524" y="714"/>
                    <a:pt x="4354" y="535"/>
                    <a:pt x="4131" y="402"/>
                  </a:cubicBezTo>
                  <a:cubicBezTo>
                    <a:pt x="3917" y="259"/>
                    <a:pt x="3667" y="161"/>
                    <a:pt x="3391" y="98"/>
                  </a:cubicBezTo>
                  <a:cubicBezTo>
                    <a:pt x="3114" y="27"/>
                    <a:pt x="2811" y="0"/>
                    <a:pt x="249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50" name="Google Shape;50;p4"/>
            <p:cNvSpPr/>
            <p:nvPr/>
          </p:nvSpPr>
          <p:spPr>
            <a:xfrm>
              <a:off x="7489309" y="1645559"/>
              <a:ext cx="181169" cy="210010"/>
            </a:xfrm>
            <a:custGeom>
              <a:rect b="b" l="l" r="r" t="t"/>
              <a:pathLst>
                <a:path extrusionOk="0" h="5585" w="4818">
                  <a:moveTo>
                    <a:pt x="0" y="0"/>
                  </a:moveTo>
                  <a:lnTo>
                    <a:pt x="0" y="5585"/>
                  </a:lnTo>
                  <a:lnTo>
                    <a:pt x="4818" y="5585"/>
                  </a:lnTo>
                  <a:lnTo>
                    <a:pt x="4818" y="4300"/>
                  </a:lnTo>
                  <a:lnTo>
                    <a:pt x="1686" y="4300"/>
                  </a:lnTo>
                  <a:lnTo>
                    <a:pt x="1686" y="3364"/>
                  </a:lnTo>
                  <a:lnTo>
                    <a:pt x="4443" y="3364"/>
                  </a:lnTo>
                  <a:lnTo>
                    <a:pt x="4443" y="2132"/>
                  </a:lnTo>
                  <a:lnTo>
                    <a:pt x="1686" y="2132"/>
                  </a:lnTo>
                  <a:lnTo>
                    <a:pt x="1686" y="1276"/>
                  </a:lnTo>
                  <a:lnTo>
                    <a:pt x="4764" y="1276"/>
                  </a:lnTo>
                  <a:lnTo>
                    <a:pt x="476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51" name="Google Shape;51;p4"/>
            <p:cNvSpPr/>
            <p:nvPr/>
          </p:nvSpPr>
          <p:spPr>
            <a:xfrm>
              <a:off x="4935498" y="1646235"/>
              <a:ext cx="178837" cy="208995"/>
            </a:xfrm>
            <a:custGeom>
              <a:rect b="b" l="l" r="r" t="t"/>
              <a:pathLst>
                <a:path extrusionOk="0" h="5558" w="4756">
                  <a:moveTo>
                    <a:pt x="2552" y="437"/>
                  </a:moveTo>
                  <a:cubicBezTo>
                    <a:pt x="3524" y="437"/>
                    <a:pt x="4318" y="1231"/>
                    <a:pt x="4318" y="2204"/>
                  </a:cubicBezTo>
                  <a:lnTo>
                    <a:pt x="4318" y="3354"/>
                  </a:lnTo>
                  <a:cubicBezTo>
                    <a:pt x="4318" y="4327"/>
                    <a:pt x="3524" y="5112"/>
                    <a:pt x="2552" y="5112"/>
                  </a:cubicBezTo>
                  <a:lnTo>
                    <a:pt x="437" y="5112"/>
                  </a:lnTo>
                  <a:lnTo>
                    <a:pt x="437" y="437"/>
                  </a:lnTo>
                  <a:close/>
                  <a:moveTo>
                    <a:pt x="0" y="0"/>
                  </a:moveTo>
                  <a:lnTo>
                    <a:pt x="0" y="5558"/>
                  </a:lnTo>
                  <a:lnTo>
                    <a:pt x="2552" y="5558"/>
                  </a:lnTo>
                  <a:cubicBezTo>
                    <a:pt x="3765" y="5558"/>
                    <a:pt x="4755" y="4568"/>
                    <a:pt x="4755" y="3354"/>
                  </a:cubicBezTo>
                  <a:lnTo>
                    <a:pt x="4755" y="2204"/>
                  </a:lnTo>
                  <a:cubicBezTo>
                    <a:pt x="4755" y="981"/>
                    <a:pt x="3765" y="0"/>
                    <a:pt x="25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</p:grpSp>
      <p:sp>
        <p:nvSpPr>
          <p:cNvPr id="52" name="Google Shape;52;p4"/>
          <p:cNvSpPr/>
          <p:nvPr/>
        </p:nvSpPr>
        <p:spPr>
          <a:xfrm flipH="1">
            <a:off x="16459200" y="2057400"/>
            <a:ext cx="1829400" cy="8229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9144000" y="2057400"/>
            <a:ext cx="4535400" cy="45354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cxnSp>
        <p:nvCxnSpPr>
          <p:cNvPr id="54" name="Google Shape;54;p4"/>
          <p:cNvCxnSpPr>
            <a:stCxn id="53" idx="0"/>
          </p:cNvCxnSpPr>
          <p:nvPr/>
        </p:nvCxnSpPr>
        <p:spPr>
          <a:xfrm rot="10800000">
            <a:off x="18600" y="2057400"/>
            <a:ext cx="113931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5" name="Google Shape;55;p4"/>
          <p:cNvCxnSpPr>
            <a:stCxn id="53" idx="2"/>
          </p:cNvCxnSpPr>
          <p:nvPr/>
        </p:nvCxnSpPr>
        <p:spPr>
          <a:xfrm>
            <a:off x="13679400" y="4325100"/>
            <a:ext cx="0" cy="592470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56" name="Google Shape;56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43900" y="7899887"/>
            <a:ext cx="4357647" cy="1772424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4"/>
          <p:cNvSpPr txBox="1"/>
          <p:nvPr>
            <p:ph type="title"/>
          </p:nvPr>
        </p:nvSpPr>
        <p:spPr>
          <a:xfrm>
            <a:off x="992325" y="3539250"/>
            <a:ext cx="9393900" cy="10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Montserrat SemiBold"/>
              <a:buNone/>
              <a:defRPr sz="7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905">
          <p15:clr>
            <a:srgbClr val="FA7B17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parador">
  <p:cSld name="CUSTOM_5">
    <p:bg>
      <p:bgPr>
        <a:solidFill>
          <a:schemeClr val="accent3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5"/>
          <p:cNvSpPr/>
          <p:nvPr/>
        </p:nvSpPr>
        <p:spPr>
          <a:xfrm rot="10800000">
            <a:off x="15335250" y="6655200"/>
            <a:ext cx="2603100" cy="26031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  <p:cxnSp>
        <p:nvCxnSpPr>
          <p:cNvPr id="60" name="Google Shape;60;p5"/>
          <p:cNvCxnSpPr/>
          <p:nvPr/>
        </p:nvCxnSpPr>
        <p:spPr>
          <a:xfrm>
            <a:off x="16618600" y="9258300"/>
            <a:ext cx="1682700" cy="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1" name="Google Shape;61;p5"/>
          <p:cNvSpPr/>
          <p:nvPr/>
        </p:nvSpPr>
        <p:spPr>
          <a:xfrm flipH="1">
            <a:off x="15335250" y="2153100"/>
            <a:ext cx="2603100" cy="26031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  <p:cxnSp>
        <p:nvCxnSpPr>
          <p:cNvPr id="62" name="Google Shape;62;p5"/>
          <p:cNvCxnSpPr/>
          <p:nvPr/>
        </p:nvCxnSpPr>
        <p:spPr>
          <a:xfrm>
            <a:off x="16618600" y="2153100"/>
            <a:ext cx="1682700" cy="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" name="Google Shape;63;p5"/>
          <p:cNvCxnSpPr>
            <a:stCxn id="61" idx="2"/>
            <a:endCxn id="59" idx="2"/>
          </p:cNvCxnSpPr>
          <p:nvPr/>
        </p:nvCxnSpPr>
        <p:spPr>
          <a:xfrm>
            <a:off x="15335250" y="3454650"/>
            <a:ext cx="0" cy="450210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4" name="Google Shape;64;p5"/>
          <p:cNvSpPr/>
          <p:nvPr/>
        </p:nvSpPr>
        <p:spPr>
          <a:xfrm>
            <a:off x="-2164695" y="4114800"/>
            <a:ext cx="4909800" cy="1371000"/>
          </a:xfrm>
          <a:prstGeom prst="roundRect">
            <a:avLst>
              <a:gd fmla="val 50000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5"/>
          <p:cNvSpPr txBox="1"/>
          <p:nvPr>
            <p:ph type="title"/>
          </p:nvPr>
        </p:nvSpPr>
        <p:spPr>
          <a:xfrm>
            <a:off x="368050" y="4185300"/>
            <a:ext cx="1847100" cy="10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Montserrat"/>
              <a:buNone/>
              <a:defRPr sz="7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Montserrat"/>
              <a:buNone/>
              <a:defRPr sz="7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Montserrat"/>
              <a:buNone/>
              <a:defRPr sz="7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Montserrat"/>
              <a:buNone/>
              <a:defRPr sz="7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Montserrat"/>
              <a:buNone/>
              <a:defRPr sz="7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Montserrat"/>
              <a:buNone/>
              <a:defRPr sz="7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Montserrat"/>
              <a:buNone/>
              <a:defRPr sz="7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Montserrat"/>
              <a:buNone/>
              <a:defRPr sz="7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Montserrat"/>
              <a:buNone/>
              <a:defRPr sz="7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66" name="Google Shape;66;p5"/>
          <p:cNvSpPr txBox="1"/>
          <p:nvPr>
            <p:ph idx="2" type="title"/>
          </p:nvPr>
        </p:nvSpPr>
        <p:spPr>
          <a:xfrm>
            <a:off x="3238800" y="4185300"/>
            <a:ext cx="10101000" cy="7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000"/>
              <a:buFont typeface="Montserrat"/>
              <a:buNone/>
              <a:defRPr sz="70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240">
          <p15:clr>
            <a:srgbClr val="FA7B17"/>
          </p15:clr>
        </p15:guide>
        <p15:guide id="2" pos="2040">
          <p15:clr>
            <a:srgbClr val="FA7B17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ta">
  <p:cSld name="CUSTOM_6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6"/>
          <p:cNvSpPr/>
          <p:nvPr/>
        </p:nvSpPr>
        <p:spPr>
          <a:xfrm>
            <a:off x="10042600" y="-66650"/>
            <a:ext cx="8247600" cy="10186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9" name="Google Shape;69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886800" y="3589300"/>
            <a:ext cx="5679700" cy="5346502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6"/>
          <p:cNvSpPr/>
          <p:nvPr/>
        </p:nvSpPr>
        <p:spPr>
          <a:xfrm rot="10800000">
            <a:off x="426739" y="5273475"/>
            <a:ext cx="3636000" cy="36360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cxnSp>
        <p:nvCxnSpPr>
          <p:cNvPr id="71" name="Google Shape;71;p6"/>
          <p:cNvCxnSpPr>
            <a:stCxn id="70" idx="2"/>
          </p:cNvCxnSpPr>
          <p:nvPr/>
        </p:nvCxnSpPr>
        <p:spPr>
          <a:xfrm rot="10800000">
            <a:off x="426739" y="-18525"/>
            <a:ext cx="0" cy="711000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2" name="Google Shape;72;p6"/>
          <p:cNvSpPr/>
          <p:nvPr/>
        </p:nvSpPr>
        <p:spPr>
          <a:xfrm flipH="1" rot="-5400000">
            <a:off x="9518500" y="1515275"/>
            <a:ext cx="167100" cy="17376300"/>
          </a:xfrm>
          <a:prstGeom prst="rect">
            <a:avLst/>
          </a:prstGeom>
          <a:solidFill>
            <a:srgbClr val="99761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cxnSp>
        <p:nvCxnSpPr>
          <p:cNvPr id="73" name="Google Shape;73;p6"/>
          <p:cNvCxnSpPr>
            <a:stCxn id="70" idx="0"/>
          </p:cNvCxnSpPr>
          <p:nvPr/>
        </p:nvCxnSpPr>
        <p:spPr>
          <a:xfrm>
            <a:off x="2244739" y="8909475"/>
            <a:ext cx="16026900" cy="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4" name="Google Shape;74;p6"/>
          <p:cNvSpPr txBox="1"/>
          <p:nvPr>
            <p:ph type="title"/>
          </p:nvPr>
        </p:nvSpPr>
        <p:spPr>
          <a:xfrm>
            <a:off x="1828850" y="1354200"/>
            <a:ext cx="6871500" cy="573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000"/>
              <a:buFont typeface="Montserrat"/>
              <a:buNone/>
              <a:defRPr sz="50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6"/>
          <p:cNvSpPr txBox="1"/>
          <p:nvPr>
            <p:ph idx="1" type="subTitle"/>
          </p:nvPr>
        </p:nvSpPr>
        <p:spPr>
          <a:xfrm>
            <a:off x="1828850" y="7700300"/>
            <a:ext cx="6748200" cy="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Archivo"/>
              <a:buNone/>
              <a:defRPr sz="1800">
                <a:latin typeface="Archivo"/>
                <a:ea typeface="Archivo"/>
                <a:cs typeface="Archivo"/>
                <a:sym typeface="Archiv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Font typeface="Archivo"/>
              <a:buNone/>
              <a:defRPr sz="1800">
                <a:latin typeface="Archivo"/>
                <a:ea typeface="Archivo"/>
                <a:cs typeface="Archivo"/>
                <a:sym typeface="Archiv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Font typeface="Archivo"/>
              <a:buNone/>
              <a:defRPr sz="1800">
                <a:latin typeface="Archivo"/>
                <a:ea typeface="Archivo"/>
                <a:cs typeface="Archivo"/>
                <a:sym typeface="Archiv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Font typeface="Archivo"/>
              <a:buNone/>
              <a:defRPr sz="1800">
                <a:latin typeface="Archivo"/>
                <a:ea typeface="Archivo"/>
                <a:cs typeface="Archivo"/>
                <a:sym typeface="Archiv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Font typeface="Archivo"/>
              <a:buNone/>
              <a:defRPr sz="1800">
                <a:latin typeface="Archivo"/>
                <a:ea typeface="Archivo"/>
                <a:cs typeface="Archivo"/>
                <a:sym typeface="Archiv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Font typeface="Archivo"/>
              <a:buNone/>
              <a:defRPr sz="1800">
                <a:latin typeface="Archivo"/>
                <a:ea typeface="Archivo"/>
                <a:cs typeface="Archivo"/>
                <a:sym typeface="Archiv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Font typeface="Archivo"/>
              <a:buNone/>
              <a:defRPr sz="1800">
                <a:latin typeface="Archivo"/>
                <a:ea typeface="Archivo"/>
                <a:cs typeface="Archivo"/>
                <a:sym typeface="Archiv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Font typeface="Archivo"/>
              <a:buNone/>
              <a:defRPr sz="1800">
                <a:latin typeface="Archivo"/>
                <a:ea typeface="Archivo"/>
                <a:cs typeface="Archivo"/>
                <a:sym typeface="Archiv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Font typeface="Archivo"/>
              <a:buNone/>
              <a:defRPr sz="18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5065">
          <p15:clr>
            <a:srgbClr val="FA7B17"/>
          </p15:clr>
        </p15:guide>
        <p15:guide id="2" pos="1152">
          <p15:clr>
            <a:srgbClr val="FA7B17"/>
          </p15:clr>
        </p15:guide>
        <p15:guide id="3" orient="horz" pos="4467">
          <p15:clr>
            <a:srgbClr val="FA7B17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intro">
  <p:cSld name="CUSTOM_4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7"/>
          <p:cNvSpPr/>
          <p:nvPr/>
        </p:nvSpPr>
        <p:spPr>
          <a:xfrm flipH="1" rot="10800000">
            <a:off x="913800" y="2099700"/>
            <a:ext cx="12764100" cy="7158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78" name="Google Shape;78;p7"/>
          <p:cNvSpPr/>
          <p:nvPr/>
        </p:nvSpPr>
        <p:spPr>
          <a:xfrm rot="10800000">
            <a:off x="15335250" y="6655200"/>
            <a:ext cx="2603100" cy="26031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cxnSp>
        <p:nvCxnSpPr>
          <p:cNvPr id="79" name="Google Shape;79;p7"/>
          <p:cNvCxnSpPr/>
          <p:nvPr/>
        </p:nvCxnSpPr>
        <p:spPr>
          <a:xfrm>
            <a:off x="16618600" y="9258300"/>
            <a:ext cx="1682700" cy="0"/>
          </a:xfrm>
          <a:prstGeom prst="straightConnector1">
            <a:avLst/>
          </a:prstGeom>
          <a:noFill/>
          <a:ln cap="flat" cmpd="sng" w="7620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0" name="Google Shape;80;p7"/>
          <p:cNvSpPr/>
          <p:nvPr/>
        </p:nvSpPr>
        <p:spPr>
          <a:xfrm flipH="1">
            <a:off x="15335250" y="2153100"/>
            <a:ext cx="2603100" cy="26031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cxnSp>
        <p:nvCxnSpPr>
          <p:cNvPr id="81" name="Google Shape;81;p7"/>
          <p:cNvCxnSpPr/>
          <p:nvPr/>
        </p:nvCxnSpPr>
        <p:spPr>
          <a:xfrm>
            <a:off x="16618600" y="2153100"/>
            <a:ext cx="1682700" cy="0"/>
          </a:xfrm>
          <a:prstGeom prst="straightConnector1">
            <a:avLst/>
          </a:prstGeom>
          <a:noFill/>
          <a:ln cap="flat" cmpd="sng" w="7620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" name="Google Shape;82;p7"/>
          <p:cNvCxnSpPr>
            <a:stCxn id="80" idx="2"/>
            <a:endCxn id="78" idx="2"/>
          </p:cNvCxnSpPr>
          <p:nvPr/>
        </p:nvCxnSpPr>
        <p:spPr>
          <a:xfrm>
            <a:off x="15335250" y="3454650"/>
            <a:ext cx="0" cy="4502100"/>
          </a:xfrm>
          <a:prstGeom prst="straightConnector1">
            <a:avLst/>
          </a:prstGeom>
          <a:noFill/>
          <a:ln cap="flat" cmpd="sng" w="7620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3" name="Google Shape;83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11429344" y="5143500"/>
            <a:ext cx="4573268" cy="43064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4" name="Google Shape;84;p7"/>
          <p:cNvGrpSpPr/>
          <p:nvPr/>
        </p:nvGrpSpPr>
        <p:grpSpPr>
          <a:xfrm>
            <a:off x="913750" y="1236863"/>
            <a:ext cx="5343086" cy="845821"/>
            <a:chOff x="913750" y="1236863"/>
            <a:chExt cx="5343086" cy="845821"/>
          </a:xfrm>
        </p:grpSpPr>
        <p:sp>
          <p:nvSpPr>
            <p:cNvPr id="85" name="Google Shape;85;p7"/>
            <p:cNvSpPr/>
            <p:nvPr/>
          </p:nvSpPr>
          <p:spPr>
            <a:xfrm rot="-5400000">
              <a:off x="1596850" y="553885"/>
              <a:ext cx="845700" cy="2211900"/>
            </a:xfrm>
            <a:prstGeom prst="round2SameRect">
              <a:avLst>
                <a:gd fmla="val 50000" name="adj1"/>
                <a:gd fmla="val 0" name="adj2"/>
              </a:avLst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7"/>
            <p:cNvSpPr/>
            <p:nvPr/>
          </p:nvSpPr>
          <p:spPr>
            <a:xfrm>
              <a:off x="3996936" y="1236867"/>
              <a:ext cx="2259900" cy="845700"/>
            </a:xfrm>
            <a:prstGeom prst="roundRect">
              <a:avLst>
                <a:gd fmla="val 50000" name="adj"/>
              </a:avLst>
            </a:prstGeom>
            <a:noFill/>
            <a:ln cap="flat" cmpd="sng" w="381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7"/>
            <p:cNvSpPr/>
            <p:nvPr/>
          </p:nvSpPr>
          <p:spPr>
            <a:xfrm>
              <a:off x="5493646" y="1376867"/>
              <a:ext cx="565800" cy="5658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7"/>
            <p:cNvSpPr/>
            <p:nvPr/>
          </p:nvSpPr>
          <p:spPr>
            <a:xfrm>
              <a:off x="3151108" y="1236863"/>
              <a:ext cx="845700" cy="845700"/>
            </a:xfrm>
            <a:prstGeom prst="ellipse">
              <a:avLst/>
            </a:prstGeom>
            <a:noFill/>
            <a:ln cap="flat" cmpd="sng" w="38100">
              <a:solidFill>
                <a:srgbClr val="3F3F3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7"/>
          <p:cNvSpPr txBox="1"/>
          <p:nvPr>
            <p:ph idx="1" type="subTitle"/>
          </p:nvPr>
        </p:nvSpPr>
        <p:spPr>
          <a:xfrm>
            <a:off x="2414625" y="4266950"/>
            <a:ext cx="9375300" cy="35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Montserrat Medium"/>
              <a:buNone/>
              <a:defRPr sz="50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488">
          <p15:clr>
            <a:srgbClr val="FA7B17"/>
          </p15:clr>
        </p15:guide>
        <p15:guide id="2" pos="7427">
          <p15:clr>
            <a:srgbClr val="FA7B17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seño base">
  <p:cSld name="CUSTOM_2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1" name="Google Shape;91;p8"/>
          <p:cNvGrpSpPr/>
          <p:nvPr/>
        </p:nvGrpSpPr>
        <p:grpSpPr>
          <a:xfrm>
            <a:off x="17493237" y="9740090"/>
            <a:ext cx="429608" cy="178308"/>
            <a:chOff x="1207700" y="4333950"/>
            <a:chExt cx="334325" cy="138750"/>
          </a:xfrm>
        </p:grpSpPr>
        <p:sp>
          <p:nvSpPr>
            <p:cNvPr id="92" name="Google Shape;92;p8"/>
            <p:cNvSpPr/>
            <p:nvPr/>
          </p:nvSpPr>
          <p:spPr>
            <a:xfrm>
              <a:off x="1207700" y="4333950"/>
              <a:ext cx="139850" cy="138750"/>
            </a:xfrm>
            <a:custGeom>
              <a:rect b="b" l="l" r="r" t="t"/>
              <a:pathLst>
                <a:path extrusionOk="0" h="5550" w="5594">
                  <a:moveTo>
                    <a:pt x="3390" y="438"/>
                  </a:moveTo>
                  <a:cubicBezTo>
                    <a:pt x="4363" y="438"/>
                    <a:pt x="5148" y="1232"/>
                    <a:pt x="5148" y="2196"/>
                  </a:cubicBezTo>
                  <a:lnTo>
                    <a:pt x="5148" y="3346"/>
                  </a:lnTo>
                  <a:cubicBezTo>
                    <a:pt x="5148" y="4319"/>
                    <a:pt x="4363" y="5104"/>
                    <a:pt x="3390" y="5104"/>
                  </a:cubicBezTo>
                  <a:lnTo>
                    <a:pt x="437" y="5104"/>
                  </a:lnTo>
                  <a:lnTo>
                    <a:pt x="437" y="438"/>
                  </a:lnTo>
                  <a:close/>
                  <a:moveTo>
                    <a:pt x="0" y="1"/>
                  </a:moveTo>
                  <a:lnTo>
                    <a:pt x="0" y="5550"/>
                  </a:lnTo>
                  <a:lnTo>
                    <a:pt x="3390" y="5550"/>
                  </a:lnTo>
                  <a:cubicBezTo>
                    <a:pt x="4604" y="5550"/>
                    <a:pt x="5594" y="4560"/>
                    <a:pt x="5594" y="3346"/>
                  </a:cubicBezTo>
                  <a:lnTo>
                    <a:pt x="5594" y="2196"/>
                  </a:lnTo>
                  <a:cubicBezTo>
                    <a:pt x="5594" y="982"/>
                    <a:pt x="4604" y="1"/>
                    <a:pt x="339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8"/>
            <p:cNvSpPr/>
            <p:nvPr/>
          </p:nvSpPr>
          <p:spPr>
            <a:xfrm>
              <a:off x="1403300" y="4333950"/>
              <a:ext cx="138725" cy="138750"/>
            </a:xfrm>
            <a:custGeom>
              <a:rect b="b" l="l" r="r" t="t"/>
              <a:pathLst>
                <a:path extrusionOk="0" h="5550" w="5549">
                  <a:moveTo>
                    <a:pt x="0" y="1"/>
                  </a:moveTo>
                  <a:lnTo>
                    <a:pt x="0" y="5550"/>
                  </a:lnTo>
                  <a:lnTo>
                    <a:pt x="5549" y="5550"/>
                  </a:lnTo>
                  <a:lnTo>
                    <a:pt x="554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4" name="Google Shape;94;p8"/>
          <p:cNvSpPr/>
          <p:nvPr/>
        </p:nvSpPr>
        <p:spPr>
          <a:xfrm flipH="1" rot="10800000">
            <a:off x="0" y="2076275"/>
            <a:ext cx="133200" cy="8213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8A6DF1"/>
              </a:solidFill>
            </a:endParaRPr>
          </a:p>
        </p:txBody>
      </p:sp>
      <p:sp>
        <p:nvSpPr>
          <p:cNvPr id="95" name="Google Shape;95;p8"/>
          <p:cNvSpPr txBox="1"/>
          <p:nvPr>
            <p:ph type="title"/>
          </p:nvPr>
        </p:nvSpPr>
        <p:spPr>
          <a:xfrm>
            <a:off x="913950" y="2487075"/>
            <a:ext cx="165792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000"/>
              <a:buFont typeface="Montserrat SemiBold"/>
              <a:buNone/>
              <a:defRPr sz="5000">
                <a:solidFill>
                  <a:schemeClr val="accent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/>
        </p:txBody>
      </p:sp>
      <p:sp>
        <p:nvSpPr>
          <p:cNvPr id="96" name="Google Shape;96;p8"/>
          <p:cNvSpPr txBox="1"/>
          <p:nvPr>
            <p:ph idx="1" type="body"/>
          </p:nvPr>
        </p:nvSpPr>
        <p:spPr>
          <a:xfrm>
            <a:off x="915975" y="4436800"/>
            <a:ext cx="7786500" cy="31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3pPr>
            <a:lvl4pPr indent="-381000" lvl="3" marL="1828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4pPr>
            <a:lvl5pPr indent="-381000" lvl="4" marL="22860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5pPr>
            <a:lvl6pPr indent="-381000" lvl="5" marL="2743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6pPr>
            <a:lvl7pPr indent="-381000" lvl="6" marL="3200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7pPr>
            <a:lvl8pPr indent="-381000" lvl="7" marL="3657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8pPr>
            <a:lvl9pPr indent="-381000" lvl="8" marL="4114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97" name="Google Shape;97;p8"/>
          <p:cNvSpPr txBox="1"/>
          <p:nvPr>
            <p:ph idx="2" type="body"/>
          </p:nvPr>
        </p:nvSpPr>
        <p:spPr>
          <a:xfrm>
            <a:off x="9587425" y="4436800"/>
            <a:ext cx="7786500" cy="31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3pPr>
            <a:lvl4pPr indent="-381000" lvl="3" marL="1828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4pPr>
            <a:lvl5pPr indent="-381000" lvl="4" marL="22860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5pPr>
            <a:lvl6pPr indent="-381000" lvl="5" marL="2743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6pPr>
            <a:lvl7pPr indent="-381000" lvl="6" marL="3200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7pPr>
            <a:lvl8pPr indent="-381000" lvl="7" marL="3657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8pPr>
            <a:lvl9pPr indent="-381000" lvl="8" marL="4114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051">
          <p15:clr>
            <a:srgbClr val="FA7B17"/>
          </p15:clr>
        </p15:guide>
        <p15:guide id="2" orient="horz" pos="2555">
          <p15:clr>
            <a:srgbClr val="FA7B17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ullets">
  <p:cSld name="CUSTOM_10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" name="Google Shape;99;p9"/>
          <p:cNvGrpSpPr/>
          <p:nvPr/>
        </p:nvGrpSpPr>
        <p:grpSpPr>
          <a:xfrm flipH="1">
            <a:off x="1816364" y="2053175"/>
            <a:ext cx="16506008" cy="8224500"/>
            <a:chOff x="376006" y="684875"/>
            <a:chExt cx="16506008" cy="8224500"/>
          </a:xfrm>
        </p:grpSpPr>
        <p:sp>
          <p:nvSpPr>
            <p:cNvPr id="100" name="Google Shape;100;p9"/>
            <p:cNvSpPr/>
            <p:nvPr/>
          </p:nvSpPr>
          <p:spPr>
            <a:xfrm>
              <a:off x="13246014" y="684875"/>
              <a:ext cx="3636000" cy="3636000"/>
            </a:xfrm>
            <a:prstGeom prst="arc">
              <a:avLst>
                <a:gd fmla="val 16200000" name="adj1"/>
                <a:gd fmla="val 0" name="adj2"/>
              </a:avLst>
            </a:prstGeom>
            <a:noFill/>
            <a:ln cap="flat" cmpd="sng" w="762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cxnSp>
          <p:nvCxnSpPr>
            <p:cNvPr id="101" name="Google Shape;101;p9"/>
            <p:cNvCxnSpPr/>
            <p:nvPr/>
          </p:nvCxnSpPr>
          <p:spPr>
            <a:xfrm rot="10800000">
              <a:off x="376006" y="684875"/>
              <a:ext cx="14716200" cy="0"/>
            </a:xfrm>
            <a:prstGeom prst="straightConnector1">
              <a:avLst/>
            </a:prstGeom>
            <a:noFill/>
            <a:ln cap="flat" cmpd="sng" w="762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2" name="Google Shape;102;p9"/>
            <p:cNvCxnSpPr>
              <a:stCxn id="100" idx="2"/>
            </p:cNvCxnSpPr>
            <p:nvPr/>
          </p:nvCxnSpPr>
          <p:spPr>
            <a:xfrm>
              <a:off x="16882014" y="2502875"/>
              <a:ext cx="0" cy="6406500"/>
            </a:xfrm>
            <a:prstGeom prst="straightConnector1">
              <a:avLst/>
            </a:prstGeom>
            <a:noFill/>
            <a:ln cap="flat" cmpd="sng" w="762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03" name="Google Shape;103;p9"/>
          <p:cNvSpPr txBox="1"/>
          <p:nvPr>
            <p:ph idx="1" type="body"/>
          </p:nvPr>
        </p:nvSpPr>
        <p:spPr>
          <a:xfrm>
            <a:off x="3657650" y="5906375"/>
            <a:ext cx="5042700" cy="35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3pPr>
            <a:lvl4pPr indent="-381000" lvl="3" marL="1828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4pPr>
            <a:lvl5pPr indent="-381000" lvl="4" marL="22860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5pPr>
            <a:lvl6pPr indent="-381000" lvl="5" marL="2743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6pPr>
            <a:lvl7pPr indent="-381000" lvl="6" marL="3200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7pPr>
            <a:lvl8pPr indent="-381000" lvl="7" marL="3657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8pPr>
            <a:lvl9pPr indent="-381000" lvl="8" marL="4114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104" name="Google Shape;104;p9"/>
          <p:cNvSpPr txBox="1"/>
          <p:nvPr>
            <p:ph idx="2" type="body"/>
          </p:nvPr>
        </p:nvSpPr>
        <p:spPr>
          <a:xfrm>
            <a:off x="9587425" y="3759025"/>
            <a:ext cx="7786500" cy="56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3pPr>
            <a:lvl4pPr indent="-381000" lvl="3" marL="1828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4pPr>
            <a:lvl5pPr indent="-381000" lvl="4" marL="22860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5pPr>
            <a:lvl6pPr indent="-381000" lvl="5" marL="2743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6pPr>
            <a:lvl7pPr indent="-381000" lvl="6" marL="3200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7pPr>
            <a:lvl8pPr indent="-381000" lvl="7" marL="3657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8pPr>
            <a:lvl9pPr indent="-381000" lvl="8" marL="4114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105" name="Google Shape;105;p9"/>
          <p:cNvSpPr txBox="1"/>
          <p:nvPr>
            <p:ph type="title"/>
          </p:nvPr>
        </p:nvSpPr>
        <p:spPr>
          <a:xfrm>
            <a:off x="3657650" y="3759025"/>
            <a:ext cx="5042700" cy="138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000"/>
              <a:buFont typeface="Montserrat SemiBold"/>
              <a:buNone/>
              <a:defRPr sz="5000">
                <a:solidFill>
                  <a:schemeClr val="accent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304">
          <p15:clr>
            <a:srgbClr val="FA7B17"/>
          </p15:clr>
        </p15:guide>
        <p15:guide id="2" orient="horz" pos="2368">
          <p15:clr>
            <a:srgbClr val="FA7B17"/>
          </p15:clr>
        </p15:guide>
        <p15:guide id="3" orient="horz" pos="3721">
          <p15:clr>
            <a:srgbClr val="FA7B17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fico 1">
  <p:cSld name="CUSTOM_7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0"/>
          <p:cNvSpPr/>
          <p:nvPr/>
        </p:nvSpPr>
        <p:spPr>
          <a:xfrm flipH="1">
            <a:off x="50" y="-3250"/>
            <a:ext cx="7008900" cy="10287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0"/>
          <p:cNvSpPr txBox="1"/>
          <p:nvPr>
            <p:ph type="title"/>
          </p:nvPr>
        </p:nvSpPr>
        <p:spPr>
          <a:xfrm>
            <a:off x="923075" y="3340600"/>
            <a:ext cx="5477700" cy="376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Font typeface="Montserrat"/>
              <a:buNone/>
              <a:defRPr sz="40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098">
          <p15:clr>
            <a:srgbClr val="FA7B17"/>
          </p15:clr>
        </p15:guide>
        <p15:guide id="2" orient="horz" pos="4479">
          <p15:clr>
            <a:srgbClr val="FA7B17"/>
          </p15:clr>
        </p15:guide>
        <p15:guide id="3" pos="4032">
          <p15:clr>
            <a:srgbClr val="FA7B17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fico 2">
  <p:cSld name="CUSTOM_8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/>
          <p:nvPr/>
        </p:nvSpPr>
        <p:spPr>
          <a:xfrm>
            <a:off x="-86275" y="4114800"/>
            <a:ext cx="18374400" cy="6168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1" name="Google Shape;111;p11"/>
          <p:cNvGrpSpPr/>
          <p:nvPr/>
        </p:nvGrpSpPr>
        <p:grpSpPr>
          <a:xfrm>
            <a:off x="17493237" y="9740090"/>
            <a:ext cx="429608" cy="178308"/>
            <a:chOff x="1207700" y="4333950"/>
            <a:chExt cx="334325" cy="138750"/>
          </a:xfrm>
        </p:grpSpPr>
        <p:sp>
          <p:nvSpPr>
            <p:cNvPr id="112" name="Google Shape;112;p11"/>
            <p:cNvSpPr/>
            <p:nvPr/>
          </p:nvSpPr>
          <p:spPr>
            <a:xfrm>
              <a:off x="1207700" y="4333950"/>
              <a:ext cx="139850" cy="138750"/>
            </a:xfrm>
            <a:custGeom>
              <a:rect b="b" l="l" r="r" t="t"/>
              <a:pathLst>
                <a:path extrusionOk="0" h="5550" w="5594">
                  <a:moveTo>
                    <a:pt x="3390" y="438"/>
                  </a:moveTo>
                  <a:cubicBezTo>
                    <a:pt x="4363" y="438"/>
                    <a:pt x="5148" y="1232"/>
                    <a:pt x="5148" y="2196"/>
                  </a:cubicBezTo>
                  <a:lnTo>
                    <a:pt x="5148" y="3346"/>
                  </a:lnTo>
                  <a:cubicBezTo>
                    <a:pt x="5148" y="4319"/>
                    <a:pt x="4363" y="5104"/>
                    <a:pt x="3390" y="5104"/>
                  </a:cubicBezTo>
                  <a:lnTo>
                    <a:pt x="437" y="5104"/>
                  </a:lnTo>
                  <a:lnTo>
                    <a:pt x="437" y="438"/>
                  </a:lnTo>
                  <a:close/>
                  <a:moveTo>
                    <a:pt x="0" y="1"/>
                  </a:moveTo>
                  <a:lnTo>
                    <a:pt x="0" y="5550"/>
                  </a:lnTo>
                  <a:lnTo>
                    <a:pt x="3390" y="5550"/>
                  </a:lnTo>
                  <a:cubicBezTo>
                    <a:pt x="4604" y="5550"/>
                    <a:pt x="5594" y="4560"/>
                    <a:pt x="5594" y="3346"/>
                  </a:cubicBezTo>
                  <a:lnTo>
                    <a:pt x="5594" y="2196"/>
                  </a:lnTo>
                  <a:cubicBezTo>
                    <a:pt x="5594" y="982"/>
                    <a:pt x="4604" y="1"/>
                    <a:pt x="339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1403300" y="4333950"/>
              <a:ext cx="138725" cy="138750"/>
            </a:xfrm>
            <a:custGeom>
              <a:rect b="b" l="l" r="r" t="t"/>
              <a:pathLst>
                <a:path extrusionOk="0" h="5550" w="5549">
                  <a:moveTo>
                    <a:pt x="0" y="1"/>
                  </a:moveTo>
                  <a:lnTo>
                    <a:pt x="0" y="5550"/>
                  </a:lnTo>
                  <a:lnTo>
                    <a:pt x="5549" y="5550"/>
                  </a:lnTo>
                  <a:lnTo>
                    <a:pt x="554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4" name="Google Shape;114;p11"/>
          <p:cNvSpPr txBox="1"/>
          <p:nvPr/>
        </p:nvSpPr>
        <p:spPr>
          <a:xfrm>
            <a:off x="913900" y="929250"/>
            <a:ext cx="2436600" cy="19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500">
                <a:latin typeface="Archivo"/>
                <a:ea typeface="Archivo"/>
                <a:cs typeface="Archivo"/>
                <a:sym typeface="Archivo"/>
              </a:rPr>
              <a:t>Certified Tech Developer</a:t>
            </a:r>
            <a:endParaRPr sz="1500"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15" name="Google Shape;115;p11"/>
          <p:cNvSpPr txBox="1"/>
          <p:nvPr>
            <p:ph type="title"/>
          </p:nvPr>
        </p:nvSpPr>
        <p:spPr>
          <a:xfrm>
            <a:off x="923075" y="1988700"/>
            <a:ext cx="77865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000"/>
              <a:buFont typeface="Montserrat SemiBold"/>
              <a:buNone/>
              <a:defRPr sz="5000">
                <a:solidFill>
                  <a:schemeClr val="accent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11"/>
          <p:cNvSpPr txBox="1"/>
          <p:nvPr>
            <p:ph idx="1" type="body"/>
          </p:nvPr>
        </p:nvSpPr>
        <p:spPr>
          <a:xfrm>
            <a:off x="9587425" y="1988700"/>
            <a:ext cx="77865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3pPr>
            <a:lvl4pPr indent="-381000" lvl="3" marL="1828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4pPr>
            <a:lvl5pPr indent="-381000" lvl="4" marL="22860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5pPr>
            <a:lvl6pPr indent="-381000" lvl="5" marL="2743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6pPr>
            <a:lvl7pPr indent="-381000" lvl="6" marL="3200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7pPr>
            <a:lvl8pPr indent="-381000" lvl="7" marL="3657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8pPr>
            <a:lvl9pPr indent="-381000" lvl="8" marL="4114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701">
          <p15:clr>
            <a:srgbClr val="FA7B17"/>
          </p15:clr>
        </p15:guide>
        <p15:guide id="2" orient="horz" pos="1296">
          <p15:clr>
            <a:srgbClr val="FA7B17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quipo">
  <p:cSld name="CUSTOM_12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2"/>
          <p:cNvSpPr/>
          <p:nvPr/>
        </p:nvSpPr>
        <p:spPr>
          <a:xfrm flipH="1">
            <a:off x="50" y="-3250"/>
            <a:ext cx="7008900" cy="102870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2"/>
          <p:cNvSpPr txBox="1"/>
          <p:nvPr>
            <p:ph idx="1" type="body"/>
          </p:nvPr>
        </p:nvSpPr>
        <p:spPr>
          <a:xfrm>
            <a:off x="1272850" y="6340975"/>
            <a:ext cx="7008900" cy="7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419100" lvl="0" marL="4572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Montserrat"/>
              <a:buChar char="■"/>
              <a:defRPr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419100" lvl="1" marL="9144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Montserrat"/>
              <a:buChar char="○"/>
              <a:defRPr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419100" lvl="2" marL="13716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Montserrat"/>
              <a:buChar char="■"/>
              <a:defRPr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419100" lvl="3" marL="18288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Montserrat"/>
              <a:buChar char="●"/>
              <a:defRPr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419100" lvl="4" marL="22860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Montserrat"/>
              <a:buChar char="○"/>
              <a:defRPr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419100" lvl="5" marL="27432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Montserrat"/>
              <a:buChar char="■"/>
              <a:defRPr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419100" lvl="6" marL="32004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Montserrat"/>
              <a:buChar char="●"/>
              <a:defRPr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419100" lvl="7" marL="36576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Montserrat"/>
              <a:buChar char="○"/>
              <a:defRPr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419100" lvl="8" marL="41148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Montserrat"/>
              <a:buChar char="■"/>
              <a:defRPr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20" name="Google Shape;120;p12"/>
          <p:cNvSpPr txBox="1"/>
          <p:nvPr>
            <p:ph idx="2" type="body"/>
          </p:nvPr>
        </p:nvSpPr>
        <p:spPr>
          <a:xfrm>
            <a:off x="2470675" y="6919025"/>
            <a:ext cx="3739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 Medium"/>
              <a:buChar char="■"/>
              <a:defRPr sz="24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 Medium"/>
              <a:buChar char="○"/>
              <a:defRPr sz="24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 Medium"/>
              <a:buChar char="■"/>
              <a:defRPr sz="24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indent="-381000" lvl="3" marL="18288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 Medium"/>
              <a:buChar char="●"/>
              <a:defRPr sz="24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indent="-381000" lvl="4" marL="22860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 Medium"/>
              <a:buChar char="○"/>
              <a:defRPr sz="24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indent="-381000" lvl="5" marL="27432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 Medium"/>
              <a:buChar char="■"/>
              <a:defRPr sz="24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indent="-381000" lvl="6" marL="32004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 Medium"/>
              <a:buChar char="●"/>
              <a:defRPr sz="24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indent="-381000" lvl="7" marL="36576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 Medium"/>
              <a:buChar char="○"/>
              <a:defRPr sz="24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indent="-381000" lvl="8" marL="41148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 Medium"/>
              <a:buChar char="■"/>
              <a:defRPr sz="24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121" name="Google Shape;121;p12"/>
          <p:cNvSpPr/>
          <p:nvPr/>
        </p:nvSpPr>
        <p:spPr>
          <a:xfrm>
            <a:off x="913750" y="4890763"/>
            <a:ext cx="5477700" cy="7830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</p:txBody>
      </p:sp>
      <p:sp>
        <p:nvSpPr>
          <p:cNvPr id="122" name="Google Shape;122;p12"/>
          <p:cNvSpPr txBox="1"/>
          <p:nvPr>
            <p:ph type="title"/>
          </p:nvPr>
        </p:nvSpPr>
        <p:spPr>
          <a:xfrm>
            <a:off x="1272850" y="4823750"/>
            <a:ext cx="4829400" cy="8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000"/>
              <a:buFont typeface="Montserrat"/>
              <a:buNone/>
              <a:defRPr sz="50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23" name="Google Shape;123;p12"/>
          <p:cNvSpPr txBox="1"/>
          <p:nvPr/>
        </p:nvSpPr>
        <p:spPr>
          <a:xfrm>
            <a:off x="1149525" y="6898675"/>
            <a:ext cx="1758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4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Apodo:</a:t>
            </a:r>
            <a:endParaRPr sz="24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24" name="Google Shape;124;p12"/>
          <p:cNvGrpSpPr/>
          <p:nvPr/>
        </p:nvGrpSpPr>
        <p:grpSpPr>
          <a:xfrm flipH="1">
            <a:off x="-770" y="9415722"/>
            <a:ext cx="5477995" cy="871316"/>
            <a:chOff x="10502644" y="12808"/>
            <a:chExt cx="5058634" cy="804614"/>
          </a:xfrm>
        </p:grpSpPr>
        <p:sp>
          <p:nvSpPr>
            <p:cNvPr id="125" name="Google Shape;125;p12"/>
            <p:cNvSpPr/>
            <p:nvPr/>
          </p:nvSpPr>
          <p:spPr>
            <a:xfrm rot="-5400000">
              <a:off x="11152444" y="-636992"/>
              <a:ext cx="804600" cy="2104200"/>
            </a:xfrm>
            <a:prstGeom prst="round2SameRect">
              <a:avLst>
                <a:gd fmla="val 50000" name="adj1"/>
                <a:gd fmla="val 0" name="adj2"/>
              </a:avLst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12"/>
            <p:cNvSpPr/>
            <p:nvPr/>
          </p:nvSpPr>
          <p:spPr>
            <a:xfrm>
              <a:off x="13411478" y="12822"/>
              <a:ext cx="2149800" cy="804600"/>
            </a:xfrm>
            <a:prstGeom prst="roundRect">
              <a:avLst>
                <a:gd fmla="val 50000" name="adj"/>
              </a:avLst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12"/>
            <p:cNvSpPr/>
            <p:nvPr/>
          </p:nvSpPr>
          <p:spPr>
            <a:xfrm>
              <a:off x="14835222" y="145997"/>
              <a:ext cx="538200" cy="5382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12"/>
            <p:cNvSpPr/>
            <p:nvPr/>
          </p:nvSpPr>
          <p:spPr>
            <a:xfrm>
              <a:off x="12606885" y="12818"/>
              <a:ext cx="804600" cy="804600"/>
            </a:xfrm>
            <a:prstGeom prst="ellipse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9" name="Google Shape;129;p12"/>
          <p:cNvGrpSpPr/>
          <p:nvPr/>
        </p:nvGrpSpPr>
        <p:grpSpPr>
          <a:xfrm rot="5400000">
            <a:off x="13397464" y="3548287"/>
            <a:ext cx="8438814" cy="1342257"/>
            <a:chOff x="10502644" y="12808"/>
            <a:chExt cx="5058634" cy="804614"/>
          </a:xfrm>
        </p:grpSpPr>
        <p:sp>
          <p:nvSpPr>
            <p:cNvPr id="130" name="Google Shape;130;p12"/>
            <p:cNvSpPr/>
            <p:nvPr/>
          </p:nvSpPr>
          <p:spPr>
            <a:xfrm rot="-5400000">
              <a:off x="11152444" y="-636992"/>
              <a:ext cx="804600" cy="2104200"/>
            </a:xfrm>
            <a:prstGeom prst="round2SameRect">
              <a:avLst>
                <a:gd fmla="val 50000" name="adj1"/>
                <a:gd fmla="val 0" name="adj2"/>
              </a:avLst>
            </a:prstGeom>
            <a:noFill/>
            <a:ln cap="flat" cmpd="sng" w="3810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12"/>
            <p:cNvSpPr/>
            <p:nvPr/>
          </p:nvSpPr>
          <p:spPr>
            <a:xfrm>
              <a:off x="13411478" y="12822"/>
              <a:ext cx="2149800" cy="804600"/>
            </a:xfrm>
            <a:prstGeom prst="roundRect">
              <a:avLst>
                <a:gd fmla="val 50000" name="adj"/>
              </a:avLst>
            </a:prstGeom>
            <a:noFill/>
            <a:ln cap="flat" cmpd="sng" w="38100">
              <a:solidFill>
                <a:srgbClr val="53419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12"/>
            <p:cNvSpPr/>
            <p:nvPr/>
          </p:nvSpPr>
          <p:spPr>
            <a:xfrm>
              <a:off x="14835222" y="145997"/>
              <a:ext cx="538200" cy="53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12"/>
            <p:cNvSpPr/>
            <p:nvPr/>
          </p:nvSpPr>
          <p:spPr>
            <a:xfrm>
              <a:off x="12606885" y="12818"/>
              <a:ext cx="804600" cy="804600"/>
            </a:xfrm>
            <a:prstGeom prst="ellipse">
              <a:avLst/>
            </a:prstGeom>
            <a:noFill/>
            <a:ln cap="flat" cmpd="sng" w="38100">
              <a:solidFill>
                <a:srgbClr val="3F3F3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4" name="Google Shape;134;p12"/>
          <p:cNvSpPr txBox="1"/>
          <p:nvPr>
            <p:ph idx="3" type="body"/>
          </p:nvPr>
        </p:nvSpPr>
        <p:spPr>
          <a:xfrm>
            <a:off x="8138825" y="3052925"/>
            <a:ext cx="7368000" cy="45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3pPr>
            <a:lvl4pPr indent="-381000" lvl="3" marL="1828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4pPr>
            <a:lvl5pPr indent="-381000" lvl="4" marL="22860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5pPr>
            <a:lvl6pPr indent="-381000" lvl="5" marL="2743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6pPr>
            <a:lvl7pPr indent="-381000" lvl="6" marL="3200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7pPr>
            <a:lvl8pPr indent="-381000" lvl="7" marL="3657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8pPr>
            <a:lvl9pPr indent="-381000" lvl="8" marL="4114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127">
          <p15:clr>
            <a:srgbClr val="FA7B17"/>
          </p15:clr>
        </p15:guide>
        <p15:guide id="2" orient="horz" pos="4346">
          <p15:clr>
            <a:srgbClr val="FA7B17"/>
          </p15:clr>
        </p15:guide>
        <p15:guide id="3" orient="horz" pos="4695">
          <p15:clr>
            <a:srgbClr val="FA7B17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ntajas + desventajas">
  <p:cSld name="CUSTOM_11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3"/>
          <p:cNvSpPr/>
          <p:nvPr/>
        </p:nvSpPr>
        <p:spPr>
          <a:xfrm flipH="1">
            <a:off x="9144000" y="0"/>
            <a:ext cx="9144000" cy="10287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3"/>
          <p:cNvSpPr/>
          <p:nvPr/>
        </p:nvSpPr>
        <p:spPr>
          <a:xfrm>
            <a:off x="3582250" y="1676187"/>
            <a:ext cx="2496300" cy="7269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</p:txBody>
      </p:sp>
      <p:sp>
        <p:nvSpPr>
          <p:cNvPr id="138" name="Google Shape;138;p13"/>
          <p:cNvSpPr txBox="1"/>
          <p:nvPr/>
        </p:nvSpPr>
        <p:spPr>
          <a:xfrm>
            <a:off x="913750" y="1808776"/>
            <a:ext cx="7786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0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Ventajas</a:t>
            </a:r>
            <a:endParaRPr sz="30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39" name="Google Shape;139;p13"/>
          <p:cNvSpPr/>
          <p:nvPr/>
        </p:nvSpPr>
        <p:spPr>
          <a:xfrm>
            <a:off x="11722762" y="1676175"/>
            <a:ext cx="3529800" cy="726900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</p:txBody>
      </p:sp>
      <p:sp>
        <p:nvSpPr>
          <p:cNvPr id="140" name="Google Shape;140;p13"/>
          <p:cNvSpPr txBox="1"/>
          <p:nvPr/>
        </p:nvSpPr>
        <p:spPr>
          <a:xfrm>
            <a:off x="9587425" y="1808776"/>
            <a:ext cx="7786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0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Desventajas</a:t>
            </a:r>
            <a:endParaRPr sz="30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141" name="Google Shape;141;p13"/>
          <p:cNvGrpSpPr/>
          <p:nvPr/>
        </p:nvGrpSpPr>
        <p:grpSpPr>
          <a:xfrm>
            <a:off x="4364229" y="8704414"/>
            <a:ext cx="932353" cy="932353"/>
            <a:chOff x="3964000" y="1705108"/>
            <a:chExt cx="1047000" cy="1047000"/>
          </a:xfrm>
        </p:grpSpPr>
        <p:sp>
          <p:nvSpPr>
            <p:cNvPr id="142" name="Google Shape;142;p13"/>
            <p:cNvSpPr/>
            <p:nvPr/>
          </p:nvSpPr>
          <p:spPr>
            <a:xfrm>
              <a:off x="3964000" y="1705108"/>
              <a:ext cx="1047000" cy="1047000"/>
            </a:xfrm>
            <a:prstGeom prst="ellipse">
              <a:avLst/>
            </a:prstGeom>
            <a:noFill/>
            <a:ln cap="flat" cmpd="sng" w="381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43" name="Google Shape;143;p13"/>
            <p:cNvGrpSpPr/>
            <p:nvPr/>
          </p:nvGrpSpPr>
          <p:grpSpPr>
            <a:xfrm>
              <a:off x="4161035" y="2025037"/>
              <a:ext cx="652231" cy="407986"/>
              <a:chOff x="-3323750" y="5971792"/>
              <a:chExt cx="1161586" cy="726600"/>
            </a:xfrm>
          </p:grpSpPr>
          <p:cxnSp>
            <p:nvCxnSpPr>
              <p:cNvPr id="144" name="Google Shape;144;p13"/>
              <p:cNvCxnSpPr/>
              <p:nvPr/>
            </p:nvCxnSpPr>
            <p:spPr>
              <a:xfrm>
                <a:off x="-3323750" y="6246592"/>
                <a:ext cx="451800" cy="4518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accent3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5" name="Google Shape;145;p13"/>
              <p:cNvCxnSpPr/>
              <p:nvPr/>
            </p:nvCxnSpPr>
            <p:spPr>
              <a:xfrm flipH="1">
                <a:off x="-2897164" y="5971792"/>
                <a:ext cx="735000" cy="7266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accent3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146" name="Google Shape;146;p13"/>
          <p:cNvGrpSpPr/>
          <p:nvPr/>
        </p:nvGrpSpPr>
        <p:grpSpPr>
          <a:xfrm>
            <a:off x="13021472" y="8704413"/>
            <a:ext cx="932354" cy="932353"/>
            <a:chOff x="13185763" y="1833383"/>
            <a:chExt cx="1047000" cy="1047000"/>
          </a:xfrm>
        </p:grpSpPr>
        <p:grpSp>
          <p:nvGrpSpPr>
            <p:cNvPr id="147" name="Google Shape;147;p13"/>
            <p:cNvGrpSpPr/>
            <p:nvPr/>
          </p:nvGrpSpPr>
          <p:grpSpPr>
            <a:xfrm>
              <a:off x="13502462" y="2153171"/>
              <a:ext cx="412703" cy="407986"/>
              <a:chOff x="-4314451" y="4293067"/>
              <a:chExt cx="735000" cy="726600"/>
            </a:xfrm>
          </p:grpSpPr>
          <p:cxnSp>
            <p:nvCxnSpPr>
              <p:cNvPr id="148" name="Google Shape;148;p13"/>
              <p:cNvCxnSpPr/>
              <p:nvPr/>
            </p:nvCxnSpPr>
            <p:spPr>
              <a:xfrm>
                <a:off x="-4314451" y="4293067"/>
                <a:ext cx="735000" cy="7266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9" name="Google Shape;149;p13"/>
              <p:cNvCxnSpPr/>
              <p:nvPr/>
            </p:nvCxnSpPr>
            <p:spPr>
              <a:xfrm flipH="1">
                <a:off x="-4314451" y="4293067"/>
                <a:ext cx="735000" cy="7266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150" name="Google Shape;150;p13"/>
            <p:cNvSpPr/>
            <p:nvPr/>
          </p:nvSpPr>
          <p:spPr>
            <a:xfrm>
              <a:off x="13185763" y="1833383"/>
              <a:ext cx="1047000" cy="1047000"/>
            </a:xfrm>
            <a:prstGeom prst="ellipse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1" name="Google Shape;151;p13"/>
          <p:cNvGrpSpPr/>
          <p:nvPr/>
        </p:nvGrpSpPr>
        <p:grpSpPr>
          <a:xfrm>
            <a:off x="17493237" y="9740090"/>
            <a:ext cx="429608" cy="178308"/>
            <a:chOff x="1207700" y="4333950"/>
            <a:chExt cx="334325" cy="138750"/>
          </a:xfrm>
        </p:grpSpPr>
        <p:sp>
          <p:nvSpPr>
            <p:cNvPr id="152" name="Google Shape;152;p13"/>
            <p:cNvSpPr/>
            <p:nvPr/>
          </p:nvSpPr>
          <p:spPr>
            <a:xfrm>
              <a:off x="1207700" y="4333950"/>
              <a:ext cx="139850" cy="138750"/>
            </a:xfrm>
            <a:custGeom>
              <a:rect b="b" l="l" r="r" t="t"/>
              <a:pathLst>
                <a:path extrusionOk="0" h="5550" w="5594">
                  <a:moveTo>
                    <a:pt x="3390" y="438"/>
                  </a:moveTo>
                  <a:cubicBezTo>
                    <a:pt x="4363" y="438"/>
                    <a:pt x="5148" y="1232"/>
                    <a:pt x="5148" y="2196"/>
                  </a:cubicBezTo>
                  <a:lnTo>
                    <a:pt x="5148" y="3346"/>
                  </a:lnTo>
                  <a:cubicBezTo>
                    <a:pt x="5148" y="4319"/>
                    <a:pt x="4363" y="5104"/>
                    <a:pt x="3390" y="5104"/>
                  </a:cubicBezTo>
                  <a:lnTo>
                    <a:pt x="437" y="5104"/>
                  </a:lnTo>
                  <a:lnTo>
                    <a:pt x="437" y="438"/>
                  </a:lnTo>
                  <a:close/>
                  <a:moveTo>
                    <a:pt x="0" y="1"/>
                  </a:moveTo>
                  <a:lnTo>
                    <a:pt x="0" y="5550"/>
                  </a:lnTo>
                  <a:lnTo>
                    <a:pt x="3390" y="5550"/>
                  </a:lnTo>
                  <a:cubicBezTo>
                    <a:pt x="4604" y="5550"/>
                    <a:pt x="5594" y="4560"/>
                    <a:pt x="5594" y="3346"/>
                  </a:cubicBezTo>
                  <a:lnTo>
                    <a:pt x="5594" y="2196"/>
                  </a:lnTo>
                  <a:cubicBezTo>
                    <a:pt x="5594" y="982"/>
                    <a:pt x="4604" y="1"/>
                    <a:pt x="339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13"/>
            <p:cNvSpPr/>
            <p:nvPr/>
          </p:nvSpPr>
          <p:spPr>
            <a:xfrm>
              <a:off x="1403300" y="4333950"/>
              <a:ext cx="138725" cy="138750"/>
            </a:xfrm>
            <a:custGeom>
              <a:rect b="b" l="l" r="r" t="t"/>
              <a:pathLst>
                <a:path extrusionOk="0" h="5550" w="5549">
                  <a:moveTo>
                    <a:pt x="0" y="1"/>
                  </a:moveTo>
                  <a:lnTo>
                    <a:pt x="0" y="5550"/>
                  </a:lnTo>
                  <a:lnTo>
                    <a:pt x="5549" y="5550"/>
                  </a:lnTo>
                  <a:lnTo>
                    <a:pt x="554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4" name="Google Shape;154;p13"/>
          <p:cNvSpPr txBox="1"/>
          <p:nvPr>
            <p:ph type="title"/>
          </p:nvPr>
        </p:nvSpPr>
        <p:spPr>
          <a:xfrm>
            <a:off x="913750" y="2622900"/>
            <a:ext cx="7786500" cy="9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Montserrat SemiBold"/>
              <a:buNone/>
              <a:defRPr sz="50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5" name="Google Shape;155;p13"/>
          <p:cNvSpPr txBox="1"/>
          <p:nvPr>
            <p:ph idx="2" type="title"/>
          </p:nvPr>
        </p:nvSpPr>
        <p:spPr>
          <a:xfrm>
            <a:off x="9587425" y="2622900"/>
            <a:ext cx="7786500" cy="9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Montserrat SemiBold"/>
              <a:buNone/>
              <a:defRPr sz="50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6" name="Google Shape;156;p13"/>
          <p:cNvSpPr txBox="1"/>
          <p:nvPr>
            <p:ph idx="1" type="body"/>
          </p:nvPr>
        </p:nvSpPr>
        <p:spPr>
          <a:xfrm>
            <a:off x="1555600" y="4305300"/>
            <a:ext cx="6502800" cy="31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3pPr>
            <a:lvl4pPr indent="-381000" lvl="3" marL="1828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4pPr>
            <a:lvl5pPr indent="-381000" lvl="4" marL="22860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5pPr>
            <a:lvl6pPr indent="-381000" lvl="5" marL="2743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6pPr>
            <a:lvl7pPr indent="-381000" lvl="6" marL="3200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7pPr>
            <a:lvl8pPr indent="-381000" lvl="7" marL="3657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8pPr>
            <a:lvl9pPr indent="-381000" lvl="8" marL="4114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157" name="Google Shape;157;p13"/>
          <p:cNvSpPr txBox="1"/>
          <p:nvPr>
            <p:ph idx="3" type="body"/>
          </p:nvPr>
        </p:nvSpPr>
        <p:spPr>
          <a:xfrm>
            <a:off x="10236250" y="4305300"/>
            <a:ext cx="6502800" cy="31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3pPr>
            <a:lvl4pPr indent="-381000" lvl="3" marL="1828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4pPr>
            <a:lvl5pPr indent="-381000" lvl="4" marL="22860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5pPr>
            <a:lvl6pPr indent="-381000" lvl="5" marL="2743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6pPr>
            <a:lvl7pPr indent="-381000" lvl="6" marL="3200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7pPr>
            <a:lvl8pPr indent="-381000" lvl="7" marL="3657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8pPr>
            <a:lvl9pPr indent="-381000" lvl="8" marL="4114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098">
          <p15:clr>
            <a:srgbClr val="FA7B17"/>
          </p15:clr>
        </p15:guide>
        <p15:guide id="2" orient="horz" pos="2891">
          <p15:clr>
            <a:srgbClr val="FA7B17"/>
          </p15:clr>
        </p15:guide>
        <p15:guide id="3" pos="980">
          <p15:clr>
            <a:srgbClr val="FA7B17"/>
          </p15:clr>
        </p15:guide>
        <p15:guide id="4" pos="5076">
          <p15:clr>
            <a:srgbClr val="FA7B17"/>
          </p15:clr>
        </p15:guide>
        <p15:guide id="5" pos="6444">
          <p15:clr>
            <a:srgbClr val="FA7B17"/>
          </p15:clr>
        </p15:guide>
        <p15:guide id="6" pos="10540">
          <p15:clr>
            <a:srgbClr val="FA7B17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TITLE_6_1"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4 - 4 Blocks 2">
  <p:cSld name="TITLE_3_2">
    <p:bg>
      <p:bgPr>
        <a:solidFill>
          <a:srgbClr val="FDCF49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5"/>
          <p:cNvSpPr txBox="1"/>
          <p:nvPr/>
        </p:nvSpPr>
        <p:spPr>
          <a:xfrm>
            <a:off x="2170050" y="1964250"/>
            <a:ext cx="13947900" cy="7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400"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161" name="Google Shape;161;p15"/>
          <p:cNvGrpSpPr/>
          <p:nvPr/>
        </p:nvGrpSpPr>
        <p:grpSpPr>
          <a:xfrm>
            <a:off x="14107463" y="9450000"/>
            <a:ext cx="3957972" cy="536147"/>
            <a:chOff x="913788" y="717625"/>
            <a:chExt cx="3957972" cy="536147"/>
          </a:xfrm>
        </p:grpSpPr>
        <p:grpSp>
          <p:nvGrpSpPr>
            <p:cNvPr id="162" name="Google Shape;162;p15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163" name="Google Shape;163;p15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" name="Google Shape;164;p15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15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15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5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15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" name="Google Shape;169;p15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" name="Google Shape;170;p15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15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5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5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4" name="Google Shape;174;p15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75" name="Google Shape;175;p15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lang="es-419" sz="20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2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176" name="Google Shape;176;p15"/>
          <p:cNvSpPr txBox="1"/>
          <p:nvPr/>
        </p:nvSpPr>
        <p:spPr>
          <a:xfrm>
            <a:off x="2423500" y="1185975"/>
            <a:ext cx="14664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77" name="Google Shape;177;p15"/>
          <p:cNvSpPr/>
          <p:nvPr/>
        </p:nvSpPr>
        <p:spPr>
          <a:xfrm flipH="1" rot="10800000">
            <a:off x="0" y="349075"/>
            <a:ext cx="18279300" cy="11205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5"/>
          <p:cNvSpPr/>
          <p:nvPr/>
        </p:nvSpPr>
        <p:spPr>
          <a:xfrm>
            <a:off x="385800" y="645313"/>
            <a:ext cx="528000" cy="528000"/>
          </a:xfrm>
          <a:prstGeom prst="ellipse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79" name="Google Shape;179;p15"/>
          <p:cNvGrpSpPr/>
          <p:nvPr/>
        </p:nvGrpSpPr>
        <p:grpSpPr>
          <a:xfrm>
            <a:off x="506749" y="742640"/>
            <a:ext cx="286007" cy="315576"/>
            <a:chOff x="1438525" y="7114399"/>
            <a:chExt cx="1138564" cy="1256274"/>
          </a:xfrm>
        </p:grpSpPr>
        <p:sp>
          <p:nvSpPr>
            <p:cNvPr id="180" name="Google Shape;180;p15"/>
            <p:cNvSpPr/>
            <p:nvPr/>
          </p:nvSpPr>
          <p:spPr>
            <a:xfrm>
              <a:off x="1438525" y="7801266"/>
              <a:ext cx="1138564" cy="569407"/>
            </a:xfrm>
            <a:custGeom>
              <a:rect b="b" l="l" r="r" t="t"/>
              <a:pathLst>
                <a:path extrusionOk="0" h="3534" w="7067">
                  <a:moveTo>
                    <a:pt x="3534" y="1"/>
                  </a:moveTo>
                  <a:cubicBezTo>
                    <a:pt x="1584" y="1"/>
                    <a:pt x="1" y="1584"/>
                    <a:pt x="1" y="3534"/>
                  </a:cubicBezTo>
                  <a:lnTo>
                    <a:pt x="7067" y="3534"/>
                  </a:lnTo>
                  <a:cubicBezTo>
                    <a:pt x="7067" y="1584"/>
                    <a:pt x="5484" y="1"/>
                    <a:pt x="35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15"/>
            <p:cNvSpPr/>
            <p:nvPr/>
          </p:nvSpPr>
          <p:spPr>
            <a:xfrm>
              <a:off x="1680348" y="7114399"/>
              <a:ext cx="654912" cy="654157"/>
            </a:xfrm>
            <a:custGeom>
              <a:rect b="b" l="l" r="r" t="t"/>
              <a:pathLst>
                <a:path extrusionOk="0" h="4060" w="4065">
                  <a:moveTo>
                    <a:pt x="2033" y="0"/>
                  </a:moveTo>
                  <a:cubicBezTo>
                    <a:pt x="913" y="0"/>
                    <a:pt x="1" y="907"/>
                    <a:pt x="1" y="2028"/>
                  </a:cubicBezTo>
                  <a:cubicBezTo>
                    <a:pt x="1" y="3152"/>
                    <a:pt x="913" y="4060"/>
                    <a:pt x="2033" y="4060"/>
                  </a:cubicBezTo>
                  <a:cubicBezTo>
                    <a:pt x="3153" y="4060"/>
                    <a:pt x="4065" y="3152"/>
                    <a:pt x="4065" y="2028"/>
                  </a:cubicBezTo>
                  <a:cubicBezTo>
                    <a:pt x="4065" y="907"/>
                    <a:pt x="3153" y="0"/>
                    <a:pt x="2033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2" name="Google Shape;182;p15"/>
          <p:cNvSpPr txBox="1"/>
          <p:nvPr/>
        </p:nvSpPr>
        <p:spPr>
          <a:xfrm>
            <a:off x="6925800" y="5286250"/>
            <a:ext cx="104481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700">
              <a:solidFill>
                <a:srgbClr val="16161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3240">
          <p15:clr>
            <a:srgbClr val="FA7B17"/>
          </p15:clr>
        </p15:guide>
        <p15:guide id="2" pos="5760">
          <p15:clr>
            <a:srgbClr val="FA7B17"/>
          </p15:clr>
        </p15:guide>
        <p15:guide id="3" pos="576">
          <p15:clr>
            <a:srgbClr val="FA7B17"/>
          </p15:clr>
        </p15:guide>
        <p15:guide id="4" pos="5184">
          <p15:clr>
            <a:srgbClr val="FA7B17"/>
          </p15:clr>
        </p15:guide>
        <p15:guide id="5" pos="6336">
          <p15:clr>
            <a:srgbClr val="FA7B17"/>
          </p15:clr>
        </p15:guide>
        <p15:guide id="6" pos="10944">
          <p15:clr>
            <a:srgbClr val="FA7B17"/>
          </p15:clr>
        </p15:guide>
        <p15:guide id="7" pos="1152">
          <p15:clr>
            <a:srgbClr val="FA7B17"/>
          </p15:clr>
        </p15:guide>
        <p15:guide id="8" pos="1728">
          <p15:clr>
            <a:srgbClr val="FA7B17"/>
          </p15:clr>
        </p15:guide>
        <p15:guide id="9" pos="2304">
          <p15:clr>
            <a:srgbClr val="FA7B17"/>
          </p15:clr>
        </p15:guide>
        <p15:guide id="10" pos="2880">
          <p15:clr>
            <a:srgbClr val="FA7B17"/>
          </p15:clr>
        </p15:guide>
        <p15:guide id="11" pos="3456">
          <p15:clr>
            <a:srgbClr val="FA7B17"/>
          </p15:clr>
        </p15:guide>
        <p15:guide id="12" pos="4032">
          <p15:clr>
            <a:srgbClr val="FA7B17"/>
          </p15:clr>
        </p15:guide>
        <p15:guide id="13" pos="4612">
          <p15:clr>
            <a:srgbClr val="FA7B17"/>
          </p15:clr>
        </p15:guide>
        <p15:guide id="14" pos="6912">
          <p15:clr>
            <a:srgbClr val="FA7B17"/>
          </p15:clr>
        </p15:guide>
        <p15:guide id="15" pos="7488">
          <p15:clr>
            <a:srgbClr val="FA7B17"/>
          </p15:clr>
        </p15:guide>
        <p15:guide id="16" pos="8064">
          <p15:clr>
            <a:srgbClr val="FA7B17"/>
          </p15:clr>
        </p15:guide>
        <p15:guide id="17" pos="8640">
          <p15:clr>
            <a:srgbClr val="FA7B17"/>
          </p15:clr>
        </p15:guide>
        <p15:guide id="18" pos="9216">
          <p15:clr>
            <a:srgbClr val="FA7B17"/>
          </p15:clr>
        </p15:guide>
        <p15:guide id="19" pos="9792">
          <p15:clr>
            <a:srgbClr val="FA7B17"/>
          </p15:clr>
        </p15:guide>
        <p15:guide id="20" pos="10368">
          <p15:clr>
            <a:srgbClr val="FA7B17"/>
          </p15:clr>
        </p15:guide>
        <p15:guide id="21" orient="horz" pos="2592">
          <p15:clr>
            <a:srgbClr val="FA7B17"/>
          </p15:clr>
        </p15:guide>
        <p15:guide id="22" orient="horz" pos="1944">
          <p15:clr>
            <a:srgbClr val="FA7B17"/>
          </p15:clr>
        </p15:guide>
        <p15:guide id="23" orient="horz" pos="1296">
          <p15:clr>
            <a:srgbClr val="FA7B17"/>
          </p15:clr>
        </p15:guide>
        <p15:guide id="24" orient="horz" pos="648">
          <p15:clr>
            <a:srgbClr val="FA7B17"/>
          </p15:clr>
        </p15:guide>
        <p15:guide id="25" orient="horz" pos="3888">
          <p15:clr>
            <a:srgbClr val="FA7B17"/>
          </p15:clr>
        </p15:guide>
        <p15:guide id="26" orient="horz" pos="4536">
          <p15:clr>
            <a:srgbClr val="FA7B17"/>
          </p15:clr>
        </p15:guide>
        <p15:guide id="27" orient="horz" pos="5184">
          <p15:clr>
            <a:srgbClr val="FA7B17"/>
          </p15:clr>
        </p15:guide>
        <p15:guide id="28" orient="horz" pos="5832">
          <p15:clr>
            <a:srgbClr val="FA7B17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5 - Moodboards ">
  <p:cSld name="TITLE_3_1_1_1_1_1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6"/>
          <p:cNvSpPr/>
          <p:nvPr/>
        </p:nvSpPr>
        <p:spPr>
          <a:xfrm>
            <a:off x="16857175" y="1029000"/>
            <a:ext cx="516714" cy="507192"/>
          </a:xfrm>
          <a:custGeom>
            <a:rect b="b" l="l" r="r" t="t"/>
            <a:pathLst>
              <a:path extrusionOk="0" h="589758" w="600830">
                <a:moveTo>
                  <a:pt x="544572" y="201585"/>
                </a:moveTo>
                <a:cubicBezTo>
                  <a:pt x="547332" y="189641"/>
                  <a:pt x="548843" y="177233"/>
                  <a:pt x="548843" y="164447"/>
                </a:cubicBezTo>
                <a:cubicBezTo>
                  <a:pt x="548843" y="73636"/>
                  <a:pt x="475207" y="0"/>
                  <a:pt x="384368" y="0"/>
                </a:cubicBezTo>
                <a:cubicBezTo>
                  <a:pt x="353419" y="0"/>
                  <a:pt x="324447" y="8573"/>
                  <a:pt x="299718" y="23451"/>
                </a:cubicBezTo>
                <a:cubicBezTo>
                  <a:pt x="275017" y="8573"/>
                  <a:pt x="246045" y="0"/>
                  <a:pt x="215097" y="0"/>
                </a:cubicBezTo>
                <a:cubicBezTo>
                  <a:pt x="124287" y="0"/>
                  <a:pt x="50650" y="73636"/>
                  <a:pt x="50650" y="164447"/>
                </a:cubicBezTo>
                <a:cubicBezTo>
                  <a:pt x="50650" y="177582"/>
                  <a:pt x="52249" y="190339"/>
                  <a:pt x="55155" y="202573"/>
                </a:cubicBezTo>
                <a:cubicBezTo>
                  <a:pt x="21330" y="232707"/>
                  <a:pt x="0" y="276558"/>
                  <a:pt x="0" y="325406"/>
                </a:cubicBezTo>
                <a:cubicBezTo>
                  <a:pt x="0" y="410957"/>
                  <a:pt x="65325" y="481222"/>
                  <a:pt x="148813" y="489097"/>
                </a:cubicBezTo>
                <a:cubicBezTo>
                  <a:pt x="173717" y="548233"/>
                  <a:pt x="232213" y="589759"/>
                  <a:pt x="300415" y="589759"/>
                </a:cubicBezTo>
                <a:cubicBezTo>
                  <a:pt x="368617" y="589759"/>
                  <a:pt x="427114" y="548233"/>
                  <a:pt x="452018" y="489097"/>
                </a:cubicBezTo>
                <a:cubicBezTo>
                  <a:pt x="535505" y="481222"/>
                  <a:pt x="600830" y="410957"/>
                  <a:pt x="600830" y="325406"/>
                </a:cubicBezTo>
                <a:cubicBezTo>
                  <a:pt x="600860" y="276005"/>
                  <a:pt x="579065" y="231719"/>
                  <a:pt x="544572" y="201585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5" name="Google Shape;185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4" y="0"/>
            <a:ext cx="18288000" cy="10286995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16"/>
          <p:cNvSpPr txBox="1"/>
          <p:nvPr/>
        </p:nvSpPr>
        <p:spPr>
          <a:xfrm>
            <a:off x="1828850" y="2126550"/>
            <a:ext cx="12245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187" name="Google Shape;187;p16"/>
          <p:cNvGrpSpPr/>
          <p:nvPr/>
        </p:nvGrpSpPr>
        <p:grpSpPr>
          <a:xfrm>
            <a:off x="13932113" y="9450575"/>
            <a:ext cx="4067897" cy="536147"/>
            <a:chOff x="13906313" y="246425"/>
            <a:chExt cx="4067897" cy="536147"/>
          </a:xfrm>
        </p:grpSpPr>
        <p:sp>
          <p:nvSpPr>
            <p:cNvPr id="188" name="Google Shape;188;p16"/>
            <p:cNvSpPr/>
            <p:nvPr/>
          </p:nvSpPr>
          <p:spPr>
            <a:xfrm>
              <a:off x="16422650" y="2464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lang="es-419" sz="2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grpSp>
          <p:nvGrpSpPr>
            <p:cNvPr id="189" name="Google Shape;189;p16"/>
            <p:cNvGrpSpPr/>
            <p:nvPr/>
          </p:nvGrpSpPr>
          <p:grpSpPr>
            <a:xfrm>
              <a:off x="13906313" y="424500"/>
              <a:ext cx="2251983" cy="179993"/>
              <a:chOff x="4935498" y="1642212"/>
              <a:chExt cx="2734980" cy="217042"/>
            </a:xfrm>
          </p:grpSpPr>
          <p:sp>
            <p:nvSpPr>
              <p:cNvPr id="190" name="Google Shape;190;p16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191" name="Google Shape;191;p16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192" name="Google Shape;192;p16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193" name="Google Shape;193;p16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194" name="Google Shape;194;p16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195" name="Google Shape;195;p16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196" name="Google Shape;196;p16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197" name="Google Shape;197;p16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198" name="Google Shape;198;p16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199" name="Google Shape;199;p16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200" name="Google Shape;200;p16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201" name="Google Shape;201;p16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</p:grpSp>
      </p:grpSp>
      <p:sp>
        <p:nvSpPr>
          <p:cNvPr id="202" name="Google Shape;202;p16"/>
          <p:cNvSpPr txBox="1"/>
          <p:nvPr/>
        </p:nvSpPr>
        <p:spPr>
          <a:xfrm>
            <a:off x="1828850" y="5939300"/>
            <a:ext cx="13715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203" name="Google Shape;203;p16"/>
          <p:cNvSpPr/>
          <p:nvPr/>
        </p:nvSpPr>
        <p:spPr>
          <a:xfrm flipH="1" rot="10800000">
            <a:off x="-15850" y="10017300"/>
            <a:ext cx="8370000" cy="270000"/>
          </a:xfrm>
          <a:prstGeom prst="rect">
            <a:avLst/>
          </a:prstGeom>
          <a:solidFill>
            <a:srgbClr val="FDCF49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3240">
          <p15:clr>
            <a:srgbClr val="FA7B17"/>
          </p15:clr>
        </p15:guide>
        <p15:guide id="2" pos="5760">
          <p15:clr>
            <a:srgbClr val="FA7B17"/>
          </p15:clr>
        </p15:guide>
        <p15:guide id="3" pos="576">
          <p15:clr>
            <a:srgbClr val="FA7B17"/>
          </p15:clr>
        </p15:guide>
        <p15:guide id="4" pos="5184">
          <p15:clr>
            <a:srgbClr val="FA7B17"/>
          </p15:clr>
        </p15:guide>
        <p15:guide id="5" pos="6336">
          <p15:clr>
            <a:srgbClr val="FA7B17"/>
          </p15:clr>
        </p15:guide>
        <p15:guide id="6" pos="10944">
          <p15:clr>
            <a:srgbClr val="FA7B17"/>
          </p15:clr>
        </p15:guide>
        <p15:guide id="7" pos="1152">
          <p15:clr>
            <a:srgbClr val="FA7B17"/>
          </p15:clr>
        </p15:guide>
        <p15:guide id="8" pos="1728">
          <p15:clr>
            <a:srgbClr val="FA7B17"/>
          </p15:clr>
        </p15:guide>
        <p15:guide id="9" pos="2304">
          <p15:clr>
            <a:srgbClr val="FA7B17"/>
          </p15:clr>
        </p15:guide>
        <p15:guide id="10" pos="2880">
          <p15:clr>
            <a:srgbClr val="FA7B17"/>
          </p15:clr>
        </p15:guide>
        <p15:guide id="11" pos="3456">
          <p15:clr>
            <a:srgbClr val="FA7B17"/>
          </p15:clr>
        </p15:guide>
        <p15:guide id="12" pos="4032">
          <p15:clr>
            <a:srgbClr val="FA7B17"/>
          </p15:clr>
        </p15:guide>
        <p15:guide id="13" pos="4612">
          <p15:clr>
            <a:srgbClr val="FA7B17"/>
          </p15:clr>
        </p15:guide>
        <p15:guide id="14" pos="6912">
          <p15:clr>
            <a:srgbClr val="FA7B17"/>
          </p15:clr>
        </p15:guide>
        <p15:guide id="15" pos="7488">
          <p15:clr>
            <a:srgbClr val="FA7B17"/>
          </p15:clr>
        </p15:guide>
        <p15:guide id="16" pos="8064">
          <p15:clr>
            <a:srgbClr val="FA7B17"/>
          </p15:clr>
        </p15:guide>
        <p15:guide id="17" pos="8640">
          <p15:clr>
            <a:srgbClr val="FA7B17"/>
          </p15:clr>
        </p15:guide>
        <p15:guide id="18" pos="9216">
          <p15:clr>
            <a:srgbClr val="FA7B17"/>
          </p15:clr>
        </p15:guide>
        <p15:guide id="19" pos="9792">
          <p15:clr>
            <a:srgbClr val="FA7B17"/>
          </p15:clr>
        </p15:guide>
        <p15:guide id="20" pos="10368">
          <p15:clr>
            <a:srgbClr val="FA7B17"/>
          </p15:clr>
        </p15:guide>
        <p15:guide id="21" orient="horz" pos="2592">
          <p15:clr>
            <a:srgbClr val="FA7B17"/>
          </p15:clr>
        </p15:guide>
        <p15:guide id="22" orient="horz" pos="1944">
          <p15:clr>
            <a:srgbClr val="FA7B17"/>
          </p15:clr>
        </p15:guide>
        <p15:guide id="23" orient="horz" pos="1296">
          <p15:clr>
            <a:srgbClr val="FA7B17"/>
          </p15:clr>
        </p15:guide>
        <p15:guide id="24" orient="horz" pos="648">
          <p15:clr>
            <a:srgbClr val="FA7B17"/>
          </p15:clr>
        </p15:guide>
        <p15:guide id="25" orient="horz" pos="3888">
          <p15:clr>
            <a:srgbClr val="FA7B17"/>
          </p15:clr>
        </p15:guide>
        <p15:guide id="26" orient="horz" pos="4536">
          <p15:clr>
            <a:srgbClr val="FA7B17"/>
          </p15:clr>
        </p15:guide>
        <p15:guide id="27" orient="horz" pos="5184">
          <p15:clr>
            <a:srgbClr val="FA7B17"/>
          </p15:clr>
        </p15:guide>
        <p15:guide id="28" orient="horz" pos="5832">
          <p15:clr>
            <a:srgbClr val="FA7B17"/>
          </p15:clr>
        </p15:guide>
        <p15:guide id="29" orient="horz" pos="3888">
          <p15:clr>
            <a:srgbClr val="FA7B17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2 - Quote">
  <p:cSld name="TITLE_2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-15854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17"/>
          <p:cNvSpPr txBox="1"/>
          <p:nvPr/>
        </p:nvSpPr>
        <p:spPr>
          <a:xfrm>
            <a:off x="8592725" y="3043638"/>
            <a:ext cx="10782600" cy="3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9400">
                <a:latin typeface="Montserrat"/>
                <a:ea typeface="Montserrat"/>
                <a:cs typeface="Montserrat"/>
                <a:sym typeface="Montserrat"/>
              </a:rPr>
              <a:t>¿Preguntas?</a:t>
            </a:r>
            <a:endParaRPr b="0" sz="94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7" name="Google Shape;207;p17"/>
          <p:cNvSpPr txBox="1"/>
          <p:nvPr/>
        </p:nvSpPr>
        <p:spPr>
          <a:xfrm>
            <a:off x="10061600" y="5146700"/>
            <a:ext cx="10522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08" name="Google Shape;208;p17"/>
          <p:cNvSpPr/>
          <p:nvPr/>
        </p:nvSpPr>
        <p:spPr>
          <a:xfrm flipH="1" rot="10800000">
            <a:off x="-15850" y="10017300"/>
            <a:ext cx="8370000" cy="270000"/>
          </a:xfrm>
          <a:prstGeom prst="rect">
            <a:avLst/>
          </a:prstGeom>
          <a:solidFill>
            <a:srgbClr val="FDCF49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09" name="Google Shape;209;p17"/>
          <p:cNvGrpSpPr/>
          <p:nvPr/>
        </p:nvGrpSpPr>
        <p:grpSpPr>
          <a:xfrm>
            <a:off x="13932113" y="9450575"/>
            <a:ext cx="4067897" cy="536147"/>
            <a:chOff x="13906313" y="246425"/>
            <a:chExt cx="4067897" cy="536147"/>
          </a:xfrm>
        </p:grpSpPr>
        <p:sp>
          <p:nvSpPr>
            <p:cNvPr id="210" name="Google Shape;210;p17"/>
            <p:cNvSpPr/>
            <p:nvPr/>
          </p:nvSpPr>
          <p:spPr>
            <a:xfrm>
              <a:off x="16422650" y="2464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lang="es-419" sz="2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grpSp>
          <p:nvGrpSpPr>
            <p:cNvPr id="211" name="Google Shape;211;p17"/>
            <p:cNvGrpSpPr/>
            <p:nvPr/>
          </p:nvGrpSpPr>
          <p:grpSpPr>
            <a:xfrm>
              <a:off x="13906313" y="424500"/>
              <a:ext cx="2251983" cy="179993"/>
              <a:chOff x="4935498" y="1642212"/>
              <a:chExt cx="2734980" cy="217042"/>
            </a:xfrm>
          </p:grpSpPr>
          <p:sp>
            <p:nvSpPr>
              <p:cNvPr id="212" name="Google Shape;212;p17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213" name="Google Shape;213;p17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214" name="Google Shape;214;p17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215" name="Google Shape;215;p17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216" name="Google Shape;216;p17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217" name="Google Shape;217;p17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218" name="Google Shape;218;p17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219" name="Google Shape;219;p17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220" name="Google Shape;220;p17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221" name="Google Shape;221;p17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222" name="Google Shape;222;p17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223" name="Google Shape;223;p17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</p:grpSp>
      </p:grpSp>
    </p:spTree>
  </p:cSld>
  <p:clrMapOvr>
    <a:masterClrMapping/>
  </p:clrMapOvr>
  <p:extLst>
    <p:ext uri="{DCECCB84-F9BA-43D5-87BE-67443E8EF086}">
      <p15:sldGuideLst>
        <p15:guide id="1" orient="horz" pos="3240">
          <p15:clr>
            <a:srgbClr val="FA7B17"/>
          </p15:clr>
        </p15:guide>
        <p15:guide id="2" pos="5760">
          <p15:clr>
            <a:srgbClr val="FA7B17"/>
          </p15:clr>
        </p15:guide>
        <p15:guide id="3" pos="576">
          <p15:clr>
            <a:srgbClr val="FA7B17"/>
          </p15:clr>
        </p15:guide>
        <p15:guide id="4" pos="5184">
          <p15:clr>
            <a:srgbClr val="FA7B17"/>
          </p15:clr>
        </p15:guide>
        <p15:guide id="5" pos="6336">
          <p15:clr>
            <a:srgbClr val="FA7B17"/>
          </p15:clr>
        </p15:guide>
        <p15:guide id="6" pos="10944">
          <p15:clr>
            <a:srgbClr val="FA7B17"/>
          </p15:clr>
        </p15:guide>
        <p15:guide id="7" pos="1152">
          <p15:clr>
            <a:srgbClr val="FA7B17"/>
          </p15:clr>
        </p15:guide>
        <p15:guide id="8" pos="1728">
          <p15:clr>
            <a:srgbClr val="FA7B17"/>
          </p15:clr>
        </p15:guide>
        <p15:guide id="9" pos="2304">
          <p15:clr>
            <a:srgbClr val="FA7B17"/>
          </p15:clr>
        </p15:guide>
        <p15:guide id="10" pos="2880">
          <p15:clr>
            <a:srgbClr val="FA7B17"/>
          </p15:clr>
        </p15:guide>
        <p15:guide id="11" pos="3456">
          <p15:clr>
            <a:srgbClr val="FA7B17"/>
          </p15:clr>
        </p15:guide>
        <p15:guide id="12" pos="4032">
          <p15:clr>
            <a:srgbClr val="FA7B17"/>
          </p15:clr>
        </p15:guide>
        <p15:guide id="13" pos="4612">
          <p15:clr>
            <a:srgbClr val="FA7B17"/>
          </p15:clr>
        </p15:guide>
        <p15:guide id="14" pos="6912">
          <p15:clr>
            <a:srgbClr val="FA7B17"/>
          </p15:clr>
        </p15:guide>
        <p15:guide id="15" pos="7488">
          <p15:clr>
            <a:srgbClr val="FA7B17"/>
          </p15:clr>
        </p15:guide>
        <p15:guide id="16" pos="8064">
          <p15:clr>
            <a:srgbClr val="FA7B17"/>
          </p15:clr>
        </p15:guide>
        <p15:guide id="17" pos="8640">
          <p15:clr>
            <a:srgbClr val="FA7B17"/>
          </p15:clr>
        </p15:guide>
        <p15:guide id="18" pos="9216">
          <p15:clr>
            <a:srgbClr val="FA7B17"/>
          </p15:clr>
        </p15:guide>
        <p15:guide id="19" pos="9792">
          <p15:clr>
            <a:srgbClr val="FA7B17"/>
          </p15:clr>
        </p15:guide>
        <p15:guide id="20" pos="10368">
          <p15:clr>
            <a:srgbClr val="FA7B17"/>
          </p15:clr>
        </p15:guide>
        <p15:guide id="21" orient="horz" pos="2592">
          <p15:clr>
            <a:srgbClr val="FA7B17"/>
          </p15:clr>
        </p15:guide>
        <p15:guide id="22" orient="horz" pos="1944">
          <p15:clr>
            <a:srgbClr val="FA7B17"/>
          </p15:clr>
        </p15:guide>
        <p15:guide id="23" orient="horz" pos="1296">
          <p15:clr>
            <a:srgbClr val="FA7B17"/>
          </p15:clr>
        </p15:guide>
        <p15:guide id="24" orient="horz" pos="648">
          <p15:clr>
            <a:srgbClr val="FA7B17"/>
          </p15:clr>
        </p15:guide>
        <p15:guide id="25" orient="horz" pos="3888">
          <p15:clr>
            <a:srgbClr val="FA7B17"/>
          </p15:clr>
        </p15:guide>
        <p15:guide id="26" orient="horz" pos="4536">
          <p15:clr>
            <a:srgbClr val="FA7B17"/>
          </p15:clr>
        </p15:guide>
        <p15:guide id="27" orient="horz" pos="5184">
          <p15:clr>
            <a:srgbClr val="FA7B17"/>
          </p15:clr>
        </p15:guide>
        <p15:guide id="28" orient="horz" pos="5832">
          <p15:clr>
            <a:srgbClr val="FA7B17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0 - Client / Orchid cover light">
  <p:cSld name="TITLE_1"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" name="Google Shape;225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4" y="0"/>
            <a:ext cx="18288000" cy="10286995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18"/>
          <p:cNvSpPr txBox="1"/>
          <p:nvPr/>
        </p:nvSpPr>
        <p:spPr>
          <a:xfrm>
            <a:off x="703450" y="3189075"/>
            <a:ext cx="10782600" cy="3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9400">
                <a:latin typeface="Montserrat"/>
                <a:ea typeface="Montserrat"/>
                <a:cs typeface="Montserrat"/>
                <a:sym typeface="Montserrat"/>
              </a:rPr>
              <a:t>¡A trabajar!</a:t>
            </a:r>
            <a:endParaRPr b="0" sz="34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7" name="Google Shape;227;p18"/>
          <p:cNvSpPr txBox="1"/>
          <p:nvPr/>
        </p:nvSpPr>
        <p:spPr>
          <a:xfrm>
            <a:off x="10061600" y="5146700"/>
            <a:ext cx="10522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28" name="Google Shape;228;p18"/>
          <p:cNvSpPr/>
          <p:nvPr/>
        </p:nvSpPr>
        <p:spPr>
          <a:xfrm flipH="1" rot="10800000">
            <a:off x="-15850" y="10017300"/>
            <a:ext cx="8370000" cy="270000"/>
          </a:xfrm>
          <a:prstGeom prst="rect">
            <a:avLst/>
          </a:prstGeom>
          <a:solidFill>
            <a:srgbClr val="FDCF49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29" name="Google Shape;229;p18"/>
          <p:cNvGrpSpPr/>
          <p:nvPr/>
        </p:nvGrpSpPr>
        <p:grpSpPr>
          <a:xfrm>
            <a:off x="13932113" y="9450575"/>
            <a:ext cx="4067897" cy="536147"/>
            <a:chOff x="13906313" y="246425"/>
            <a:chExt cx="4067897" cy="536147"/>
          </a:xfrm>
        </p:grpSpPr>
        <p:sp>
          <p:nvSpPr>
            <p:cNvPr id="230" name="Google Shape;230;p18"/>
            <p:cNvSpPr/>
            <p:nvPr/>
          </p:nvSpPr>
          <p:spPr>
            <a:xfrm>
              <a:off x="16422650" y="2464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lang="es-419" sz="2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grpSp>
          <p:nvGrpSpPr>
            <p:cNvPr id="231" name="Google Shape;231;p18"/>
            <p:cNvGrpSpPr/>
            <p:nvPr/>
          </p:nvGrpSpPr>
          <p:grpSpPr>
            <a:xfrm>
              <a:off x="13906313" y="424500"/>
              <a:ext cx="2251983" cy="179993"/>
              <a:chOff x="4935498" y="1642212"/>
              <a:chExt cx="2734980" cy="217042"/>
            </a:xfrm>
          </p:grpSpPr>
          <p:sp>
            <p:nvSpPr>
              <p:cNvPr id="232" name="Google Shape;232;p18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233" name="Google Shape;233;p18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234" name="Google Shape;234;p18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235" name="Google Shape;235;p18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236" name="Google Shape;236;p18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237" name="Google Shape;237;p18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238" name="Google Shape;238;p18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239" name="Google Shape;239;p18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240" name="Google Shape;240;p18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241" name="Google Shape;241;p18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242" name="Google Shape;242;p18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243" name="Google Shape;243;p18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</p:grpSp>
      </p:grpSp>
    </p:spTree>
  </p:cSld>
  <p:clrMapOvr>
    <a:masterClrMapping/>
  </p:clrMapOvr>
  <p:extLst>
    <p:ext uri="{DCECCB84-F9BA-43D5-87BE-67443E8EF086}">
      <p15:sldGuideLst>
        <p15:guide id="1" orient="horz" pos="3240">
          <p15:clr>
            <a:srgbClr val="FA7B17"/>
          </p15:clr>
        </p15:guide>
        <p15:guide id="2" pos="5760">
          <p15:clr>
            <a:srgbClr val="FA7B17"/>
          </p15:clr>
        </p15:guide>
        <p15:guide id="3" pos="576">
          <p15:clr>
            <a:srgbClr val="FA7B17"/>
          </p15:clr>
        </p15:guide>
        <p15:guide id="4" pos="5184">
          <p15:clr>
            <a:srgbClr val="FA7B17"/>
          </p15:clr>
        </p15:guide>
        <p15:guide id="5" pos="6336">
          <p15:clr>
            <a:srgbClr val="FA7B17"/>
          </p15:clr>
        </p15:guide>
        <p15:guide id="6" pos="10944">
          <p15:clr>
            <a:srgbClr val="FA7B17"/>
          </p15:clr>
        </p15:guide>
        <p15:guide id="7" pos="1152">
          <p15:clr>
            <a:srgbClr val="FA7B17"/>
          </p15:clr>
        </p15:guide>
        <p15:guide id="8" pos="1728">
          <p15:clr>
            <a:srgbClr val="FA7B17"/>
          </p15:clr>
        </p15:guide>
        <p15:guide id="9" pos="2304">
          <p15:clr>
            <a:srgbClr val="FA7B17"/>
          </p15:clr>
        </p15:guide>
        <p15:guide id="10" pos="2880">
          <p15:clr>
            <a:srgbClr val="FA7B17"/>
          </p15:clr>
        </p15:guide>
        <p15:guide id="11" pos="3456">
          <p15:clr>
            <a:srgbClr val="FA7B17"/>
          </p15:clr>
        </p15:guide>
        <p15:guide id="12" pos="4032">
          <p15:clr>
            <a:srgbClr val="FA7B17"/>
          </p15:clr>
        </p15:guide>
        <p15:guide id="13" pos="4612">
          <p15:clr>
            <a:srgbClr val="FA7B17"/>
          </p15:clr>
        </p15:guide>
        <p15:guide id="14" pos="6912">
          <p15:clr>
            <a:srgbClr val="FA7B17"/>
          </p15:clr>
        </p15:guide>
        <p15:guide id="15" pos="7488">
          <p15:clr>
            <a:srgbClr val="FA7B17"/>
          </p15:clr>
        </p15:guide>
        <p15:guide id="16" pos="8064">
          <p15:clr>
            <a:srgbClr val="FA7B17"/>
          </p15:clr>
        </p15:guide>
        <p15:guide id="17" pos="8640">
          <p15:clr>
            <a:srgbClr val="FA7B17"/>
          </p15:clr>
        </p15:guide>
        <p15:guide id="18" pos="9216">
          <p15:clr>
            <a:srgbClr val="FA7B17"/>
          </p15:clr>
        </p15:guide>
        <p15:guide id="19" pos="9792">
          <p15:clr>
            <a:srgbClr val="FA7B17"/>
          </p15:clr>
        </p15:guide>
        <p15:guide id="20" pos="10368">
          <p15:clr>
            <a:srgbClr val="FA7B17"/>
          </p15:clr>
        </p15:guide>
        <p15:guide id="21" orient="horz" pos="2592">
          <p15:clr>
            <a:srgbClr val="FA7B17"/>
          </p15:clr>
        </p15:guide>
        <p15:guide id="22" orient="horz" pos="1944">
          <p15:clr>
            <a:srgbClr val="FA7B17"/>
          </p15:clr>
        </p15:guide>
        <p15:guide id="23" orient="horz" pos="1296">
          <p15:clr>
            <a:srgbClr val="FA7B17"/>
          </p15:clr>
        </p15:guide>
        <p15:guide id="24" orient="horz" pos="648">
          <p15:clr>
            <a:srgbClr val="FA7B17"/>
          </p15:clr>
        </p15:guide>
        <p15:guide id="25" orient="horz" pos="3888">
          <p15:clr>
            <a:srgbClr val="FA7B17"/>
          </p15:clr>
        </p15:guide>
        <p15:guide id="26" orient="horz" pos="4536">
          <p15:clr>
            <a:srgbClr val="FA7B17"/>
          </p15:clr>
        </p15:guide>
        <p15:guide id="27" orient="horz" pos="5184">
          <p15:clr>
            <a:srgbClr val="FA7B17"/>
          </p15:clr>
        </p15:guide>
        <p15:guide id="28" orient="horz" pos="5832">
          <p15:clr>
            <a:srgbClr val="FA7B17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 1 1">
  <p:cSld name="TITLE_1_1_2_3"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>
        <p15:guide id="1" pos="11066">
          <p15:clr>
            <a:srgbClr val="F9AD4C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erre">
  <p:cSld name="TITLE_5">
    <p:bg>
      <p:bgPr>
        <a:solidFill>
          <a:srgbClr val="000000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1"/>
          <p:cNvSpPr/>
          <p:nvPr/>
        </p:nvSpPr>
        <p:spPr>
          <a:xfrm flipH="1">
            <a:off x="-27150" y="2057400"/>
            <a:ext cx="1488300" cy="8229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grpSp>
        <p:nvGrpSpPr>
          <p:cNvPr id="251" name="Google Shape;251;p21"/>
          <p:cNvGrpSpPr/>
          <p:nvPr/>
        </p:nvGrpSpPr>
        <p:grpSpPr>
          <a:xfrm rot="-5400000">
            <a:off x="-458809" y="6082200"/>
            <a:ext cx="2251983" cy="179993"/>
            <a:chOff x="4935498" y="1642212"/>
            <a:chExt cx="2734980" cy="217042"/>
          </a:xfrm>
        </p:grpSpPr>
        <p:sp>
          <p:nvSpPr>
            <p:cNvPr id="252" name="Google Shape;252;p21"/>
            <p:cNvSpPr/>
            <p:nvPr/>
          </p:nvSpPr>
          <p:spPr>
            <a:xfrm>
              <a:off x="5197136" y="1646235"/>
              <a:ext cx="18839" cy="209333"/>
            </a:xfrm>
            <a:custGeom>
              <a:rect b="b" l="l" r="r" t="t"/>
              <a:pathLst>
                <a:path extrusionOk="0" h="5567" w="501">
                  <a:moveTo>
                    <a:pt x="1" y="0"/>
                  </a:moveTo>
                  <a:lnTo>
                    <a:pt x="1" y="5567"/>
                  </a:lnTo>
                  <a:lnTo>
                    <a:pt x="500" y="5567"/>
                  </a:lnTo>
                  <a:lnTo>
                    <a:pt x="50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" name="Google Shape;253;p21"/>
            <p:cNvSpPr/>
            <p:nvPr/>
          </p:nvSpPr>
          <p:spPr>
            <a:xfrm>
              <a:off x="5299114" y="1642550"/>
              <a:ext cx="199293" cy="216703"/>
            </a:xfrm>
            <a:custGeom>
              <a:rect b="b" l="l" r="r" t="t"/>
              <a:pathLst>
                <a:path extrusionOk="0" h="5763" w="5300">
                  <a:moveTo>
                    <a:pt x="2820" y="0"/>
                  </a:moveTo>
                  <a:cubicBezTo>
                    <a:pt x="2204" y="0"/>
                    <a:pt x="1687" y="107"/>
                    <a:pt x="1268" y="321"/>
                  </a:cubicBezTo>
                  <a:cubicBezTo>
                    <a:pt x="848" y="544"/>
                    <a:pt x="527" y="865"/>
                    <a:pt x="322" y="1294"/>
                  </a:cubicBezTo>
                  <a:cubicBezTo>
                    <a:pt x="108" y="1722"/>
                    <a:pt x="1" y="2248"/>
                    <a:pt x="1" y="2882"/>
                  </a:cubicBezTo>
                  <a:cubicBezTo>
                    <a:pt x="1" y="3845"/>
                    <a:pt x="233" y="4568"/>
                    <a:pt x="697" y="5049"/>
                  </a:cubicBezTo>
                  <a:cubicBezTo>
                    <a:pt x="1161" y="5522"/>
                    <a:pt x="1856" y="5763"/>
                    <a:pt x="2775" y="5763"/>
                  </a:cubicBezTo>
                  <a:cubicBezTo>
                    <a:pt x="3043" y="5763"/>
                    <a:pt x="3302" y="5727"/>
                    <a:pt x="3560" y="5674"/>
                  </a:cubicBezTo>
                  <a:cubicBezTo>
                    <a:pt x="3810" y="5620"/>
                    <a:pt x="4042" y="5522"/>
                    <a:pt x="4256" y="5397"/>
                  </a:cubicBezTo>
                  <a:cubicBezTo>
                    <a:pt x="4470" y="5272"/>
                    <a:pt x="4649" y="5103"/>
                    <a:pt x="4774" y="4898"/>
                  </a:cubicBezTo>
                  <a:lnTo>
                    <a:pt x="4845" y="5665"/>
                  </a:lnTo>
                  <a:lnTo>
                    <a:pt x="5300" y="5665"/>
                  </a:lnTo>
                  <a:lnTo>
                    <a:pt x="5300" y="2783"/>
                  </a:lnTo>
                  <a:lnTo>
                    <a:pt x="2632" y="2783"/>
                  </a:lnTo>
                  <a:lnTo>
                    <a:pt x="2632" y="3265"/>
                  </a:lnTo>
                  <a:lnTo>
                    <a:pt x="4738" y="3265"/>
                  </a:lnTo>
                  <a:lnTo>
                    <a:pt x="4738" y="3408"/>
                  </a:lnTo>
                  <a:cubicBezTo>
                    <a:pt x="4738" y="3827"/>
                    <a:pt x="4666" y="4175"/>
                    <a:pt x="4542" y="4452"/>
                  </a:cubicBezTo>
                  <a:cubicBezTo>
                    <a:pt x="4408" y="4728"/>
                    <a:pt x="4203" y="4933"/>
                    <a:pt x="3908" y="5067"/>
                  </a:cubicBezTo>
                  <a:cubicBezTo>
                    <a:pt x="3623" y="5201"/>
                    <a:pt x="3230" y="5263"/>
                    <a:pt x="2748" y="5263"/>
                  </a:cubicBezTo>
                  <a:cubicBezTo>
                    <a:pt x="2302" y="5263"/>
                    <a:pt x="1919" y="5192"/>
                    <a:pt x="1598" y="5040"/>
                  </a:cubicBezTo>
                  <a:cubicBezTo>
                    <a:pt x="1276" y="4889"/>
                    <a:pt x="1027" y="4639"/>
                    <a:pt x="857" y="4300"/>
                  </a:cubicBezTo>
                  <a:cubicBezTo>
                    <a:pt x="679" y="3961"/>
                    <a:pt x="598" y="3515"/>
                    <a:pt x="598" y="2971"/>
                  </a:cubicBezTo>
                  <a:lnTo>
                    <a:pt x="598" y="2792"/>
                  </a:lnTo>
                  <a:cubicBezTo>
                    <a:pt x="598" y="2382"/>
                    <a:pt x="643" y="2034"/>
                    <a:pt x="750" y="1740"/>
                  </a:cubicBezTo>
                  <a:cubicBezTo>
                    <a:pt x="848" y="1445"/>
                    <a:pt x="1000" y="1213"/>
                    <a:pt x="1196" y="1026"/>
                  </a:cubicBezTo>
                  <a:cubicBezTo>
                    <a:pt x="1392" y="839"/>
                    <a:pt x="1624" y="705"/>
                    <a:pt x="1901" y="616"/>
                  </a:cubicBezTo>
                  <a:cubicBezTo>
                    <a:pt x="2169" y="535"/>
                    <a:pt x="2481" y="491"/>
                    <a:pt x="2820" y="491"/>
                  </a:cubicBezTo>
                  <a:cubicBezTo>
                    <a:pt x="3087" y="491"/>
                    <a:pt x="3346" y="517"/>
                    <a:pt x="3578" y="571"/>
                  </a:cubicBezTo>
                  <a:cubicBezTo>
                    <a:pt x="3810" y="616"/>
                    <a:pt x="4015" y="705"/>
                    <a:pt x="4185" y="821"/>
                  </a:cubicBezTo>
                  <a:cubicBezTo>
                    <a:pt x="4354" y="937"/>
                    <a:pt x="4488" y="1088"/>
                    <a:pt x="4586" y="1285"/>
                  </a:cubicBezTo>
                  <a:cubicBezTo>
                    <a:pt x="4684" y="1472"/>
                    <a:pt x="4738" y="1713"/>
                    <a:pt x="4738" y="1989"/>
                  </a:cubicBezTo>
                  <a:lnTo>
                    <a:pt x="5300" y="1989"/>
                  </a:lnTo>
                  <a:cubicBezTo>
                    <a:pt x="5300" y="1659"/>
                    <a:pt x="5246" y="1365"/>
                    <a:pt x="5130" y="1115"/>
                  </a:cubicBezTo>
                  <a:cubicBezTo>
                    <a:pt x="5023" y="865"/>
                    <a:pt x="4854" y="660"/>
                    <a:pt x="4640" y="500"/>
                  </a:cubicBezTo>
                  <a:cubicBezTo>
                    <a:pt x="4426" y="330"/>
                    <a:pt x="4167" y="205"/>
                    <a:pt x="3864" y="125"/>
                  </a:cubicBezTo>
                  <a:cubicBezTo>
                    <a:pt x="3560" y="36"/>
                    <a:pt x="3212" y="0"/>
                    <a:pt x="282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21"/>
            <p:cNvSpPr/>
            <p:nvPr/>
          </p:nvSpPr>
          <p:spPr>
            <a:xfrm>
              <a:off x="5599031" y="1646235"/>
              <a:ext cx="24517" cy="209333"/>
            </a:xfrm>
            <a:custGeom>
              <a:rect b="b" l="l" r="r" t="t"/>
              <a:pathLst>
                <a:path extrusionOk="0" h="5567" w="652">
                  <a:moveTo>
                    <a:pt x="0" y="0"/>
                  </a:moveTo>
                  <a:lnTo>
                    <a:pt x="0" y="5567"/>
                  </a:lnTo>
                  <a:lnTo>
                    <a:pt x="651" y="5567"/>
                  </a:lnTo>
                  <a:lnTo>
                    <a:pt x="65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21"/>
            <p:cNvSpPr/>
            <p:nvPr/>
          </p:nvSpPr>
          <p:spPr>
            <a:xfrm>
              <a:off x="5703679" y="1645897"/>
              <a:ext cx="173122" cy="209672"/>
            </a:xfrm>
            <a:custGeom>
              <a:rect b="b" l="l" r="r" t="t"/>
              <a:pathLst>
                <a:path extrusionOk="0" h="5576" w="4604">
                  <a:moveTo>
                    <a:pt x="1" y="0"/>
                  </a:moveTo>
                  <a:lnTo>
                    <a:pt x="1" y="651"/>
                  </a:lnTo>
                  <a:lnTo>
                    <a:pt x="1927" y="651"/>
                  </a:lnTo>
                  <a:lnTo>
                    <a:pt x="1927" y="5576"/>
                  </a:lnTo>
                  <a:lnTo>
                    <a:pt x="2677" y="5576"/>
                  </a:lnTo>
                  <a:lnTo>
                    <a:pt x="2677" y="651"/>
                  </a:lnTo>
                  <a:lnTo>
                    <a:pt x="4604" y="651"/>
                  </a:lnTo>
                  <a:lnTo>
                    <a:pt x="460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21"/>
            <p:cNvSpPr/>
            <p:nvPr/>
          </p:nvSpPr>
          <p:spPr>
            <a:xfrm>
              <a:off x="5915344" y="1646235"/>
              <a:ext cx="206363" cy="209333"/>
            </a:xfrm>
            <a:custGeom>
              <a:rect b="b" l="l" r="r" t="t"/>
              <a:pathLst>
                <a:path extrusionOk="0" h="5567" w="5488">
                  <a:moveTo>
                    <a:pt x="2739" y="714"/>
                  </a:moveTo>
                  <a:cubicBezTo>
                    <a:pt x="2775" y="812"/>
                    <a:pt x="2802" y="910"/>
                    <a:pt x="2838" y="1017"/>
                  </a:cubicBezTo>
                  <a:cubicBezTo>
                    <a:pt x="2873" y="1124"/>
                    <a:pt x="2909" y="1231"/>
                    <a:pt x="2954" y="1338"/>
                  </a:cubicBezTo>
                  <a:cubicBezTo>
                    <a:pt x="2989" y="1445"/>
                    <a:pt x="3025" y="1543"/>
                    <a:pt x="3052" y="1624"/>
                  </a:cubicBezTo>
                  <a:cubicBezTo>
                    <a:pt x="3078" y="1704"/>
                    <a:pt x="3105" y="1775"/>
                    <a:pt x="3132" y="1820"/>
                  </a:cubicBezTo>
                  <a:lnTo>
                    <a:pt x="3774" y="3515"/>
                  </a:lnTo>
                  <a:lnTo>
                    <a:pt x="1651" y="3515"/>
                  </a:lnTo>
                  <a:lnTo>
                    <a:pt x="2302" y="1820"/>
                  </a:lnTo>
                  <a:cubicBezTo>
                    <a:pt x="2338" y="1740"/>
                    <a:pt x="2374" y="1633"/>
                    <a:pt x="2418" y="1499"/>
                  </a:cubicBezTo>
                  <a:cubicBezTo>
                    <a:pt x="2463" y="1365"/>
                    <a:pt x="2516" y="1231"/>
                    <a:pt x="2561" y="1089"/>
                  </a:cubicBezTo>
                  <a:cubicBezTo>
                    <a:pt x="2606" y="955"/>
                    <a:pt x="2650" y="830"/>
                    <a:pt x="2695" y="714"/>
                  </a:cubicBezTo>
                  <a:close/>
                  <a:moveTo>
                    <a:pt x="2195" y="0"/>
                  </a:moveTo>
                  <a:lnTo>
                    <a:pt x="1" y="5567"/>
                  </a:lnTo>
                  <a:lnTo>
                    <a:pt x="866" y="5567"/>
                  </a:lnTo>
                  <a:lnTo>
                    <a:pt x="1375" y="4229"/>
                  </a:lnTo>
                  <a:lnTo>
                    <a:pt x="4051" y="4229"/>
                  </a:lnTo>
                  <a:lnTo>
                    <a:pt x="4577" y="5567"/>
                  </a:lnTo>
                  <a:lnTo>
                    <a:pt x="5487" y="5567"/>
                  </a:lnTo>
                  <a:lnTo>
                    <a:pt x="328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" name="Google Shape;257;p21"/>
            <p:cNvSpPr/>
            <p:nvPr/>
          </p:nvSpPr>
          <p:spPr>
            <a:xfrm>
              <a:off x="6194467" y="1645897"/>
              <a:ext cx="139919" cy="209672"/>
            </a:xfrm>
            <a:custGeom>
              <a:rect b="b" l="l" r="r" t="t"/>
              <a:pathLst>
                <a:path extrusionOk="0" h="5576" w="3721">
                  <a:moveTo>
                    <a:pt x="0" y="0"/>
                  </a:moveTo>
                  <a:lnTo>
                    <a:pt x="0" y="5576"/>
                  </a:lnTo>
                  <a:lnTo>
                    <a:pt x="3720" y="5576"/>
                  </a:lnTo>
                  <a:lnTo>
                    <a:pt x="3720" y="4764"/>
                  </a:lnTo>
                  <a:lnTo>
                    <a:pt x="937" y="4764"/>
                  </a:lnTo>
                  <a:lnTo>
                    <a:pt x="93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" name="Google Shape;258;p21"/>
            <p:cNvSpPr/>
            <p:nvPr/>
          </p:nvSpPr>
          <p:spPr>
            <a:xfrm>
              <a:off x="6410155" y="1645897"/>
              <a:ext cx="176469" cy="209672"/>
            </a:xfrm>
            <a:custGeom>
              <a:rect b="b" l="l" r="r" t="t"/>
              <a:pathLst>
                <a:path extrusionOk="0" h="5576" w="4693">
                  <a:moveTo>
                    <a:pt x="0" y="0"/>
                  </a:moveTo>
                  <a:lnTo>
                    <a:pt x="0" y="5576"/>
                  </a:lnTo>
                  <a:lnTo>
                    <a:pt x="1035" y="5576"/>
                  </a:lnTo>
                  <a:lnTo>
                    <a:pt x="1035" y="3167"/>
                  </a:lnTo>
                  <a:lnTo>
                    <a:pt x="3658" y="3167"/>
                  </a:lnTo>
                  <a:lnTo>
                    <a:pt x="3658" y="5576"/>
                  </a:lnTo>
                  <a:lnTo>
                    <a:pt x="4693" y="5576"/>
                  </a:lnTo>
                  <a:lnTo>
                    <a:pt x="4693" y="0"/>
                  </a:lnTo>
                  <a:lnTo>
                    <a:pt x="3658" y="0"/>
                  </a:lnTo>
                  <a:lnTo>
                    <a:pt x="3658" y="2275"/>
                  </a:lnTo>
                  <a:lnTo>
                    <a:pt x="1035" y="2275"/>
                  </a:lnTo>
                  <a:lnTo>
                    <a:pt x="103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" name="Google Shape;259;p21"/>
            <p:cNvSpPr/>
            <p:nvPr/>
          </p:nvSpPr>
          <p:spPr>
            <a:xfrm>
              <a:off x="6666416" y="1642550"/>
              <a:ext cx="213394" cy="216703"/>
            </a:xfrm>
            <a:custGeom>
              <a:rect b="b" l="l" r="r" t="t"/>
              <a:pathLst>
                <a:path extrusionOk="0" h="5763" w="5675">
                  <a:moveTo>
                    <a:pt x="2829" y="946"/>
                  </a:moveTo>
                  <a:cubicBezTo>
                    <a:pt x="3105" y="946"/>
                    <a:pt x="3337" y="981"/>
                    <a:pt x="3543" y="1062"/>
                  </a:cubicBezTo>
                  <a:cubicBezTo>
                    <a:pt x="3748" y="1142"/>
                    <a:pt x="3926" y="1258"/>
                    <a:pt x="4069" y="1410"/>
                  </a:cubicBezTo>
                  <a:cubicBezTo>
                    <a:pt x="4203" y="1570"/>
                    <a:pt x="4310" y="1757"/>
                    <a:pt x="4390" y="1980"/>
                  </a:cubicBezTo>
                  <a:cubicBezTo>
                    <a:pt x="4461" y="2212"/>
                    <a:pt x="4497" y="2471"/>
                    <a:pt x="4497" y="2774"/>
                  </a:cubicBezTo>
                  <a:lnTo>
                    <a:pt x="4497" y="2989"/>
                  </a:lnTo>
                  <a:cubicBezTo>
                    <a:pt x="4497" y="3292"/>
                    <a:pt x="4461" y="3551"/>
                    <a:pt x="4390" y="3774"/>
                  </a:cubicBezTo>
                  <a:cubicBezTo>
                    <a:pt x="4310" y="3997"/>
                    <a:pt x="4203" y="4193"/>
                    <a:pt x="4069" y="4345"/>
                  </a:cubicBezTo>
                  <a:cubicBezTo>
                    <a:pt x="3926" y="4496"/>
                    <a:pt x="3748" y="4612"/>
                    <a:pt x="3543" y="4692"/>
                  </a:cubicBezTo>
                  <a:cubicBezTo>
                    <a:pt x="3337" y="4773"/>
                    <a:pt x="3105" y="4808"/>
                    <a:pt x="2829" y="4808"/>
                  </a:cubicBezTo>
                  <a:cubicBezTo>
                    <a:pt x="2561" y="4808"/>
                    <a:pt x="2320" y="4773"/>
                    <a:pt x="2115" y="4692"/>
                  </a:cubicBezTo>
                  <a:cubicBezTo>
                    <a:pt x="1910" y="4612"/>
                    <a:pt x="1741" y="4496"/>
                    <a:pt x="1598" y="4345"/>
                  </a:cubicBezTo>
                  <a:cubicBezTo>
                    <a:pt x="1464" y="4193"/>
                    <a:pt x="1357" y="3997"/>
                    <a:pt x="1286" y="3774"/>
                  </a:cubicBezTo>
                  <a:cubicBezTo>
                    <a:pt x="1223" y="3551"/>
                    <a:pt x="1187" y="3292"/>
                    <a:pt x="1187" y="2989"/>
                  </a:cubicBezTo>
                  <a:lnTo>
                    <a:pt x="1187" y="2774"/>
                  </a:lnTo>
                  <a:cubicBezTo>
                    <a:pt x="1187" y="2471"/>
                    <a:pt x="1223" y="2212"/>
                    <a:pt x="1286" y="1980"/>
                  </a:cubicBezTo>
                  <a:cubicBezTo>
                    <a:pt x="1357" y="1757"/>
                    <a:pt x="1464" y="1570"/>
                    <a:pt x="1598" y="1410"/>
                  </a:cubicBezTo>
                  <a:cubicBezTo>
                    <a:pt x="1741" y="1258"/>
                    <a:pt x="1910" y="1142"/>
                    <a:pt x="2115" y="1062"/>
                  </a:cubicBezTo>
                  <a:cubicBezTo>
                    <a:pt x="2320" y="981"/>
                    <a:pt x="2561" y="946"/>
                    <a:pt x="2829" y="946"/>
                  </a:cubicBezTo>
                  <a:close/>
                  <a:moveTo>
                    <a:pt x="2829" y="0"/>
                  </a:moveTo>
                  <a:cubicBezTo>
                    <a:pt x="2249" y="0"/>
                    <a:pt x="1741" y="98"/>
                    <a:pt x="1321" y="312"/>
                  </a:cubicBezTo>
                  <a:cubicBezTo>
                    <a:pt x="893" y="517"/>
                    <a:pt x="563" y="830"/>
                    <a:pt x="340" y="1258"/>
                  </a:cubicBezTo>
                  <a:cubicBezTo>
                    <a:pt x="117" y="1686"/>
                    <a:pt x="1" y="2221"/>
                    <a:pt x="1" y="2882"/>
                  </a:cubicBezTo>
                  <a:cubicBezTo>
                    <a:pt x="1" y="3524"/>
                    <a:pt x="117" y="4059"/>
                    <a:pt x="340" y="4487"/>
                  </a:cubicBezTo>
                  <a:cubicBezTo>
                    <a:pt x="563" y="4915"/>
                    <a:pt x="893" y="5237"/>
                    <a:pt x="1321" y="5451"/>
                  </a:cubicBezTo>
                  <a:cubicBezTo>
                    <a:pt x="1741" y="5656"/>
                    <a:pt x="2249" y="5763"/>
                    <a:pt x="2829" y="5763"/>
                  </a:cubicBezTo>
                  <a:cubicBezTo>
                    <a:pt x="3427" y="5763"/>
                    <a:pt x="3935" y="5656"/>
                    <a:pt x="4354" y="5451"/>
                  </a:cubicBezTo>
                  <a:cubicBezTo>
                    <a:pt x="4783" y="5237"/>
                    <a:pt x="5104" y="4915"/>
                    <a:pt x="5336" y="4487"/>
                  </a:cubicBezTo>
                  <a:cubicBezTo>
                    <a:pt x="5559" y="4059"/>
                    <a:pt x="5675" y="3524"/>
                    <a:pt x="5675" y="2882"/>
                  </a:cubicBezTo>
                  <a:cubicBezTo>
                    <a:pt x="5675" y="2221"/>
                    <a:pt x="5559" y="1686"/>
                    <a:pt x="5336" y="1258"/>
                  </a:cubicBezTo>
                  <a:cubicBezTo>
                    <a:pt x="5104" y="830"/>
                    <a:pt x="4783" y="517"/>
                    <a:pt x="4354" y="312"/>
                  </a:cubicBezTo>
                  <a:cubicBezTo>
                    <a:pt x="3935" y="98"/>
                    <a:pt x="3427" y="0"/>
                    <a:pt x="282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" name="Google Shape;260;p21"/>
            <p:cNvSpPr/>
            <p:nvPr/>
          </p:nvSpPr>
          <p:spPr>
            <a:xfrm>
              <a:off x="6958625" y="1645897"/>
              <a:ext cx="186884" cy="213357"/>
            </a:xfrm>
            <a:custGeom>
              <a:rect b="b" l="l" r="r" t="t"/>
              <a:pathLst>
                <a:path extrusionOk="0" h="5674" w="4970">
                  <a:moveTo>
                    <a:pt x="0" y="0"/>
                  </a:moveTo>
                  <a:lnTo>
                    <a:pt x="0" y="3453"/>
                  </a:lnTo>
                  <a:cubicBezTo>
                    <a:pt x="0" y="3943"/>
                    <a:pt x="98" y="4354"/>
                    <a:pt x="295" y="4684"/>
                  </a:cubicBezTo>
                  <a:cubicBezTo>
                    <a:pt x="491" y="5014"/>
                    <a:pt x="776" y="5264"/>
                    <a:pt x="1142" y="5424"/>
                  </a:cubicBezTo>
                  <a:cubicBezTo>
                    <a:pt x="1517" y="5585"/>
                    <a:pt x="1963" y="5674"/>
                    <a:pt x="2480" y="5674"/>
                  </a:cubicBezTo>
                  <a:cubicBezTo>
                    <a:pt x="2998" y="5674"/>
                    <a:pt x="3444" y="5585"/>
                    <a:pt x="3818" y="5424"/>
                  </a:cubicBezTo>
                  <a:cubicBezTo>
                    <a:pt x="4184" y="5264"/>
                    <a:pt x="4470" y="5014"/>
                    <a:pt x="4675" y="4684"/>
                  </a:cubicBezTo>
                  <a:cubicBezTo>
                    <a:pt x="4871" y="4354"/>
                    <a:pt x="4969" y="3943"/>
                    <a:pt x="4969" y="3453"/>
                  </a:cubicBezTo>
                  <a:lnTo>
                    <a:pt x="4969" y="0"/>
                  </a:lnTo>
                  <a:lnTo>
                    <a:pt x="3685" y="0"/>
                  </a:lnTo>
                  <a:lnTo>
                    <a:pt x="3685" y="3426"/>
                  </a:lnTo>
                  <a:cubicBezTo>
                    <a:pt x="3685" y="3810"/>
                    <a:pt x="3578" y="4104"/>
                    <a:pt x="3372" y="4318"/>
                  </a:cubicBezTo>
                  <a:cubicBezTo>
                    <a:pt x="3158" y="4532"/>
                    <a:pt x="2864" y="4639"/>
                    <a:pt x="2471" y="4639"/>
                  </a:cubicBezTo>
                  <a:cubicBezTo>
                    <a:pt x="2088" y="4639"/>
                    <a:pt x="1793" y="4532"/>
                    <a:pt x="1588" y="4318"/>
                  </a:cubicBezTo>
                  <a:cubicBezTo>
                    <a:pt x="1383" y="4104"/>
                    <a:pt x="1276" y="3810"/>
                    <a:pt x="1276" y="3426"/>
                  </a:cubicBezTo>
                  <a:lnTo>
                    <a:pt x="127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" name="Google Shape;261;p21"/>
            <p:cNvSpPr/>
            <p:nvPr/>
          </p:nvSpPr>
          <p:spPr>
            <a:xfrm>
              <a:off x="7223610" y="1642212"/>
              <a:ext cx="187223" cy="217042"/>
            </a:xfrm>
            <a:custGeom>
              <a:rect b="b" l="l" r="r" t="t"/>
              <a:pathLst>
                <a:path extrusionOk="0" h="5772" w="4979">
                  <a:moveTo>
                    <a:pt x="2490" y="0"/>
                  </a:moveTo>
                  <a:cubicBezTo>
                    <a:pt x="2169" y="0"/>
                    <a:pt x="1865" y="27"/>
                    <a:pt x="1580" y="89"/>
                  </a:cubicBezTo>
                  <a:cubicBezTo>
                    <a:pt x="1294" y="152"/>
                    <a:pt x="1036" y="250"/>
                    <a:pt x="822" y="384"/>
                  </a:cubicBezTo>
                  <a:cubicBezTo>
                    <a:pt x="599" y="526"/>
                    <a:pt x="429" y="696"/>
                    <a:pt x="304" y="910"/>
                  </a:cubicBezTo>
                  <a:cubicBezTo>
                    <a:pt x="179" y="1124"/>
                    <a:pt x="117" y="1374"/>
                    <a:pt x="117" y="1668"/>
                  </a:cubicBezTo>
                  <a:cubicBezTo>
                    <a:pt x="117" y="1936"/>
                    <a:pt x="161" y="2159"/>
                    <a:pt x="260" y="2346"/>
                  </a:cubicBezTo>
                  <a:cubicBezTo>
                    <a:pt x="349" y="2534"/>
                    <a:pt x="483" y="2685"/>
                    <a:pt x="643" y="2810"/>
                  </a:cubicBezTo>
                  <a:cubicBezTo>
                    <a:pt x="795" y="2935"/>
                    <a:pt x="982" y="3042"/>
                    <a:pt x="1178" y="3122"/>
                  </a:cubicBezTo>
                  <a:cubicBezTo>
                    <a:pt x="1384" y="3203"/>
                    <a:pt x="1589" y="3274"/>
                    <a:pt x="1803" y="3328"/>
                  </a:cubicBezTo>
                  <a:cubicBezTo>
                    <a:pt x="2017" y="3381"/>
                    <a:pt x="2231" y="3435"/>
                    <a:pt x="2427" y="3479"/>
                  </a:cubicBezTo>
                  <a:cubicBezTo>
                    <a:pt x="2633" y="3524"/>
                    <a:pt x="2811" y="3577"/>
                    <a:pt x="2972" y="3631"/>
                  </a:cubicBezTo>
                  <a:cubicBezTo>
                    <a:pt x="3132" y="3684"/>
                    <a:pt x="3257" y="3756"/>
                    <a:pt x="3346" y="3836"/>
                  </a:cubicBezTo>
                  <a:cubicBezTo>
                    <a:pt x="3444" y="3916"/>
                    <a:pt x="3489" y="4023"/>
                    <a:pt x="3489" y="4148"/>
                  </a:cubicBezTo>
                  <a:cubicBezTo>
                    <a:pt x="3489" y="4220"/>
                    <a:pt x="3480" y="4291"/>
                    <a:pt x="3444" y="4345"/>
                  </a:cubicBezTo>
                  <a:cubicBezTo>
                    <a:pt x="3418" y="4398"/>
                    <a:pt x="3373" y="4452"/>
                    <a:pt x="3311" y="4487"/>
                  </a:cubicBezTo>
                  <a:cubicBezTo>
                    <a:pt x="3248" y="4532"/>
                    <a:pt x="3177" y="4568"/>
                    <a:pt x="3096" y="4594"/>
                  </a:cubicBezTo>
                  <a:cubicBezTo>
                    <a:pt x="3016" y="4621"/>
                    <a:pt x="2918" y="4639"/>
                    <a:pt x="2820" y="4648"/>
                  </a:cubicBezTo>
                  <a:cubicBezTo>
                    <a:pt x="2713" y="4657"/>
                    <a:pt x="2606" y="4666"/>
                    <a:pt x="2490" y="4666"/>
                  </a:cubicBezTo>
                  <a:cubicBezTo>
                    <a:pt x="2267" y="4666"/>
                    <a:pt x="2079" y="4639"/>
                    <a:pt x="1919" y="4594"/>
                  </a:cubicBezTo>
                  <a:cubicBezTo>
                    <a:pt x="1758" y="4550"/>
                    <a:pt x="1633" y="4470"/>
                    <a:pt x="1544" y="4371"/>
                  </a:cubicBezTo>
                  <a:cubicBezTo>
                    <a:pt x="1455" y="4264"/>
                    <a:pt x="1410" y="4122"/>
                    <a:pt x="1410" y="3952"/>
                  </a:cubicBezTo>
                  <a:cubicBezTo>
                    <a:pt x="1410" y="3934"/>
                    <a:pt x="1410" y="3916"/>
                    <a:pt x="1410" y="3890"/>
                  </a:cubicBezTo>
                  <a:cubicBezTo>
                    <a:pt x="1410" y="3863"/>
                    <a:pt x="1410" y="3845"/>
                    <a:pt x="1410" y="3827"/>
                  </a:cubicBezTo>
                  <a:lnTo>
                    <a:pt x="10" y="3827"/>
                  </a:lnTo>
                  <a:cubicBezTo>
                    <a:pt x="1" y="3845"/>
                    <a:pt x="1" y="3863"/>
                    <a:pt x="1" y="3890"/>
                  </a:cubicBezTo>
                  <a:lnTo>
                    <a:pt x="1" y="3970"/>
                  </a:lnTo>
                  <a:cubicBezTo>
                    <a:pt x="1" y="4300"/>
                    <a:pt x="72" y="4585"/>
                    <a:pt x="206" y="4817"/>
                  </a:cubicBezTo>
                  <a:cubicBezTo>
                    <a:pt x="340" y="5040"/>
                    <a:pt x="527" y="5228"/>
                    <a:pt x="759" y="5371"/>
                  </a:cubicBezTo>
                  <a:cubicBezTo>
                    <a:pt x="1000" y="5513"/>
                    <a:pt x="1268" y="5611"/>
                    <a:pt x="1580" y="5674"/>
                  </a:cubicBezTo>
                  <a:cubicBezTo>
                    <a:pt x="1883" y="5736"/>
                    <a:pt x="2213" y="5772"/>
                    <a:pt x="2570" y="5772"/>
                  </a:cubicBezTo>
                  <a:cubicBezTo>
                    <a:pt x="3025" y="5772"/>
                    <a:pt x="3444" y="5710"/>
                    <a:pt x="3801" y="5585"/>
                  </a:cubicBezTo>
                  <a:cubicBezTo>
                    <a:pt x="4167" y="5460"/>
                    <a:pt x="4461" y="5263"/>
                    <a:pt x="4667" y="4987"/>
                  </a:cubicBezTo>
                  <a:cubicBezTo>
                    <a:pt x="4872" y="4719"/>
                    <a:pt x="4979" y="4362"/>
                    <a:pt x="4979" y="3916"/>
                  </a:cubicBezTo>
                  <a:cubicBezTo>
                    <a:pt x="4979" y="3667"/>
                    <a:pt x="4934" y="3444"/>
                    <a:pt x="4836" y="3265"/>
                  </a:cubicBezTo>
                  <a:cubicBezTo>
                    <a:pt x="4738" y="3087"/>
                    <a:pt x="4613" y="2935"/>
                    <a:pt x="4452" y="2819"/>
                  </a:cubicBezTo>
                  <a:cubicBezTo>
                    <a:pt x="4292" y="2694"/>
                    <a:pt x="4104" y="2596"/>
                    <a:pt x="3908" y="2516"/>
                  </a:cubicBezTo>
                  <a:cubicBezTo>
                    <a:pt x="3703" y="2436"/>
                    <a:pt x="3498" y="2373"/>
                    <a:pt x="3284" y="2320"/>
                  </a:cubicBezTo>
                  <a:cubicBezTo>
                    <a:pt x="3070" y="2275"/>
                    <a:pt x="2864" y="2221"/>
                    <a:pt x="2668" y="2177"/>
                  </a:cubicBezTo>
                  <a:cubicBezTo>
                    <a:pt x="2463" y="2132"/>
                    <a:pt x="2285" y="2079"/>
                    <a:pt x="2124" y="2025"/>
                  </a:cubicBezTo>
                  <a:cubicBezTo>
                    <a:pt x="1955" y="1972"/>
                    <a:pt x="1830" y="1909"/>
                    <a:pt x="1731" y="1829"/>
                  </a:cubicBezTo>
                  <a:cubicBezTo>
                    <a:pt x="1642" y="1758"/>
                    <a:pt x="1598" y="1659"/>
                    <a:pt x="1598" y="1543"/>
                  </a:cubicBezTo>
                  <a:cubicBezTo>
                    <a:pt x="1598" y="1445"/>
                    <a:pt x="1633" y="1356"/>
                    <a:pt x="1705" y="1285"/>
                  </a:cubicBezTo>
                  <a:cubicBezTo>
                    <a:pt x="1776" y="1213"/>
                    <a:pt x="1883" y="1160"/>
                    <a:pt x="2017" y="1124"/>
                  </a:cubicBezTo>
                  <a:cubicBezTo>
                    <a:pt x="2160" y="1088"/>
                    <a:pt x="2329" y="1071"/>
                    <a:pt x="2525" y="1071"/>
                  </a:cubicBezTo>
                  <a:cubicBezTo>
                    <a:pt x="2731" y="1071"/>
                    <a:pt x="2891" y="1097"/>
                    <a:pt x="3034" y="1151"/>
                  </a:cubicBezTo>
                  <a:cubicBezTo>
                    <a:pt x="3168" y="1213"/>
                    <a:pt x="3266" y="1285"/>
                    <a:pt x="3337" y="1383"/>
                  </a:cubicBezTo>
                  <a:cubicBezTo>
                    <a:pt x="3400" y="1472"/>
                    <a:pt x="3435" y="1588"/>
                    <a:pt x="3435" y="1713"/>
                  </a:cubicBezTo>
                  <a:lnTo>
                    <a:pt x="3435" y="1766"/>
                  </a:lnTo>
                  <a:lnTo>
                    <a:pt x="4836" y="1766"/>
                  </a:lnTo>
                  <a:lnTo>
                    <a:pt x="4836" y="1668"/>
                  </a:lnTo>
                  <a:cubicBezTo>
                    <a:pt x="4827" y="1374"/>
                    <a:pt x="4765" y="1124"/>
                    <a:pt x="4640" y="919"/>
                  </a:cubicBezTo>
                  <a:cubicBezTo>
                    <a:pt x="4524" y="714"/>
                    <a:pt x="4354" y="535"/>
                    <a:pt x="4131" y="402"/>
                  </a:cubicBezTo>
                  <a:cubicBezTo>
                    <a:pt x="3917" y="259"/>
                    <a:pt x="3667" y="161"/>
                    <a:pt x="3391" y="98"/>
                  </a:cubicBezTo>
                  <a:cubicBezTo>
                    <a:pt x="3114" y="27"/>
                    <a:pt x="2811" y="0"/>
                    <a:pt x="249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21"/>
            <p:cNvSpPr/>
            <p:nvPr/>
          </p:nvSpPr>
          <p:spPr>
            <a:xfrm>
              <a:off x="7489309" y="1645559"/>
              <a:ext cx="181169" cy="210010"/>
            </a:xfrm>
            <a:custGeom>
              <a:rect b="b" l="l" r="r" t="t"/>
              <a:pathLst>
                <a:path extrusionOk="0" h="5585" w="4818">
                  <a:moveTo>
                    <a:pt x="0" y="0"/>
                  </a:moveTo>
                  <a:lnTo>
                    <a:pt x="0" y="5585"/>
                  </a:lnTo>
                  <a:lnTo>
                    <a:pt x="4818" y="5585"/>
                  </a:lnTo>
                  <a:lnTo>
                    <a:pt x="4818" y="4300"/>
                  </a:lnTo>
                  <a:lnTo>
                    <a:pt x="1686" y="4300"/>
                  </a:lnTo>
                  <a:lnTo>
                    <a:pt x="1686" y="3364"/>
                  </a:lnTo>
                  <a:lnTo>
                    <a:pt x="4443" y="3364"/>
                  </a:lnTo>
                  <a:lnTo>
                    <a:pt x="4443" y="2132"/>
                  </a:lnTo>
                  <a:lnTo>
                    <a:pt x="1686" y="2132"/>
                  </a:lnTo>
                  <a:lnTo>
                    <a:pt x="1686" y="1276"/>
                  </a:lnTo>
                  <a:lnTo>
                    <a:pt x="4764" y="1276"/>
                  </a:lnTo>
                  <a:lnTo>
                    <a:pt x="476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p21"/>
            <p:cNvSpPr/>
            <p:nvPr/>
          </p:nvSpPr>
          <p:spPr>
            <a:xfrm>
              <a:off x="4935498" y="1646235"/>
              <a:ext cx="178837" cy="208995"/>
            </a:xfrm>
            <a:custGeom>
              <a:rect b="b" l="l" r="r" t="t"/>
              <a:pathLst>
                <a:path extrusionOk="0" h="5558" w="4756">
                  <a:moveTo>
                    <a:pt x="2552" y="437"/>
                  </a:moveTo>
                  <a:cubicBezTo>
                    <a:pt x="3524" y="437"/>
                    <a:pt x="4318" y="1231"/>
                    <a:pt x="4318" y="2204"/>
                  </a:cubicBezTo>
                  <a:lnTo>
                    <a:pt x="4318" y="3354"/>
                  </a:lnTo>
                  <a:cubicBezTo>
                    <a:pt x="4318" y="4327"/>
                    <a:pt x="3524" y="5112"/>
                    <a:pt x="2552" y="5112"/>
                  </a:cubicBezTo>
                  <a:lnTo>
                    <a:pt x="437" y="5112"/>
                  </a:lnTo>
                  <a:lnTo>
                    <a:pt x="437" y="437"/>
                  </a:lnTo>
                  <a:close/>
                  <a:moveTo>
                    <a:pt x="0" y="0"/>
                  </a:moveTo>
                  <a:lnTo>
                    <a:pt x="0" y="5558"/>
                  </a:lnTo>
                  <a:lnTo>
                    <a:pt x="2552" y="5558"/>
                  </a:lnTo>
                  <a:cubicBezTo>
                    <a:pt x="3765" y="5558"/>
                    <a:pt x="4755" y="4568"/>
                    <a:pt x="4755" y="3354"/>
                  </a:cubicBezTo>
                  <a:lnTo>
                    <a:pt x="4755" y="2204"/>
                  </a:lnTo>
                  <a:cubicBezTo>
                    <a:pt x="4755" y="981"/>
                    <a:pt x="3765" y="0"/>
                    <a:pt x="255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4" name="Google Shape;264;p21"/>
          <p:cNvSpPr/>
          <p:nvPr/>
        </p:nvSpPr>
        <p:spPr>
          <a:xfrm flipH="1">
            <a:off x="4627200" y="2057400"/>
            <a:ext cx="4535400" cy="45354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cxnSp>
        <p:nvCxnSpPr>
          <p:cNvPr id="265" name="Google Shape;265;p21"/>
          <p:cNvCxnSpPr>
            <a:stCxn id="264" idx="0"/>
          </p:cNvCxnSpPr>
          <p:nvPr/>
        </p:nvCxnSpPr>
        <p:spPr>
          <a:xfrm>
            <a:off x="6894900" y="2057400"/>
            <a:ext cx="113931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6" name="Google Shape;266;p21"/>
          <p:cNvCxnSpPr>
            <a:stCxn id="264" idx="2"/>
          </p:cNvCxnSpPr>
          <p:nvPr/>
        </p:nvCxnSpPr>
        <p:spPr>
          <a:xfrm>
            <a:off x="4627200" y="4325100"/>
            <a:ext cx="0" cy="592470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7" name="Google Shape;267;p21"/>
          <p:cNvSpPr txBox="1"/>
          <p:nvPr>
            <p:ph type="title"/>
          </p:nvPr>
        </p:nvSpPr>
        <p:spPr>
          <a:xfrm>
            <a:off x="9349500" y="5192625"/>
            <a:ext cx="7110000" cy="10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Montserrat"/>
              <a:buNone/>
              <a:defRPr sz="5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240">
          <p15:clr>
            <a:srgbClr val="FA7B17"/>
          </p15:clr>
        </p15:guide>
        <p15:guide id="2" pos="5760">
          <p15:clr>
            <a:srgbClr val="FA7B17"/>
          </p15:clr>
        </p15:guide>
        <p15:guide id="3" pos="576">
          <p15:clr>
            <a:srgbClr val="FA7B17"/>
          </p15:clr>
        </p15:guide>
        <p15:guide id="4" pos="5184">
          <p15:clr>
            <a:srgbClr val="FA7B17"/>
          </p15:clr>
        </p15:guide>
        <p15:guide id="5" pos="6336">
          <p15:clr>
            <a:srgbClr val="FA7B17"/>
          </p15:clr>
        </p15:guide>
        <p15:guide id="6" pos="10944">
          <p15:clr>
            <a:srgbClr val="FA7B17"/>
          </p15:clr>
        </p15:guide>
        <p15:guide id="7" pos="1152">
          <p15:clr>
            <a:srgbClr val="FA7B17"/>
          </p15:clr>
        </p15:guide>
        <p15:guide id="8" pos="1728">
          <p15:clr>
            <a:srgbClr val="FA7B17"/>
          </p15:clr>
        </p15:guide>
        <p15:guide id="9" pos="2304">
          <p15:clr>
            <a:srgbClr val="FA7B17"/>
          </p15:clr>
        </p15:guide>
        <p15:guide id="10" pos="2880">
          <p15:clr>
            <a:srgbClr val="FA7B17"/>
          </p15:clr>
        </p15:guide>
        <p15:guide id="11" pos="3456">
          <p15:clr>
            <a:srgbClr val="FA7B17"/>
          </p15:clr>
        </p15:guide>
        <p15:guide id="12" pos="4032">
          <p15:clr>
            <a:srgbClr val="FA7B17"/>
          </p15:clr>
        </p15:guide>
        <p15:guide id="13" pos="4612">
          <p15:clr>
            <a:srgbClr val="FA7B17"/>
          </p15:clr>
        </p15:guide>
        <p15:guide id="14" pos="6912">
          <p15:clr>
            <a:srgbClr val="FA7B17"/>
          </p15:clr>
        </p15:guide>
        <p15:guide id="15" pos="7488">
          <p15:clr>
            <a:srgbClr val="FA7B17"/>
          </p15:clr>
        </p15:guide>
        <p15:guide id="16" pos="8064">
          <p15:clr>
            <a:srgbClr val="FA7B17"/>
          </p15:clr>
        </p15:guide>
        <p15:guide id="17" pos="8640">
          <p15:clr>
            <a:srgbClr val="FA7B17"/>
          </p15:clr>
        </p15:guide>
        <p15:guide id="18" pos="9216">
          <p15:clr>
            <a:srgbClr val="FA7B17"/>
          </p15:clr>
        </p15:guide>
        <p15:guide id="19" pos="9792">
          <p15:clr>
            <a:srgbClr val="FA7B17"/>
          </p15:clr>
        </p15:guide>
        <p15:guide id="20" pos="10368">
          <p15:clr>
            <a:srgbClr val="FA7B17"/>
          </p15:clr>
        </p15:guide>
        <p15:guide id="21" orient="horz" pos="2592">
          <p15:clr>
            <a:srgbClr val="FA7B17"/>
          </p15:clr>
        </p15:guide>
        <p15:guide id="22" orient="horz" pos="1944">
          <p15:clr>
            <a:srgbClr val="FA7B17"/>
          </p15:clr>
        </p15:guide>
        <p15:guide id="23" orient="horz" pos="1296">
          <p15:clr>
            <a:srgbClr val="FA7B17"/>
          </p15:clr>
        </p15:guide>
        <p15:guide id="24" orient="horz" pos="3888">
          <p15:clr>
            <a:srgbClr val="FA7B17"/>
          </p15:clr>
        </p15:guide>
        <p15:guide id="25" orient="horz" pos="4536">
          <p15:clr>
            <a:srgbClr val="FA7B17"/>
          </p15:clr>
        </p15:guide>
        <p15:guide id="26" orient="horz" pos="5184">
          <p15:clr>
            <a:srgbClr val="FA7B17"/>
          </p15:clr>
        </p15:guide>
        <p15:guide id="27" orient="horz" pos="5832">
          <p15:clr>
            <a:srgbClr val="FA7B17"/>
          </p15:clr>
        </p15:guide>
        <p15:guide id="28" pos="5856">
          <p15:clr>
            <a:srgbClr val="FA7B17"/>
          </p15:clr>
        </p15:guide>
        <p15:guide id="29" orient="horz" pos="3948">
          <p15:clr>
            <a:srgbClr val="FA7B17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clusiones">
  <p:cSld name="CUSTOM_9"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2"/>
          <p:cNvSpPr/>
          <p:nvPr/>
        </p:nvSpPr>
        <p:spPr>
          <a:xfrm>
            <a:off x="1019226" y="3352800"/>
            <a:ext cx="4091917" cy="178300"/>
          </a:xfrm>
          <a:custGeom>
            <a:rect b="b" l="l" r="r" t="t"/>
            <a:pathLst>
              <a:path extrusionOk="0" h="2075" w="57064">
                <a:moveTo>
                  <a:pt x="47748" y="327"/>
                </a:moveTo>
                <a:cubicBezTo>
                  <a:pt x="50238" y="327"/>
                  <a:pt x="52727" y="348"/>
                  <a:pt x="55216" y="390"/>
                </a:cubicBezTo>
                <a:lnTo>
                  <a:pt x="55216" y="390"/>
                </a:lnTo>
                <a:cubicBezTo>
                  <a:pt x="52141" y="904"/>
                  <a:pt x="49023" y="1114"/>
                  <a:pt x="45909" y="1204"/>
                </a:cubicBezTo>
                <a:cubicBezTo>
                  <a:pt x="42269" y="1310"/>
                  <a:pt x="38625" y="1293"/>
                  <a:pt x="34984" y="1313"/>
                </a:cubicBezTo>
                <a:cubicBezTo>
                  <a:pt x="31318" y="1332"/>
                  <a:pt x="27651" y="1347"/>
                  <a:pt x="23985" y="1347"/>
                </a:cubicBezTo>
                <a:cubicBezTo>
                  <a:pt x="22012" y="1347"/>
                  <a:pt x="20039" y="1343"/>
                  <a:pt x="18067" y="1333"/>
                </a:cubicBezTo>
                <a:lnTo>
                  <a:pt x="18067" y="1333"/>
                </a:lnTo>
                <a:cubicBezTo>
                  <a:pt x="21203" y="1121"/>
                  <a:pt x="24341" y="942"/>
                  <a:pt x="27480" y="797"/>
                </a:cubicBezTo>
                <a:cubicBezTo>
                  <a:pt x="33736" y="508"/>
                  <a:pt x="39999" y="352"/>
                  <a:pt x="46261" y="329"/>
                </a:cubicBezTo>
                <a:cubicBezTo>
                  <a:pt x="46757" y="328"/>
                  <a:pt x="47252" y="327"/>
                  <a:pt x="47748" y="327"/>
                </a:cubicBezTo>
                <a:close/>
                <a:moveTo>
                  <a:pt x="47799" y="0"/>
                </a:moveTo>
                <a:cubicBezTo>
                  <a:pt x="44511" y="0"/>
                  <a:pt x="41223" y="37"/>
                  <a:pt x="37936" y="111"/>
                </a:cubicBezTo>
                <a:cubicBezTo>
                  <a:pt x="31675" y="251"/>
                  <a:pt x="25417" y="525"/>
                  <a:pt x="19167" y="932"/>
                </a:cubicBezTo>
                <a:cubicBezTo>
                  <a:pt x="17429" y="1045"/>
                  <a:pt x="15690" y="1169"/>
                  <a:pt x="13953" y="1303"/>
                </a:cubicBezTo>
                <a:lnTo>
                  <a:pt x="13953" y="1303"/>
                </a:lnTo>
                <a:cubicBezTo>
                  <a:pt x="13549" y="1299"/>
                  <a:pt x="13145" y="1295"/>
                  <a:pt x="12741" y="1291"/>
                </a:cubicBezTo>
                <a:cubicBezTo>
                  <a:pt x="8564" y="1246"/>
                  <a:pt x="4387" y="1168"/>
                  <a:pt x="211" y="1043"/>
                </a:cubicBezTo>
                <a:cubicBezTo>
                  <a:pt x="209" y="1043"/>
                  <a:pt x="207" y="1043"/>
                  <a:pt x="205" y="1043"/>
                </a:cubicBezTo>
                <a:cubicBezTo>
                  <a:pt x="0" y="1043"/>
                  <a:pt x="4" y="1364"/>
                  <a:pt x="211" y="1371"/>
                </a:cubicBezTo>
                <a:cubicBezTo>
                  <a:pt x="3614" y="1472"/>
                  <a:pt x="7018" y="1542"/>
                  <a:pt x="10422" y="1590"/>
                </a:cubicBezTo>
                <a:lnTo>
                  <a:pt x="10422" y="1590"/>
                </a:lnTo>
                <a:cubicBezTo>
                  <a:pt x="9823" y="1641"/>
                  <a:pt x="9223" y="1693"/>
                  <a:pt x="8624" y="1746"/>
                </a:cubicBezTo>
                <a:cubicBezTo>
                  <a:pt x="8421" y="1764"/>
                  <a:pt x="8415" y="2074"/>
                  <a:pt x="8607" y="2074"/>
                </a:cubicBezTo>
                <a:cubicBezTo>
                  <a:pt x="8613" y="2074"/>
                  <a:pt x="8618" y="2074"/>
                  <a:pt x="8624" y="2074"/>
                </a:cubicBezTo>
                <a:cubicBezTo>
                  <a:pt x="10397" y="1915"/>
                  <a:pt x="12172" y="1768"/>
                  <a:pt x="13947" y="1631"/>
                </a:cubicBezTo>
                <a:lnTo>
                  <a:pt x="13947" y="1631"/>
                </a:lnTo>
                <a:cubicBezTo>
                  <a:pt x="16819" y="1658"/>
                  <a:pt x="19692" y="1671"/>
                  <a:pt x="22564" y="1674"/>
                </a:cubicBezTo>
                <a:cubicBezTo>
                  <a:pt x="22912" y="1675"/>
                  <a:pt x="23259" y="1675"/>
                  <a:pt x="23607" y="1675"/>
                </a:cubicBezTo>
                <a:cubicBezTo>
                  <a:pt x="26985" y="1675"/>
                  <a:pt x="30363" y="1663"/>
                  <a:pt x="33743" y="1647"/>
                </a:cubicBezTo>
                <a:cubicBezTo>
                  <a:pt x="37429" y="1627"/>
                  <a:pt x="41120" y="1636"/>
                  <a:pt x="44806" y="1559"/>
                </a:cubicBezTo>
                <a:cubicBezTo>
                  <a:pt x="48851" y="1474"/>
                  <a:pt x="52907" y="1223"/>
                  <a:pt x="56879" y="413"/>
                </a:cubicBezTo>
                <a:cubicBezTo>
                  <a:pt x="57064" y="375"/>
                  <a:pt x="57015" y="95"/>
                  <a:pt x="56836" y="92"/>
                </a:cubicBezTo>
                <a:cubicBezTo>
                  <a:pt x="53824" y="31"/>
                  <a:pt x="50811" y="0"/>
                  <a:pt x="4779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22"/>
          <p:cNvSpPr/>
          <p:nvPr/>
        </p:nvSpPr>
        <p:spPr>
          <a:xfrm>
            <a:off x="12801800" y="0"/>
            <a:ext cx="5486400" cy="103518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1" name="Google Shape;271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51800" y="1136412"/>
            <a:ext cx="8674725" cy="12269276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22"/>
          <p:cNvSpPr/>
          <p:nvPr/>
        </p:nvSpPr>
        <p:spPr>
          <a:xfrm flipH="1" rot="10800000">
            <a:off x="0" y="2076275"/>
            <a:ext cx="133200" cy="8213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8A6DF1"/>
              </a:solidFill>
            </a:endParaRPr>
          </a:p>
        </p:txBody>
      </p:sp>
      <p:sp>
        <p:nvSpPr>
          <p:cNvPr id="273" name="Google Shape;273;p22"/>
          <p:cNvSpPr txBox="1"/>
          <p:nvPr/>
        </p:nvSpPr>
        <p:spPr>
          <a:xfrm>
            <a:off x="913825" y="2487075"/>
            <a:ext cx="164601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5000">
                <a:solidFill>
                  <a:schemeClr val="accen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Conclusiones</a:t>
            </a:r>
            <a:endParaRPr sz="5000">
              <a:solidFill>
                <a:schemeClr val="accen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grpSp>
        <p:nvGrpSpPr>
          <p:cNvPr id="274" name="Google Shape;274;p22"/>
          <p:cNvGrpSpPr/>
          <p:nvPr/>
        </p:nvGrpSpPr>
        <p:grpSpPr>
          <a:xfrm>
            <a:off x="17493237" y="9740090"/>
            <a:ext cx="429608" cy="178308"/>
            <a:chOff x="1207700" y="4333950"/>
            <a:chExt cx="334325" cy="138750"/>
          </a:xfrm>
        </p:grpSpPr>
        <p:sp>
          <p:nvSpPr>
            <p:cNvPr id="275" name="Google Shape;275;p22"/>
            <p:cNvSpPr/>
            <p:nvPr/>
          </p:nvSpPr>
          <p:spPr>
            <a:xfrm>
              <a:off x="1207700" y="4333950"/>
              <a:ext cx="139850" cy="138750"/>
            </a:xfrm>
            <a:custGeom>
              <a:rect b="b" l="l" r="r" t="t"/>
              <a:pathLst>
                <a:path extrusionOk="0" h="5550" w="5594">
                  <a:moveTo>
                    <a:pt x="3390" y="438"/>
                  </a:moveTo>
                  <a:cubicBezTo>
                    <a:pt x="4363" y="438"/>
                    <a:pt x="5148" y="1232"/>
                    <a:pt x="5148" y="2196"/>
                  </a:cubicBezTo>
                  <a:lnTo>
                    <a:pt x="5148" y="3346"/>
                  </a:lnTo>
                  <a:cubicBezTo>
                    <a:pt x="5148" y="4319"/>
                    <a:pt x="4363" y="5104"/>
                    <a:pt x="3390" y="5104"/>
                  </a:cubicBezTo>
                  <a:lnTo>
                    <a:pt x="437" y="5104"/>
                  </a:lnTo>
                  <a:lnTo>
                    <a:pt x="437" y="438"/>
                  </a:lnTo>
                  <a:close/>
                  <a:moveTo>
                    <a:pt x="0" y="1"/>
                  </a:moveTo>
                  <a:lnTo>
                    <a:pt x="0" y="5550"/>
                  </a:lnTo>
                  <a:lnTo>
                    <a:pt x="3390" y="5550"/>
                  </a:lnTo>
                  <a:cubicBezTo>
                    <a:pt x="4604" y="5550"/>
                    <a:pt x="5594" y="4560"/>
                    <a:pt x="5594" y="3346"/>
                  </a:cubicBezTo>
                  <a:lnTo>
                    <a:pt x="5594" y="2196"/>
                  </a:lnTo>
                  <a:cubicBezTo>
                    <a:pt x="5594" y="982"/>
                    <a:pt x="4604" y="1"/>
                    <a:pt x="339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" name="Google Shape;276;p22"/>
            <p:cNvSpPr/>
            <p:nvPr/>
          </p:nvSpPr>
          <p:spPr>
            <a:xfrm>
              <a:off x="1403300" y="4333950"/>
              <a:ext cx="138725" cy="138750"/>
            </a:xfrm>
            <a:custGeom>
              <a:rect b="b" l="l" r="r" t="t"/>
              <a:pathLst>
                <a:path extrusionOk="0" h="5550" w="5549">
                  <a:moveTo>
                    <a:pt x="0" y="1"/>
                  </a:moveTo>
                  <a:lnTo>
                    <a:pt x="0" y="5550"/>
                  </a:lnTo>
                  <a:lnTo>
                    <a:pt x="5549" y="5550"/>
                  </a:lnTo>
                  <a:lnTo>
                    <a:pt x="554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77" name="Google Shape;277;p22"/>
          <p:cNvSpPr txBox="1"/>
          <p:nvPr>
            <p:ph idx="1" type="body"/>
          </p:nvPr>
        </p:nvSpPr>
        <p:spPr>
          <a:xfrm>
            <a:off x="915975" y="4230000"/>
            <a:ext cx="7786500" cy="52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3pPr>
            <a:lvl4pPr indent="-381000" lvl="3" marL="1828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4pPr>
            <a:lvl5pPr indent="-381000" lvl="4" marL="22860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5pPr>
            <a:lvl6pPr indent="-381000" lvl="5" marL="2743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6pPr>
            <a:lvl7pPr indent="-381000" lvl="6" marL="3200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7pPr>
            <a:lvl8pPr indent="-381000" lvl="7" marL="3657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8pPr>
            <a:lvl9pPr indent="-381000" lvl="8" marL="4114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665">
          <p15:clr>
            <a:srgbClr val="FA7B17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tada">
  <p:cSld name="CUSTOM_3">
    <p:bg>
      <p:bgPr>
        <a:solidFill>
          <a:srgbClr val="000000"/>
        </a:solidFill>
      </p:bgPr>
    </p:bg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9" name="Google Shape;279;p23"/>
          <p:cNvGrpSpPr/>
          <p:nvPr/>
        </p:nvGrpSpPr>
        <p:grpSpPr>
          <a:xfrm>
            <a:off x="913788" y="895700"/>
            <a:ext cx="2251983" cy="179993"/>
            <a:chOff x="4935498" y="1642212"/>
            <a:chExt cx="2734980" cy="217042"/>
          </a:xfrm>
        </p:grpSpPr>
        <p:sp>
          <p:nvSpPr>
            <p:cNvPr id="280" name="Google Shape;280;p23"/>
            <p:cNvSpPr/>
            <p:nvPr/>
          </p:nvSpPr>
          <p:spPr>
            <a:xfrm>
              <a:off x="5197136" y="1646235"/>
              <a:ext cx="18839" cy="209333"/>
            </a:xfrm>
            <a:custGeom>
              <a:rect b="b" l="l" r="r" t="t"/>
              <a:pathLst>
                <a:path extrusionOk="0" h="5567" w="501">
                  <a:moveTo>
                    <a:pt x="1" y="0"/>
                  </a:moveTo>
                  <a:lnTo>
                    <a:pt x="1" y="5567"/>
                  </a:lnTo>
                  <a:lnTo>
                    <a:pt x="500" y="5567"/>
                  </a:lnTo>
                  <a:lnTo>
                    <a:pt x="5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281" name="Google Shape;281;p23"/>
            <p:cNvSpPr/>
            <p:nvPr/>
          </p:nvSpPr>
          <p:spPr>
            <a:xfrm>
              <a:off x="5299114" y="1642550"/>
              <a:ext cx="199293" cy="216703"/>
            </a:xfrm>
            <a:custGeom>
              <a:rect b="b" l="l" r="r" t="t"/>
              <a:pathLst>
                <a:path extrusionOk="0" h="5763" w="5300">
                  <a:moveTo>
                    <a:pt x="2820" y="0"/>
                  </a:moveTo>
                  <a:cubicBezTo>
                    <a:pt x="2204" y="0"/>
                    <a:pt x="1687" y="107"/>
                    <a:pt x="1268" y="321"/>
                  </a:cubicBezTo>
                  <a:cubicBezTo>
                    <a:pt x="848" y="544"/>
                    <a:pt x="527" y="865"/>
                    <a:pt x="322" y="1294"/>
                  </a:cubicBezTo>
                  <a:cubicBezTo>
                    <a:pt x="108" y="1722"/>
                    <a:pt x="1" y="2248"/>
                    <a:pt x="1" y="2882"/>
                  </a:cubicBezTo>
                  <a:cubicBezTo>
                    <a:pt x="1" y="3845"/>
                    <a:pt x="233" y="4568"/>
                    <a:pt x="697" y="5049"/>
                  </a:cubicBezTo>
                  <a:cubicBezTo>
                    <a:pt x="1161" y="5522"/>
                    <a:pt x="1856" y="5763"/>
                    <a:pt x="2775" y="5763"/>
                  </a:cubicBezTo>
                  <a:cubicBezTo>
                    <a:pt x="3043" y="5763"/>
                    <a:pt x="3302" y="5727"/>
                    <a:pt x="3560" y="5674"/>
                  </a:cubicBezTo>
                  <a:cubicBezTo>
                    <a:pt x="3810" y="5620"/>
                    <a:pt x="4042" y="5522"/>
                    <a:pt x="4256" y="5397"/>
                  </a:cubicBezTo>
                  <a:cubicBezTo>
                    <a:pt x="4470" y="5272"/>
                    <a:pt x="4649" y="5103"/>
                    <a:pt x="4774" y="4898"/>
                  </a:cubicBezTo>
                  <a:lnTo>
                    <a:pt x="4845" y="5665"/>
                  </a:lnTo>
                  <a:lnTo>
                    <a:pt x="5300" y="5665"/>
                  </a:lnTo>
                  <a:lnTo>
                    <a:pt x="5300" y="2783"/>
                  </a:lnTo>
                  <a:lnTo>
                    <a:pt x="2632" y="2783"/>
                  </a:lnTo>
                  <a:lnTo>
                    <a:pt x="2632" y="3265"/>
                  </a:lnTo>
                  <a:lnTo>
                    <a:pt x="4738" y="3265"/>
                  </a:lnTo>
                  <a:lnTo>
                    <a:pt x="4738" y="3408"/>
                  </a:lnTo>
                  <a:cubicBezTo>
                    <a:pt x="4738" y="3827"/>
                    <a:pt x="4666" y="4175"/>
                    <a:pt x="4542" y="4452"/>
                  </a:cubicBezTo>
                  <a:cubicBezTo>
                    <a:pt x="4408" y="4728"/>
                    <a:pt x="4203" y="4933"/>
                    <a:pt x="3908" y="5067"/>
                  </a:cubicBezTo>
                  <a:cubicBezTo>
                    <a:pt x="3623" y="5201"/>
                    <a:pt x="3230" y="5263"/>
                    <a:pt x="2748" y="5263"/>
                  </a:cubicBezTo>
                  <a:cubicBezTo>
                    <a:pt x="2302" y="5263"/>
                    <a:pt x="1919" y="5192"/>
                    <a:pt x="1598" y="5040"/>
                  </a:cubicBezTo>
                  <a:cubicBezTo>
                    <a:pt x="1276" y="4889"/>
                    <a:pt x="1027" y="4639"/>
                    <a:pt x="857" y="4300"/>
                  </a:cubicBezTo>
                  <a:cubicBezTo>
                    <a:pt x="679" y="3961"/>
                    <a:pt x="598" y="3515"/>
                    <a:pt x="598" y="2971"/>
                  </a:cubicBezTo>
                  <a:lnTo>
                    <a:pt x="598" y="2792"/>
                  </a:lnTo>
                  <a:cubicBezTo>
                    <a:pt x="598" y="2382"/>
                    <a:pt x="643" y="2034"/>
                    <a:pt x="750" y="1740"/>
                  </a:cubicBezTo>
                  <a:cubicBezTo>
                    <a:pt x="848" y="1445"/>
                    <a:pt x="1000" y="1213"/>
                    <a:pt x="1196" y="1026"/>
                  </a:cubicBezTo>
                  <a:cubicBezTo>
                    <a:pt x="1392" y="839"/>
                    <a:pt x="1624" y="705"/>
                    <a:pt x="1901" y="616"/>
                  </a:cubicBezTo>
                  <a:cubicBezTo>
                    <a:pt x="2169" y="535"/>
                    <a:pt x="2481" y="491"/>
                    <a:pt x="2820" y="491"/>
                  </a:cubicBezTo>
                  <a:cubicBezTo>
                    <a:pt x="3087" y="491"/>
                    <a:pt x="3346" y="517"/>
                    <a:pt x="3578" y="571"/>
                  </a:cubicBezTo>
                  <a:cubicBezTo>
                    <a:pt x="3810" y="616"/>
                    <a:pt x="4015" y="705"/>
                    <a:pt x="4185" y="821"/>
                  </a:cubicBezTo>
                  <a:cubicBezTo>
                    <a:pt x="4354" y="937"/>
                    <a:pt x="4488" y="1088"/>
                    <a:pt x="4586" y="1285"/>
                  </a:cubicBezTo>
                  <a:cubicBezTo>
                    <a:pt x="4684" y="1472"/>
                    <a:pt x="4738" y="1713"/>
                    <a:pt x="4738" y="1989"/>
                  </a:cubicBezTo>
                  <a:lnTo>
                    <a:pt x="5300" y="1989"/>
                  </a:lnTo>
                  <a:cubicBezTo>
                    <a:pt x="5300" y="1659"/>
                    <a:pt x="5246" y="1365"/>
                    <a:pt x="5130" y="1115"/>
                  </a:cubicBezTo>
                  <a:cubicBezTo>
                    <a:pt x="5023" y="865"/>
                    <a:pt x="4854" y="660"/>
                    <a:pt x="4640" y="500"/>
                  </a:cubicBezTo>
                  <a:cubicBezTo>
                    <a:pt x="4426" y="330"/>
                    <a:pt x="4167" y="205"/>
                    <a:pt x="3864" y="125"/>
                  </a:cubicBezTo>
                  <a:cubicBezTo>
                    <a:pt x="3560" y="36"/>
                    <a:pt x="3212" y="0"/>
                    <a:pt x="282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282" name="Google Shape;282;p23"/>
            <p:cNvSpPr/>
            <p:nvPr/>
          </p:nvSpPr>
          <p:spPr>
            <a:xfrm>
              <a:off x="5599031" y="1646235"/>
              <a:ext cx="24517" cy="209333"/>
            </a:xfrm>
            <a:custGeom>
              <a:rect b="b" l="l" r="r" t="t"/>
              <a:pathLst>
                <a:path extrusionOk="0" h="5567" w="652">
                  <a:moveTo>
                    <a:pt x="0" y="0"/>
                  </a:moveTo>
                  <a:lnTo>
                    <a:pt x="0" y="5567"/>
                  </a:lnTo>
                  <a:lnTo>
                    <a:pt x="651" y="5567"/>
                  </a:lnTo>
                  <a:lnTo>
                    <a:pt x="65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283" name="Google Shape;283;p23"/>
            <p:cNvSpPr/>
            <p:nvPr/>
          </p:nvSpPr>
          <p:spPr>
            <a:xfrm>
              <a:off x="5703679" y="1645897"/>
              <a:ext cx="173122" cy="209672"/>
            </a:xfrm>
            <a:custGeom>
              <a:rect b="b" l="l" r="r" t="t"/>
              <a:pathLst>
                <a:path extrusionOk="0" h="5576" w="4604">
                  <a:moveTo>
                    <a:pt x="1" y="0"/>
                  </a:moveTo>
                  <a:lnTo>
                    <a:pt x="1" y="651"/>
                  </a:lnTo>
                  <a:lnTo>
                    <a:pt x="1927" y="651"/>
                  </a:lnTo>
                  <a:lnTo>
                    <a:pt x="1927" y="5576"/>
                  </a:lnTo>
                  <a:lnTo>
                    <a:pt x="2677" y="5576"/>
                  </a:lnTo>
                  <a:lnTo>
                    <a:pt x="2677" y="651"/>
                  </a:lnTo>
                  <a:lnTo>
                    <a:pt x="4604" y="651"/>
                  </a:lnTo>
                  <a:lnTo>
                    <a:pt x="460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284" name="Google Shape;284;p23"/>
            <p:cNvSpPr/>
            <p:nvPr/>
          </p:nvSpPr>
          <p:spPr>
            <a:xfrm>
              <a:off x="5915344" y="1646235"/>
              <a:ext cx="206363" cy="209333"/>
            </a:xfrm>
            <a:custGeom>
              <a:rect b="b" l="l" r="r" t="t"/>
              <a:pathLst>
                <a:path extrusionOk="0" h="5567" w="5488">
                  <a:moveTo>
                    <a:pt x="2739" y="714"/>
                  </a:moveTo>
                  <a:cubicBezTo>
                    <a:pt x="2775" y="812"/>
                    <a:pt x="2802" y="910"/>
                    <a:pt x="2838" y="1017"/>
                  </a:cubicBezTo>
                  <a:cubicBezTo>
                    <a:pt x="2873" y="1124"/>
                    <a:pt x="2909" y="1231"/>
                    <a:pt x="2954" y="1338"/>
                  </a:cubicBezTo>
                  <a:cubicBezTo>
                    <a:pt x="2989" y="1445"/>
                    <a:pt x="3025" y="1543"/>
                    <a:pt x="3052" y="1624"/>
                  </a:cubicBezTo>
                  <a:cubicBezTo>
                    <a:pt x="3078" y="1704"/>
                    <a:pt x="3105" y="1775"/>
                    <a:pt x="3132" y="1820"/>
                  </a:cubicBezTo>
                  <a:lnTo>
                    <a:pt x="3774" y="3515"/>
                  </a:lnTo>
                  <a:lnTo>
                    <a:pt x="1651" y="3515"/>
                  </a:lnTo>
                  <a:lnTo>
                    <a:pt x="2302" y="1820"/>
                  </a:lnTo>
                  <a:cubicBezTo>
                    <a:pt x="2338" y="1740"/>
                    <a:pt x="2374" y="1633"/>
                    <a:pt x="2418" y="1499"/>
                  </a:cubicBezTo>
                  <a:cubicBezTo>
                    <a:pt x="2463" y="1365"/>
                    <a:pt x="2516" y="1231"/>
                    <a:pt x="2561" y="1089"/>
                  </a:cubicBezTo>
                  <a:cubicBezTo>
                    <a:pt x="2606" y="955"/>
                    <a:pt x="2650" y="830"/>
                    <a:pt x="2695" y="714"/>
                  </a:cubicBezTo>
                  <a:close/>
                  <a:moveTo>
                    <a:pt x="2195" y="0"/>
                  </a:moveTo>
                  <a:lnTo>
                    <a:pt x="1" y="5567"/>
                  </a:lnTo>
                  <a:lnTo>
                    <a:pt x="866" y="5567"/>
                  </a:lnTo>
                  <a:lnTo>
                    <a:pt x="1375" y="4229"/>
                  </a:lnTo>
                  <a:lnTo>
                    <a:pt x="4051" y="4229"/>
                  </a:lnTo>
                  <a:lnTo>
                    <a:pt x="4577" y="5567"/>
                  </a:lnTo>
                  <a:lnTo>
                    <a:pt x="5487" y="5567"/>
                  </a:lnTo>
                  <a:lnTo>
                    <a:pt x="328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285" name="Google Shape;285;p23"/>
            <p:cNvSpPr/>
            <p:nvPr/>
          </p:nvSpPr>
          <p:spPr>
            <a:xfrm>
              <a:off x="6194467" y="1645897"/>
              <a:ext cx="139919" cy="209672"/>
            </a:xfrm>
            <a:custGeom>
              <a:rect b="b" l="l" r="r" t="t"/>
              <a:pathLst>
                <a:path extrusionOk="0" h="5576" w="3721">
                  <a:moveTo>
                    <a:pt x="0" y="0"/>
                  </a:moveTo>
                  <a:lnTo>
                    <a:pt x="0" y="5576"/>
                  </a:lnTo>
                  <a:lnTo>
                    <a:pt x="3720" y="5576"/>
                  </a:lnTo>
                  <a:lnTo>
                    <a:pt x="3720" y="4764"/>
                  </a:lnTo>
                  <a:lnTo>
                    <a:pt x="937" y="4764"/>
                  </a:lnTo>
                  <a:lnTo>
                    <a:pt x="93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286" name="Google Shape;286;p23"/>
            <p:cNvSpPr/>
            <p:nvPr/>
          </p:nvSpPr>
          <p:spPr>
            <a:xfrm>
              <a:off x="6410155" y="1645897"/>
              <a:ext cx="176469" cy="209672"/>
            </a:xfrm>
            <a:custGeom>
              <a:rect b="b" l="l" r="r" t="t"/>
              <a:pathLst>
                <a:path extrusionOk="0" h="5576" w="4693">
                  <a:moveTo>
                    <a:pt x="0" y="0"/>
                  </a:moveTo>
                  <a:lnTo>
                    <a:pt x="0" y="5576"/>
                  </a:lnTo>
                  <a:lnTo>
                    <a:pt x="1035" y="5576"/>
                  </a:lnTo>
                  <a:lnTo>
                    <a:pt x="1035" y="3167"/>
                  </a:lnTo>
                  <a:lnTo>
                    <a:pt x="3658" y="3167"/>
                  </a:lnTo>
                  <a:lnTo>
                    <a:pt x="3658" y="5576"/>
                  </a:lnTo>
                  <a:lnTo>
                    <a:pt x="4693" y="5576"/>
                  </a:lnTo>
                  <a:lnTo>
                    <a:pt x="4693" y="0"/>
                  </a:lnTo>
                  <a:lnTo>
                    <a:pt x="3658" y="0"/>
                  </a:lnTo>
                  <a:lnTo>
                    <a:pt x="3658" y="2275"/>
                  </a:lnTo>
                  <a:lnTo>
                    <a:pt x="1035" y="2275"/>
                  </a:lnTo>
                  <a:lnTo>
                    <a:pt x="103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287" name="Google Shape;287;p23"/>
            <p:cNvSpPr/>
            <p:nvPr/>
          </p:nvSpPr>
          <p:spPr>
            <a:xfrm>
              <a:off x="6666416" y="1642550"/>
              <a:ext cx="213394" cy="216703"/>
            </a:xfrm>
            <a:custGeom>
              <a:rect b="b" l="l" r="r" t="t"/>
              <a:pathLst>
                <a:path extrusionOk="0" h="5763" w="5675">
                  <a:moveTo>
                    <a:pt x="2829" y="946"/>
                  </a:moveTo>
                  <a:cubicBezTo>
                    <a:pt x="3105" y="946"/>
                    <a:pt x="3337" y="981"/>
                    <a:pt x="3543" y="1062"/>
                  </a:cubicBezTo>
                  <a:cubicBezTo>
                    <a:pt x="3748" y="1142"/>
                    <a:pt x="3926" y="1258"/>
                    <a:pt x="4069" y="1410"/>
                  </a:cubicBezTo>
                  <a:cubicBezTo>
                    <a:pt x="4203" y="1570"/>
                    <a:pt x="4310" y="1757"/>
                    <a:pt x="4390" y="1980"/>
                  </a:cubicBezTo>
                  <a:cubicBezTo>
                    <a:pt x="4461" y="2212"/>
                    <a:pt x="4497" y="2471"/>
                    <a:pt x="4497" y="2774"/>
                  </a:cubicBezTo>
                  <a:lnTo>
                    <a:pt x="4497" y="2989"/>
                  </a:lnTo>
                  <a:cubicBezTo>
                    <a:pt x="4497" y="3292"/>
                    <a:pt x="4461" y="3551"/>
                    <a:pt x="4390" y="3774"/>
                  </a:cubicBezTo>
                  <a:cubicBezTo>
                    <a:pt x="4310" y="3997"/>
                    <a:pt x="4203" y="4193"/>
                    <a:pt x="4069" y="4345"/>
                  </a:cubicBezTo>
                  <a:cubicBezTo>
                    <a:pt x="3926" y="4496"/>
                    <a:pt x="3748" y="4612"/>
                    <a:pt x="3543" y="4692"/>
                  </a:cubicBezTo>
                  <a:cubicBezTo>
                    <a:pt x="3337" y="4773"/>
                    <a:pt x="3105" y="4808"/>
                    <a:pt x="2829" y="4808"/>
                  </a:cubicBezTo>
                  <a:cubicBezTo>
                    <a:pt x="2561" y="4808"/>
                    <a:pt x="2320" y="4773"/>
                    <a:pt x="2115" y="4692"/>
                  </a:cubicBezTo>
                  <a:cubicBezTo>
                    <a:pt x="1910" y="4612"/>
                    <a:pt x="1741" y="4496"/>
                    <a:pt x="1598" y="4345"/>
                  </a:cubicBezTo>
                  <a:cubicBezTo>
                    <a:pt x="1464" y="4193"/>
                    <a:pt x="1357" y="3997"/>
                    <a:pt x="1286" y="3774"/>
                  </a:cubicBezTo>
                  <a:cubicBezTo>
                    <a:pt x="1223" y="3551"/>
                    <a:pt x="1187" y="3292"/>
                    <a:pt x="1187" y="2989"/>
                  </a:cubicBezTo>
                  <a:lnTo>
                    <a:pt x="1187" y="2774"/>
                  </a:lnTo>
                  <a:cubicBezTo>
                    <a:pt x="1187" y="2471"/>
                    <a:pt x="1223" y="2212"/>
                    <a:pt x="1286" y="1980"/>
                  </a:cubicBezTo>
                  <a:cubicBezTo>
                    <a:pt x="1357" y="1757"/>
                    <a:pt x="1464" y="1570"/>
                    <a:pt x="1598" y="1410"/>
                  </a:cubicBezTo>
                  <a:cubicBezTo>
                    <a:pt x="1741" y="1258"/>
                    <a:pt x="1910" y="1142"/>
                    <a:pt x="2115" y="1062"/>
                  </a:cubicBezTo>
                  <a:cubicBezTo>
                    <a:pt x="2320" y="981"/>
                    <a:pt x="2561" y="946"/>
                    <a:pt x="2829" y="946"/>
                  </a:cubicBezTo>
                  <a:close/>
                  <a:moveTo>
                    <a:pt x="2829" y="0"/>
                  </a:moveTo>
                  <a:cubicBezTo>
                    <a:pt x="2249" y="0"/>
                    <a:pt x="1741" y="98"/>
                    <a:pt x="1321" y="312"/>
                  </a:cubicBezTo>
                  <a:cubicBezTo>
                    <a:pt x="893" y="517"/>
                    <a:pt x="563" y="830"/>
                    <a:pt x="340" y="1258"/>
                  </a:cubicBezTo>
                  <a:cubicBezTo>
                    <a:pt x="117" y="1686"/>
                    <a:pt x="1" y="2221"/>
                    <a:pt x="1" y="2882"/>
                  </a:cubicBezTo>
                  <a:cubicBezTo>
                    <a:pt x="1" y="3524"/>
                    <a:pt x="117" y="4059"/>
                    <a:pt x="340" y="4487"/>
                  </a:cubicBezTo>
                  <a:cubicBezTo>
                    <a:pt x="563" y="4915"/>
                    <a:pt x="893" y="5237"/>
                    <a:pt x="1321" y="5451"/>
                  </a:cubicBezTo>
                  <a:cubicBezTo>
                    <a:pt x="1741" y="5656"/>
                    <a:pt x="2249" y="5763"/>
                    <a:pt x="2829" y="5763"/>
                  </a:cubicBezTo>
                  <a:cubicBezTo>
                    <a:pt x="3427" y="5763"/>
                    <a:pt x="3935" y="5656"/>
                    <a:pt x="4354" y="5451"/>
                  </a:cubicBezTo>
                  <a:cubicBezTo>
                    <a:pt x="4783" y="5237"/>
                    <a:pt x="5104" y="4915"/>
                    <a:pt x="5336" y="4487"/>
                  </a:cubicBezTo>
                  <a:cubicBezTo>
                    <a:pt x="5559" y="4059"/>
                    <a:pt x="5675" y="3524"/>
                    <a:pt x="5675" y="2882"/>
                  </a:cubicBezTo>
                  <a:cubicBezTo>
                    <a:pt x="5675" y="2221"/>
                    <a:pt x="5559" y="1686"/>
                    <a:pt x="5336" y="1258"/>
                  </a:cubicBezTo>
                  <a:cubicBezTo>
                    <a:pt x="5104" y="830"/>
                    <a:pt x="4783" y="517"/>
                    <a:pt x="4354" y="312"/>
                  </a:cubicBezTo>
                  <a:cubicBezTo>
                    <a:pt x="3935" y="98"/>
                    <a:pt x="3427" y="0"/>
                    <a:pt x="282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288" name="Google Shape;288;p23"/>
            <p:cNvSpPr/>
            <p:nvPr/>
          </p:nvSpPr>
          <p:spPr>
            <a:xfrm>
              <a:off x="6958625" y="1645897"/>
              <a:ext cx="186884" cy="213357"/>
            </a:xfrm>
            <a:custGeom>
              <a:rect b="b" l="l" r="r" t="t"/>
              <a:pathLst>
                <a:path extrusionOk="0" h="5674" w="4970">
                  <a:moveTo>
                    <a:pt x="0" y="0"/>
                  </a:moveTo>
                  <a:lnTo>
                    <a:pt x="0" y="3453"/>
                  </a:lnTo>
                  <a:cubicBezTo>
                    <a:pt x="0" y="3943"/>
                    <a:pt x="98" y="4354"/>
                    <a:pt x="295" y="4684"/>
                  </a:cubicBezTo>
                  <a:cubicBezTo>
                    <a:pt x="491" y="5014"/>
                    <a:pt x="776" y="5264"/>
                    <a:pt x="1142" y="5424"/>
                  </a:cubicBezTo>
                  <a:cubicBezTo>
                    <a:pt x="1517" y="5585"/>
                    <a:pt x="1963" y="5674"/>
                    <a:pt x="2480" y="5674"/>
                  </a:cubicBezTo>
                  <a:cubicBezTo>
                    <a:pt x="2998" y="5674"/>
                    <a:pt x="3444" y="5585"/>
                    <a:pt x="3818" y="5424"/>
                  </a:cubicBezTo>
                  <a:cubicBezTo>
                    <a:pt x="4184" y="5264"/>
                    <a:pt x="4470" y="5014"/>
                    <a:pt x="4675" y="4684"/>
                  </a:cubicBezTo>
                  <a:cubicBezTo>
                    <a:pt x="4871" y="4354"/>
                    <a:pt x="4969" y="3943"/>
                    <a:pt x="4969" y="3453"/>
                  </a:cubicBezTo>
                  <a:lnTo>
                    <a:pt x="4969" y="0"/>
                  </a:lnTo>
                  <a:lnTo>
                    <a:pt x="3685" y="0"/>
                  </a:lnTo>
                  <a:lnTo>
                    <a:pt x="3685" y="3426"/>
                  </a:lnTo>
                  <a:cubicBezTo>
                    <a:pt x="3685" y="3810"/>
                    <a:pt x="3578" y="4104"/>
                    <a:pt x="3372" y="4318"/>
                  </a:cubicBezTo>
                  <a:cubicBezTo>
                    <a:pt x="3158" y="4532"/>
                    <a:pt x="2864" y="4639"/>
                    <a:pt x="2471" y="4639"/>
                  </a:cubicBezTo>
                  <a:cubicBezTo>
                    <a:pt x="2088" y="4639"/>
                    <a:pt x="1793" y="4532"/>
                    <a:pt x="1588" y="4318"/>
                  </a:cubicBezTo>
                  <a:cubicBezTo>
                    <a:pt x="1383" y="4104"/>
                    <a:pt x="1276" y="3810"/>
                    <a:pt x="1276" y="3426"/>
                  </a:cubicBezTo>
                  <a:lnTo>
                    <a:pt x="127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289" name="Google Shape;289;p23"/>
            <p:cNvSpPr/>
            <p:nvPr/>
          </p:nvSpPr>
          <p:spPr>
            <a:xfrm>
              <a:off x="7223610" y="1642212"/>
              <a:ext cx="187223" cy="217042"/>
            </a:xfrm>
            <a:custGeom>
              <a:rect b="b" l="l" r="r" t="t"/>
              <a:pathLst>
                <a:path extrusionOk="0" h="5772" w="4979">
                  <a:moveTo>
                    <a:pt x="2490" y="0"/>
                  </a:moveTo>
                  <a:cubicBezTo>
                    <a:pt x="2169" y="0"/>
                    <a:pt x="1865" y="27"/>
                    <a:pt x="1580" y="89"/>
                  </a:cubicBezTo>
                  <a:cubicBezTo>
                    <a:pt x="1294" y="152"/>
                    <a:pt x="1036" y="250"/>
                    <a:pt x="822" y="384"/>
                  </a:cubicBezTo>
                  <a:cubicBezTo>
                    <a:pt x="599" y="526"/>
                    <a:pt x="429" y="696"/>
                    <a:pt x="304" y="910"/>
                  </a:cubicBezTo>
                  <a:cubicBezTo>
                    <a:pt x="179" y="1124"/>
                    <a:pt x="117" y="1374"/>
                    <a:pt x="117" y="1668"/>
                  </a:cubicBezTo>
                  <a:cubicBezTo>
                    <a:pt x="117" y="1936"/>
                    <a:pt x="161" y="2159"/>
                    <a:pt x="260" y="2346"/>
                  </a:cubicBezTo>
                  <a:cubicBezTo>
                    <a:pt x="349" y="2534"/>
                    <a:pt x="483" y="2685"/>
                    <a:pt x="643" y="2810"/>
                  </a:cubicBezTo>
                  <a:cubicBezTo>
                    <a:pt x="795" y="2935"/>
                    <a:pt x="982" y="3042"/>
                    <a:pt x="1178" y="3122"/>
                  </a:cubicBezTo>
                  <a:cubicBezTo>
                    <a:pt x="1384" y="3203"/>
                    <a:pt x="1589" y="3274"/>
                    <a:pt x="1803" y="3328"/>
                  </a:cubicBezTo>
                  <a:cubicBezTo>
                    <a:pt x="2017" y="3381"/>
                    <a:pt x="2231" y="3435"/>
                    <a:pt x="2427" y="3479"/>
                  </a:cubicBezTo>
                  <a:cubicBezTo>
                    <a:pt x="2633" y="3524"/>
                    <a:pt x="2811" y="3577"/>
                    <a:pt x="2972" y="3631"/>
                  </a:cubicBezTo>
                  <a:cubicBezTo>
                    <a:pt x="3132" y="3684"/>
                    <a:pt x="3257" y="3756"/>
                    <a:pt x="3346" y="3836"/>
                  </a:cubicBezTo>
                  <a:cubicBezTo>
                    <a:pt x="3444" y="3916"/>
                    <a:pt x="3489" y="4023"/>
                    <a:pt x="3489" y="4148"/>
                  </a:cubicBezTo>
                  <a:cubicBezTo>
                    <a:pt x="3489" y="4220"/>
                    <a:pt x="3480" y="4291"/>
                    <a:pt x="3444" y="4345"/>
                  </a:cubicBezTo>
                  <a:cubicBezTo>
                    <a:pt x="3418" y="4398"/>
                    <a:pt x="3373" y="4452"/>
                    <a:pt x="3311" y="4487"/>
                  </a:cubicBezTo>
                  <a:cubicBezTo>
                    <a:pt x="3248" y="4532"/>
                    <a:pt x="3177" y="4568"/>
                    <a:pt x="3096" y="4594"/>
                  </a:cubicBezTo>
                  <a:cubicBezTo>
                    <a:pt x="3016" y="4621"/>
                    <a:pt x="2918" y="4639"/>
                    <a:pt x="2820" y="4648"/>
                  </a:cubicBezTo>
                  <a:cubicBezTo>
                    <a:pt x="2713" y="4657"/>
                    <a:pt x="2606" y="4666"/>
                    <a:pt x="2490" y="4666"/>
                  </a:cubicBezTo>
                  <a:cubicBezTo>
                    <a:pt x="2267" y="4666"/>
                    <a:pt x="2079" y="4639"/>
                    <a:pt x="1919" y="4594"/>
                  </a:cubicBezTo>
                  <a:cubicBezTo>
                    <a:pt x="1758" y="4550"/>
                    <a:pt x="1633" y="4470"/>
                    <a:pt x="1544" y="4371"/>
                  </a:cubicBezTo>
                  <a:cubicBezTo>
                    <a:pt x="1455" y="4264"/>
                    <a:pt x="1410" y="4122"/>
                    <a:pt x="1410" y="3952"/>
                  </a:cubicBezTo>
                  <a:cubicBezTo>
                    <a:pt x="1410" y="3934"/>
                    <a:pt x="1410" y="3916"/>
                    <a:pt x="1410" y="3890"/>
                  </a:cubicBezTo>
                  <a:cubicBezTo>
                    <a:pt x="1410" y="3863"/>
                    <a:pt x="1410" y="3845"/>
                    <a:pt x="1410" y="3827"/>
                  </a:cubicBezTo>
                  <a:lnTo>
                    <a:pt x="10" y="3827"/>
                  </a:lnTo>
                  <a:cubicBezTo>
                    <a:pt x="1" y="3845"/>
                    <a:pt x="1" y="3863"/>
                    <a:pt x="1" y="3890"/>
                  </a:cubicBezTo>
                  <a:lnTo>
                    <a:pt x="1" y="3970"/>
                  </a:lnTo>
                  <a:cubicBezTo>
                    <a:pt x="1" y="4300"/>
                    <a:pt x="72" y="4585"/>
                    <a:pt x="206" y="4817"/>
                  </a:cubicBezTo>
                  <a:cubicBezTo>
                    <a:pt x="340" y="5040"/>
                    <a:pt x="527" y="5228"/>
                    <a:pt x="759" y="5371"/>
                  </a:cubicBezTo>
                  <a:cubicBezTo>
                    <a:pt x="1000" y="5513"/>
                    <a:pt x="1268" y="5611"/>
                    <a:pt x="1580" y="5674"/>
                  </a:cubicBezTo>
                  <a:cubicBezTo>
                    <a:pt x="1883" y="5736"/>
                    <a:pt x="2213" y="5772"/>
                    <a:pt x="2570" y="5772"/>
                  </a:cubicBezTo>
                  <a:cubicBezTo>
                    <a:pt x="3025" y="5772"/>
                    <a:pt x="3444" y="5710"/>
                    <a:pt x="3801" y="5585"/>
                  </a:cubicBezTo>
                  <a:cubicBezTo>
                    <a:pt x="4167" y="5460"/>
                    <a:pt x="4461" y="5263"/>
                    <a:pt x="4667" y="4987"/>
                  </a:cubicBezTo>
                  <a:cubicBezTo>
                    <a:pt x="4872" y="4719"/>
                    <a:pt x="4979" y="4362"/>
                    <a:pt x="4979" y="3916"/>
                  </a:cubicBezTo>
                  <a:cubicBezTo>
                    <a:pt x="4979" y="3667"/>
                    <a:pt x="4934" y="3444"/>
                    <a:pt x="4836" y="3265"/>
                  </a:cubicBezTo>
                  <a:cubicBezTo>
                    <a:pt x="4738" y="3087"/>
                    <a:pt x="4613" y="2935"/>
                    <a:pt x="4452" y="2819"/>
                  </a:cubicBezTo>
                  <a:cubicBezTo>
                    <a:pt x="4292" y="2694"/>
                    <a:pt x="4104" y="2596"/>
                    <a:pt x="3908" y="2516"/>
                  </a:cubicBezTo>
                  <a:cubicBezTo>
                    <a:pt x="3703" y="2436"/>
                    <a:pt x="3498" y="2373"/>
                    <a:pt x="3284" y="2320"/>
                  </a:cubicBezTo>
                  <a:cubicBezTo>
                    <a:pt x="3070" y="2275"/>
                    <a:pt x="2864" y="2221"/>
                    <a:pt x="2668" y="2177"/>
                  </a:cubicBezTo>
                  <a:cubicBezTo>
                    <a:pt x="2463" y="2132"/>
                    <a:pt x="2285" y="2079"/>
                    <a:pt x="2124" y="2025"/>
                  </a:cubicBezTo>
                  <a:cubicBezTo>
                    <a:pt x="1955" y="1972"/>
                    <a:pt x="1830" y="1909"/>
                    <a:pt x="1731" y="1829"/>
                  </a:cubicBezTo>
                  <a:cubicBezTo>
                    <a:pt x="1642" y="1758"/>
                    <a:pt x="1598" y="1659"/>
                    <a:pt x="1598" y="1543"/>
                  </a:cubicBezTo>
                  <a:cubicBezTo>
                    <a:pt x="1598" y="1445"/>
                    <a:pt x="1633" y="1356"/>
                    <a:pt x="1705" y="1285"/>
                  </a:cubicBezTo>
                  <a:cubicBezTo>
                    <a:pt x="1776" y="1213"/>
                    <a:pt x="1883" y="1160"/>
                    <a:pt x="2017" y="1124"/>
                  </a:cubicBezTo>
                  <a:cubicBezTo>
                    <a:pt x="2160" y="1088"/>
                    <a:pt x="2329" y="1071"/>
                    <a:pt x="2525" y="1071"/>
                  </a:cubicBezTo>
                  <a:cubicBezTo>
                    <a:pt x="2731" y="1071"/>
                    <a:pt x="2891" y="1097"/>
                    <a:pt x="3034" y="1151"/>
                  </a:cubicBezTo>
                  <a:cubicBezTo>
                    <a:pt x="3168" y="1213"/>
                    <a:pt x="3266" y="1285"/>
                    <a:pt x="3337" y="1383"/>
                  </a:cubicBezTo>
                  <a:cubicBezTo>
                    <a:pt x="3400" y="1472"/>
                    <a:pt x="3435" y="1588"/>
                    <a:pt x="3435" y="1713"/>
                  </a:cubicBezTo>
                  <a:lnTo>
                    <a:pt x="3435" y="1766"/>
                  </a:lnTo>
                  <a:lnTo>
                    <a:pt x="4836" y="1766"/>
                  </a:lnTo>
                  <a:lnTo>
                    <a:pt x="4836" y="1668"/>
                  </a:lnTo>
                  <a:cubicBezTo>
                    <a:pt x="4827" y="1374"/>
                    <a:pt x="4765" y="1124"/>
                    <a:pt x="4640" y="919"/>
                  </a:cubicBezTo>
                  <a:cubicBezTo>
                    <a:pt x="4524" y="714"/>
                    <a:pt x="4354" y="535"/>
                    <a:pt x="4131" y="402"/>
                  </a:cubicBezTo>
                  <a:cubicBezTo>
                    <a:pt x="3917" y="259"/>
                    <a:pt x="3667" y="161"/>
                    <a:pt x="3391" y="98"/>
                  </a:cubicBezTo>
                  <a:cubicBezTo>
                    <a:pt x="3114" y="27"/>
                    <a:pt x="2811" y="0"/>
                    <a:pt x="249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290" name="Google Shape;290;p23"/>
            <p:cNvSpPr/>
            <p:nvPr/>
          </p:nvSpPr>
          <p:spPr>
            <a:xfrm>
              <a:off x="7489309" y="1645559"/>
              <a:ext cx="181169" cy="210010"/>
            </a:xfrm>
            <a:custGeom>
              <a:rect b="b" l="l" r="r" t="t"/>
              <a:pathLst>
                <a:path extrusionOk="0" h="5585" w="4818">
                  <a:moveTo>
                    <a:pt x="0" y="0"/>
                  </a:moveTo>
                  <a:lnTo>
                    <a:pt x="0" y="5585"/>
                  </a:lnTo>
                  <a:lnTo>
                    <a:pt x="4818" y="5585"/>
                  </a:lnTo>
                  <a:lnTo>
                    <a:pt x="4818" y="4300"/>
                  </a:lnTo>
                  <a:lnTo>
                    <a:pt x="1686" y="4300"/>
                  </a:lnTo>
                  <a:lnTo>
                    <a:pt x="1686" y="3364"/>
                  </a:lnTo>
                  <a:lnTo>
                    <a:pt x="4443" y="3364"/>
                  </a:lnTo>
                  <a:lnTo>
                    <a:pt x="4443" y="2132"/>
                  </a:lnTo>
                  <a:lnTo>
                    <a:pt x="1686" y="2132"/>
                  </a:lnTo>
                  <a:lnTo>
                    <a:pt x="1686" y="1276"/>
                  </a:lnTo>
                  <a:lnTo>
                    <a:pt x="4764" y="1276"/>
                  </a:lnTo>
                  <a:lnTo>
                    <a:pt x="476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291" name="Google Shape;291;p23"/>
            <p:cNvSpPr/>
            <p:nvPr/>
          </p:nvSpPr>
          <p:spPr>
            <a:xfrm>
              <a:off x="4935498" y="1646235"/>
              <a:ext cx="178837" cy="208995"/>
            </a:xfrm>
            <a:custGeom>
              <a:rect b="b" l="l" r="r" t="t"/>
              <a:pathLst>
                <a:path extrusionOk="0" h="5558" w="4756">
                  <a:moveTo>
                    <a:pt x="2552" y="437"/>
                  </a:moveTo>
                  <a:cubicBezTo>
                    <a:pt x="3524" y="437"/>
                    <a:pt x="4318" y="1231"/>
                    <a:pt x="4318" y="2204"/>
                  </a:cubicBezTo>
                  <a:lnTo>
                    <a:pt x="4318" y="3354"/>
                  </a:lnTo>
                  <a:cubicBezTo>
                    <a:pt x="4318" y="4327"/>
                    <a:pt x="3524" y="5112"/>
                    <a:pt x="2552" y="5112"/>
                  </a:cubicBezTo>
                  <a:lnTo>
                    <a:pt x="437" y="5112"/>
                  </a:lnTo>
                  <a:lnTo>
                    <a:pt x="437" y="437"/>
                  </a:lnTo>
                  <a:close/>
                  <a:moveTo>
                    <a:pt x="0" y="0"/>
                  </a:moveTo>
                  <a:lnTo>
                    <a:pt x="0" y="5558"/>
                  </a:lnTo>
                  <a:lnTo>
                    <a:pt x="2552" y="5558"/>
                  </a:lnTo>
                  <a:cubicBezTo>
                    <a:pt x="3765" y="5558"/>
                    <a:pt x="4755" y="4568"/>
                    <a:pt x="4755" y="3354"/>
                  </a:cubicBezTo>
                  <a:lnTo>
                    <a:pt x="4755" y="2204"/>
                  </a:lnTo>
                  <a:cubicBezTo>
                    <a:pt x="4755" y="981"/>
                    <a:pt x="3765" y="0"/>
                    <a:pt x="25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</p:grpSp>
      <p:sp>
        <p:nvSpPr>
          <p:cNvPr id="292" name="Google Shape;292;p23"/>
          <p:cNvSpPr/>
          <p:nvPr/>
        </p:nvSpPr>
        <p:spPr>
          <a:xfrm flipH="1">
            <a:off x="16459200" y="2057400"/>
            <a:ext cx="1829400" cy="8229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93" name="Google Shape;293;p23"/>
          <p:cNvSpPr/>
          <p:nvPr/>
        </p:nvSpPr>
        <p:spPr>
          <a:xfrm>
            <a:off x="9144000" y="2057400"/>
            <a:ext cx="4535400" cy="45354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cxnSp>
        <p:nvCxnSpPr>
          <p:cNvPr id="294" name="Google Shape;294;p23"/>
          <p:cNvCxnSpPr>
            <a:stCxn id="293" idx="0"/>
          </p:cNvCxnSpPr>
          <p:nvPr/>
        </p:nvCxnSpPr>
        <p:spPr>
          <a:xfrm rot="10800000">
            <a:off x="18600" y="2057400"/>
            <a:ext cx="113931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5" name="Google Shape;295;p23"/>
          <p:cNvCxnSpPr>
            <a:stCxn id="293" idx="2"/>
          </p:cNvCxnSpPr>
          <p:nvPr/>
        </p:nvCxnSpPr>
        <p:spPr>
          <a:xfrm>
            <a:off x="13679400" y="4325100"/>
            <a:ext cx="0" cy="592470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296" name="Google Shape;296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43900" y="7899887"/>
            <a:ext cx="4357647" cy="1772424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23"/>
          <p:cNvSpPr txBox="1"/>
          <p:nvPr>
            <p:ph type="title"/>
          </p:nvPr>
        </p:nvSpPr>
        <p:spPr>
          <a:xfrm>
            <a:off x="992325" y="3539250"/>
            <a:ext cx="9393900" cy="10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Montserrat SemiBold"/>
              <a:buNone/>
              <a:defRPr sz="7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905">
          <p15:clr>
            <a:srgbClr val="FA7B17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parador">
  <p:cSld name="CUSTOM_5">
    <p:bg>
      <p:bgPr>
        <a:solidFill>
          <a:schemeClr val="accent3"/>
        </a:solidFill>
      </p:bgPr>
    </p:bg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24"/>
          <p:cNvSpPr/>
          <p:nvPr/>
        </p:nvSpPr>
        <p:spPr>
          <a:xfrm rot="10800000">
            <a:off x="15335250" y="6655200"/>
            <a:ext cx="2603100" cy="26031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  <p:cxnSp>
        <p:nvCxnSpPr>
          <p:cNvPr id="300" name="Google Shape;300;p24"/>
          <p:cNvCxnSpPr/>
          <p:nvPr/>
        </p:nvCxnSpPr>
        <p:spPr>
          <a:xfrm>
            <a:off x="16618600" y="9258300"/>
            <a:ext cx="1682700" cy="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1" name="Google Shape;301;p24"/>
          <p:cNvSpPr/>
          <p:nvPr/>
        </p:nvSpPr>
        <p:spPr>
          <a:xfrm flipH="1">
            <a:off x="15335250" y="2153100"/>
            <a:ext cx="2603100" cy="26031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  <p:cxnSp>
        <p:nvCxnSpPr>
          <p:cNvPr id="302" name="Google Shape;302;p24"/>
          <p:cNvCxnSpPr/>
          <p:nvPr/>
        </p:nvCxnSpPr>
        <p:spPr>
          <a:xfrm>
            <a:off x="16618600" y="2153100"/>
            <a:ext cx="1682700" cy="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3" name="Google Shape;303;p24"/>
          <p:cNvCxnSpPr>
            <a:stCxn id="301" idx="2"/>
            <a:endCxn id="299" idx="2"/>
          </p:cNvCxnSpPr>
          <p:nvPr/>
        </p:nvCxnSpPr>
        <p:spPr>
          <a:xfrm>
            <a:off x="15335250" y="3454650"/>
            <a:ext cx="0" cy="450210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4" name="Google Shape;304;p24"/>
          <p:cNvSpPr/>
          <p:nvPr/>
        </p:nvSpPr>
        <p:spPr>
          <a:xfrm>
            <a:off x="-2164695" y="4114800"/>
            <a:ext cx="4909800" cy="1371000"/>
          </a:xfrm>
          <a:prstGeom prst="roundRect">
            <a:avLst>
              <a:gd fmla="val 50000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24"/>
          <p:cNvSpPr txBox="1"/>
          <p:nvPr>
            <p:ph type="title"/>
          </p:nvPr>
        </p:nvSpPr>
        <p:spPr>
          <a:xfrm>
            <a:off x="368050" y="4185300"/>
            <a:ext cx="1847100" cy="10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Montserrat"/>
              <a:buNone/>
              <a:defRPr sz="7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Montserrat"/>
              <a:buNone/>
              <a:defRPr sz="7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Montserrat"/>
              <a:buNone/>
              <a:defRPr sz="7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Montserrat"/>
              <a:buNone/>
              <a:defRPr sz="7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Montserrat"/>
              <a:buNone/>
              <a:defRPr sz="7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Montserrat"/>
              <a:buNone/>
              <a:defRPr sz="7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Montserrat"/>
              <a:buNone/>
              <a:defRPr sz="7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Montserrat"/>
              <a:buNone/>
              <a:defRPr sz="7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Montserrat"/>
              <a:buNone/>
              <a:defRPr sz="7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306" name="Google Shape;306;p24"/>
          <p:cNvSpPr txBox="1"/>
          <p:nvPr>
            <p:ph idx="2" type="title"/>
          </p:nvPr>
        </p:nvSpPr>
        <p:spPr>
          <a:xfrm>
            <a:off x="3238800" y="4185300"/>
            <a:ext cx="10101000" cy="7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000"/>
              <a:buFont typeface="Montserrat"/>
              <a:buNone/>
              <a:defRPr sz="70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240">
          <p15:clr>
            <a:srgbClr val="FA7B17"/>
          </p15:clr>
        </p15:guide>
        <p15:guide id="2" pos="2040">
          <p15:clr>
            <a:srgbClr val="FA7B17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ta">
  <p:cSld name="CUSTOM_6"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5"/>
          <p:cNvSpPr/>
          <p:nvPr/>
        </p:nvSpPr>
        <p:spPr>
          <a:xfrm>
            <a:off x="10042600" y="-66650"/>
            <a:ext cx="8247600" cy="10186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09" name="Google Shape;309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886800" y="3589300"/>
            <a:ext cx="5679700" cy="5346502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25"/>
          <p:cNvSpPr/>
          <p:nvPr/>
        </p:nvSpPr>
        <p:spPr>
          <a:xfrm rot="10800000">
            <a:off x="426739" y="5273475"/>
            <a:ext cx="3636000" cy="36360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cxnSp>
        <p:nvCxnSpPr>
          <p:cNvPr id="311" name="Google Shape;311;p25"/>
          <p:cNvCxnSpPr>
            <a:stCxn id="310" idx="2"/>
          </p:cNvCxnSpPr>
          <p:nvPr/>
        </p:nvCxnSpPr>
        <p:spPr>
          <a:xfrm rot="10800000">
            <a:off x="426739" y="-18525"/>
            <a:ext cx="0" cy="711000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2" name="Google Shape;312;p25"/>
          <p:cNvSpPr/>
          <p:nvPr/>
        </p:nvSpPr>
        <p:spPr>
          <a:xfrm flipH="1" rot="-5400000">
            <a:off x="9518500" y="1515275"/>
            <a:ext cx="167100" cy="17376300"/>
          </a:xfrm>
          <a:prstGeom prst="rect">
            <a:avLst/>
          </a:prstGeom>
          <a:solidFill>
            <a:srgbClr val="99761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cxnSp>
        <p:nvCxnSpPr>
          <p:cNvPr id="313" name="Google Shape;313;p25"/>
          <p:cNvCxnSpPr>
            <a:stCxn id="310" idx="0"/>
          </p:cNvCxnSpPr>
          <p:nvPr/>
        </p:nvCxnSpPr>
        <p:spPr>
          <a:xfrm>
            <a:off x="2244739" y="8909475"/>
            <a:ext cx="16026900" cy="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4" name="Google Shape;314;p25"/>
          <p:cNvSpPr txBox="1"/>
          <p:nvPr>
            <p:ph type="title"/>
          </p:nvPr>
        </p:nvSpPr>
        <p:spPr>
          <a:xfrm>
            <a:off x="1828850" y="1354200"/>
            <a:ext cx="6871500" cy="573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000"/>
              <a:buFont typeface="Montserrat"/>
              <a:buNone/>
              <a:defRPr sz="50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5" name="Google Shape;315;p25"/>
          <p:cNvSpPr txBox="1"/>
          <p:nvPr>
            <p:ph idx="1" type="subTitle"/>
          </p:nvPr>
        </p:nvSpPr>
        <p:spPr>
          <a:xfrm>
            <a:off x="1828850" y="7700300"/>
            <a:ext cx="6748200" cy="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Archivo"/>
              <a:buNone/>
              <a:defRPr sz="1800">
                <a:latin typeface="Archivo"/>
                <a:ea typeface="Archivo"/>
                <a:cs typeface="Archivo"/>
                <a:sym typeface="Archiv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Font typeface="Archivo"/>
              <a:buNone/>
              <a:defRPr sz="1800">
                <a:latin typeface="Archivo"/>
                <a:ea typeface="Archivo"/>
                <a:cs typeface="Archivo"/>
                <a:sym typeface="Archiv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Font typeface="Archivo"/>
              <a:buNone/>
              <a:defRPr sz="1800">
                <a:latin typeface="Archivo"/>
                <a:ea typeface="Archivo"/>
                <a:cs typeface="Archivo"/>
                <a:sym typeface="Archiv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Font typeface="Archivo"/>
              <a:buNone/>
              <a:defRPr sz="1800">
                <a:latin typeface="Archivo"/>
                <a:ea typeface="Archivo"/>
                <a:cs typeface="Archivo"/>
                <a:sym typeface="Archiv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Font typeface="Archivo"/>
              <a:buNone/>
              <a:defRPr sz="1800">
                <a:latin typeface="Archivo"/>
                <a:ea typeface="Archivo"/>
                <a:cs typeface="Archivo"/>
                <a:sym typeface="Archiv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Font typeface="Archivo"/>
              <a:buNone/>
              <a:defRPr sz="1800">
                <a:latin typeface="Archivo"/>
                <a:ea typeface="Archivo"/>
                <a:cs typeface="Archivo"/>
                <a:sym typeface="Archiv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Font typeface="Archivo"/>
              <a:buNone/>
              <a:defRPr sz="1800">
                <a:latin typeface="Archivo"/>
                <a:ea typeface="Archivo"/>
                <a:cs typeface="Archivo"/>
                <a:sym typeface="Archiv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Font typeface="Archivo"/>
              <a:buNone/>
              <a:defRPr sz="1800">
                <a:latin typeface="Archivo"/>
                <a:ea typeface="Archivo"/>
                <a:cs typeface="Archivo"/>
                <a:sym typeface="Archiv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Font typeface="Archivo"/>
              <a:buNone/>
              <a:defRPr sz="18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5065">
          <p15:clr>
            <a:srgbClr val="FA7B17"/>
          </p15:clr>
        </p15:guide>
        <p15:guide id="2" pos="1152">
          <p15:clr>
            <a:srgbClr val="FA7B17"/>
          </p15:clr>
        </p15:guide>
        <p15:guide id="3" orient="horz" pos="4467">
          <p15:clr>
            <a:srgbClr val="FA7B17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intro">
  <p:cSld name="CUSTOM_4"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26"/>
          <p:cNvSpPr/>
          <p:nvPr/>
        </p:nvSpPr>
        <p:spPr>
          <a:xfrm flipH="1" rot="10800000">
            <a:off x="913800" y="2099700"/>
            <a:ext cx="12764100" cy="7158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318" name="Google Shape;318;p26"/>
          <p:cNvSpPr/>
          <p:nvPr/>
        </p:nvSpPr>
        <p:spPr>
          <a:xfrm rot="10800000">
            <a:off x="15335250" y="6655200"/>
            <a:ext cx="2603100" cy="26031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cxnSp>
        <p:nvCxnSpPr>
          <p:cNvPr id="319" name="Google Shape;319;p26"/>
          <p:cNvCxnSpPr/>
          <p:nvPr/>
        </p:nvCxnSpPr>
        <p:spPr>
          <a:xfrm>
            <a:off x="16618600" y="9258300"/>
            <a:ext cx="1682700" cy="0"/>
          </a:xfrm>
          <a:prstGeom prst="straightConnector1">
            <a:avLst/>
          </a:prstGeom>
          <a:noFill/>
          <a:ln cap="flat" cmpd="sng" w="7620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0" name="Google Shape;320;p26"/>
          <p:cNvSpPr/>
          <p:nvPr/>
        </p:nvSpPr>
        <p:spPr>
          <a:xfrm flipH="1">
            <a:off x="15335250" y="2153100"/>
            <a:ext cx="2603100" cy="26031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cxnSp>
        <p:nvCxnSpPr>
          <p:cNvPr id="321" name="Google Shape;321;p26"/>
          <p:cNvCxnSpPr/>
          <p:nvPr/>
        </p:nvCxnSpPr>
        <p:spPr>
          <a:xfrm>
            <a:off x="16618600" y="2153100"/>
            <a:ext cx="1682700" cy="0"/>
          </a:xfrm>
          <a:prstGeom prst="straightConnector1">
            <a:avLst/>
          </a:prstGeom>
          <a:noFill/>
          <a:ln cap="flat" cmpd="sng" w="7620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2" name="Google Shape;322;p26"/>
          <p:cNvCxnSpPr>
            <a:stCxn id="320" idx="2"/>
            <a:endCxn id="318" idx="2"/>
          </p:cNvCxnSpPr>
          <p:nvPr/>
        </p:nvCxnSpPr>
        <p:spPr>
          <a:xfrm>
            <a:off x="15335250" y="3454650"/>
            <a:ext cx="0" cy="4502100"/>
          </a:xfrm>
          <a:prstGeom prst="straightConnector1">
            <a:avLst/>
          </a:prstGeom>
          <a:noFill/>
          <a:ln cap="flat" cmpd="sng" w="7620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323" name="Google Shape;323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11429344" y="5143500"/>
            <a:ext cx="4573268" cy="43064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4" name="Google Shape;324;p26"/>
          <p:cNvGrpSpPr/>
          <p:nvPr/>
        </p:nvGrpSpPr>
        <p:grpSpPr>
          <a:xfrm>
            <a:off x="913750" y="1236863"/>
            <a:ext cx="5343086" cy="845821"/>
            <a:chOff x="913750" y="1236863"/>
            <a:chExt cx="5343086" cy="845821"/>
          </a:xfrm>
        </p:grpSpPr>
        <p:sp>
          <p:nvSpPr>
            <p:cNvPr id="325" name="Google Shape;325;p26"/>
            <p:cNvSpPr/>
            <p:nvPr/>
          </p:nvSpPr>
          <p:spPr>
            <a:xfrm rot="-5400000">
              <a:off x="1596850" y="553885"/>
              <a:ext cx="845700" cy="2211900"/>
            </a:xfrm>
            <a:prstGeom prst="round2SameRect">
              <a:avLst>
                <a:gd fmla="val 50000" name="adj1"/>
                <a:gd fmla="val 0" name="adj2"/>
              </a:avLst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" name="Google Shape;326;p26"/>
            <p:cNvSpPr/>
            <p:nvPr/>
          </p:nvSpPr>
          <p:spPr>
            <a:xfrm>
              <a:off x="3996936" y="1236867"/>
              <a:ext cx="2259900" cy="845700"/>
            </a:xfrm>
            <a:prstGeom prst="roundRect">
              <a:avLst>
                <a:gd fmla="val 50000" name="adj"/>
              </a:avLst>
            </a:prstGeom>
            <a:noFill/>
            <a:ln cap="flat" cmpd="sng" w="381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" name="Google Shape;327;p26"/>
            <p:cNvSpPr/>
            <p:nvPr/>
          </p:nvSpPr>
          <p:spPr>
            <a:xfrm>
              <a:off x="5493646" y="1376867"/>
              <a:ext cx="565800" cy="5658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26"/>
            <p:cNvSpPr/>
            <p:nvPr/>
          </p:nvSpPr>
          <p:spPr>
            <a:xfrm>
              <a:off x="3151108" y="1236863"/>
              <a:ext cx="845700" cy="845700"/>
            </a:xfrm>
            <a:prstGeom prst="ellipse">
              <a:avLst/>
            </a:prstGeom>
            <a:noFill/>
            <a:ln cap="flat" cmpd="sng" w="38100">
              <a:solidFill>
                <a:srgbClr val="3F3F3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29" name="Google Shape;329;p26"/>
          <p:cNvSpPr txBox="1"/>
          <p:nvPr>
            <p:ph idx="1" type="subTitle"/>
          </p:nvPr>
        </p:nvSpPr>
        <p:spPr>
          <a:xfrm>
            <a:off x="2414625" y="4266950"/>
            <a:ext cx="9375300" cy="35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Montserrat Medium"/>
              <a:buNone/>
              <a:defRPr sz="50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488">
          <p15:clr>
            <a:srgbClr val="FA7B17"/>
          </p15:clr>
        </p15:guide>
        <p15:guide id="2" pos="7427">
          <p15:clr>
            <a:srgbClr val="FA7B17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seño base">
  <p:cSld name="CUSTOM_2"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1" name="Google Shape;331;p27"/>
          <p:cNvGrpSpPr/>
          <p:nvPr/>
        </p:nvGrpSpPr>
        <p:grpSpPr>
          <a:xfrm>
            <a:off x="17493237" y="9740090"/>
            <a:ext cx="429608" cy="178308"/>
            <a:chOff x="1207700" y="4333950"/>
            <a:chExt cx="334325" cy="138750"/>
          </a:xfrm>
        </p:grpSpPr>
        <p:sp>
          <p:nvSpPr>
            <p:cNvPr id="332" name="Google Shape;332;p27"/>
            <p:cNvSpPr/>
            <p:nvPr/>
          </p:nvSpPr>
          <p:spPr>
            <a:xfrm>
              <a:off x="1207700" y="4333950"/>
              <a:ext cx="139850" cy="138750"/>
            </a:xfrm>
            <a:custGeom>
              <a:rect b="b" l="l" r="r" t="t"/>
              <a:pathLst>
                <a:path extrusionOk="0" h="5550" w="5594">
                  <a:moveTo>
                    <a:pt x="3390" y="438"/>
                  </a:moveTo>
                  <a:cubicBezTo>
                    <a:pt x="4363" y="438"/>
                    <a:pt x="5148" y="1232"/>
                    <a:pt x="5148" y="2196"/>
                  </a:cubicBezTo>
                  <a:lnTo>
                    <a:pt x="5148" y="3346"/>
                  </a:lnTo>
                  <a:cubicBezTo>
                    <a:pt x="5148" y="4319"/>
                    <a:pt x="4363" y="5104"/>
                    <a:pt x="3390" y="5104"/>
                  </a:cubicBezTo>
                  <a:lnTo>
                    <a:pt x="437" y="5104"/>
                  </a:lnTo>
                  <a:lnTo>
                    <a:pt x="437" y="438"/>
                  </a:lnTo>
                  <a:close/>
                  <a:moveTo>
                    <a:pt x="0" y="1"/>
                  </a:moveTo>
                  <a:lnTo>
                    <a:pt x="0" y="5550"/>
                  </a:lnTo>
                  <a:lnTo>
                    <a:pt x="3390" y="5550"/>
                  </a:lnTo>
                  <a:cubicBezTo>
                    <a:pt x="4604" y="5550"/>
                    <a:pt x="5594" y="4560"/>
                    <a:pt x="5594" y="3346"/>
                  </a:cubicBezTo>
                  <a:lnTo>
                    <a:pt x="5594" y="2196"/>
                  </a:lnTo>
                  <a:cubicBezTo>
                    <a:pt x="5594" y="982"/>
                    <a:pt x="4604" y="1"/>
                    <a:pt x="339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" name="Google Shape;333;p27"/>
            <p:cNvSpPr/>
            <p:nvPr/>
          </p:nvSpPr>
          <p:spPr>
            <a:xfrm>
              <a:off x="1403300" y="4333950"/>
              <a:ext cx="138725" cy="138750"/>
            </a:xfrm>
            <a:custGeom>
              <a:rect b="b" l="l" r="r" t="t"/>
              <a:pathLst>
                <a:path extrusionOk="0" h="5550" w="5549">
                  <a:moveTo>
                    <a:pt x="0" y="1"/>
                  </a:moveTo>
                  <a:lnTo>
                    <a:pt x="0" y="5550"/>
                  </a:lnTo>
                  <a:lnTo>
                    <a:pt x="5549" y="5550"/>
                  </a:lnTo>
                  <a:lnTo>
                    <a:pt x="554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34" name="Google Shape;334;p27"/>
          <p:cNvSpPr/>
          <p:nvPr/>
        </p:nvSpPr>
        <p:spPr>
          <a:xfrm flipH="1" rot="10800000">
            <a:off x="0" y="2076275"/>
            <a:ext cx="133200" cy="8213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8A6DF1"/>
              </a:solidFill>
            </a:endParaRPr>
          </a:p>
        </p:txBody>
      </p:sp>
      <p:sp>
        <p:nvSpPr>
          <p:cNvPr id="335" name="Google Shape;335;p27"/>
          <p:cNvSpPr txBox="1"/>
          <p:nvPr>
            <p:ph type="title"/>
          </p:nvPr>
        </p:nvSpPr>
        <p:spPr>
          <a:xfrm>
            <a:off x="913950" y="2487075"/>
            <a:ext cx="165792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000"/>
              <a:buFont typeface="Montserrat SemiBold"/>
              <a:buNone/>
              <a:defRPr sz="5000">
                <a:solidFill>
                  <a:schemeClr val="accent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/>
        </p:txBody>
      </p:sp>
      <p:sp>
        <p:nvSpPr>
          <p:cNvPr id="336" name="Google Shape;336;p27"/>
          <p:cNvSpPr txBox="1"/>
          <p:nvPr>
            <p:ph idx="1" type="body"/>
          </p:nvPr>
        </p:nvSpPr>
        <p:spPr>
          <a:xfrm>
            <a:off x="915975" y="4436800"/>
            <a:ext cx="7786500" cy="31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3pPr>
            <a:lvl4pPr indent="-381000" lvl="3" marL="1828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4pPr>
            <a:lvl5pPr indent="-381000" lvl="4" marL="22860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5pPr>
            <a:lvl6pPr indent="-381000" lvl="5" marL="2743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6pPr>
            <a:lvl7pPr indent="-381000" lvl="6" marL="3200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7pPr>
            <a:lvl8pPr indent="-381000" lvl="7" marL="3657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8pPr>
            <a:lvl9pPr indent="-381000" lvl="8" marL="4114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337" name="Google Shape;337;p27"/>
          <p:cNvSpPr txBox="1"/>
          <p:nvPr>
            <p:ph idx="2" type="body"/>
          </p:nvPr>
        </p:nvSpPr>
        <p:spPr>
          <a:xfrm>
            <a:off x="9587425" y="4436800"/>
            <a:ext cx="7786500" cy="31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3pPr>
            <a:lvl4pPr indent="-381000" lvl="3" marL="1828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4pPr>
            <a:lvl5pPr indent="-381000" lvl="4" marL="22860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5pPr>
            <a:lvl6pPr indent="-381000" lvl="5" marL="2743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6pPr>
            <a:lvl7pPr indent="-381000" lvl="6" marL="3200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7pPr>
            <a:lvl8pPr indent="-381000" lvl="7" marL="3657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8pPr>
            <a:lvl9pPr indent="-381000" lvl="8" marL="4114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051">
          <p15:clr>
            <a:srgbClr val="FA7B17"/>
          </p15:clr>
        </p15:guide>
        <p15:guide id="2" orient="horz" pos="2555">
          <p15:clr>
            <a:srgbClr val="FA7B17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ullets">
  <p:cSld name="CUSTOM_10"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9" name="Google Shape;339;p28"/>
          <p:cNvGrpSpPr/>
          <p:nvPr/>
        </p:nvGrpSpPr>
        <p:grpSpPr>
          <a:xfrm flipH="1">
            <a:off x="1816364" y="2053175"/>
            <a:ext cx="16506008" cy="8224500"/>
            <a:chOff x="376006" y="684875"/>
            <a:chExt cx="16506008" cy="8224500"/>
          </a:xfrm>
        </p:grpSpPr>
        <p:sp>
          <p:nvSpPr>
            <p:cNvPr id="340" name="Google Shape;340;p28"/>
            <p:cNvSpPr/>
            <p:nvPr/>
          </p:nvSpPr>
          <p:spPr>
            <a:xfrm>
              <a:off x="13246014" y="684875"/>
              <a:ext cx="3636000" cy="3636000"/>
            </a:xfrm>
            <a:prstGeom prst="arc">
              <a:avLst>
                <a:gd fmla="val 16200000" name="adj1"/>
                <a:gd fmla="val 0" name="adj2"/>
              </a:avLst>
            </a:prstGeom>
            <a:noFill/>
            <a:ln cap="flat" cmpd="sng" w="762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cxnSp>
          <p:nvCxnSpPr>
            <p:cNvPr id="341" name="Google Shape;341;p28"/>
            <p:cNvCxnSpPr/>
            <p:nvPr/>
          </p:nvCxnSpPr>
          <p:spPr>
            <a:xfrm rot="10800000">
              <a:off x="376006" y="684875"/>
              <a:ext cx="14716200" cy="0"/>
            </a:xfrm>
            <a:prstGeom prst="straightConnector1">
              <a:avLst/>
            </a:prstGeom>
            <a:noFill/>
            <a:ln cap="flat" cmpd="sng" w="762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42" name="Google Shape;342;p28"/>
            <p:cNvCxnSpPr>
              <a:stCxn id="340" idx="2"/>
            </p:cNvCxnSpPr>
            <p:nvPr/>
          </p:nvCxnSpPr>
          <p:spPr>
            <a:xfrm>
              <a:off x="16882014" y="2502875"/>
              <a:ext cx="0" cy="6406500"/>
            </a:xfrm>
            <a:prstGeom prst="straightConnector1">
              <a:avLst/>
            </a:prstGeom>
            <a:noFill/>
            <a:ln cap="flat" cmpd="sng" w="762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343" name="Google Shape;343;p28"/>
          <p:cNvSpPr txBox="1"/>
          <p:nvPr>
            <p:ph idx="1" type="body"/>
          </p:nvPr>
        </p:nvSpPr>
        <p:spPr>
          <a:xfrm>
            <a:off x="3657650" y="5906375"/>
            <a:ext cx="5042700" cy="35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3pPr>
            <a:lvl4pPr indent="-381000" lvl="3" marL="1828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4pPr>
            <a:lvl5pPr indent="-381000" lvl="4" marL="22860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5pPr>
            <a:lvl6pPr indent="-381000" lvl="5" marL="2743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6pPr>
            <a:lvl7pPr indent="-381000" lvl="6" marL="3200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7pPr>
            <a:lvl8pPr indent="-381000" lvl="7" marL="3657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8pPr>
            <a:lvl9pPr indent="-381000" lvl="8" marL="4114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344" name="Google Shape;344;p28"/>
          <p:cNvSpPr txBox="1"/>
          <p:nvPr>
            <p:ph idx="2" type="body"/>
          </p:nvPr>
        </p:nvSpPr>
        <p:spPr>
          <a:xfrm>
            <a:off x="9587425" y="3759025"/>
            <a:ext cx="7786500" cy="56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3pPr>
            <a:lvl4pPr indent="-381000" lvl="3" marL="1828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4pPr>
            <a:lvl5pPr indent="-381000" lvl="4" marL="22860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5pPr>
            <a:lvl6pPr indent="-381000" lvl="5" marL="2743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6pPr>
            <a:lvl7pPr indent="-381000" lvl="6" marL="3200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7pPr>
            <a:lvl8pPr indent="-381000" lvl="7" marL="3657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8pPr>
            <a:lvl9pPr indent="-381000" lvl="8" marL="4114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345" name="Google Shape;345;p28"/>
          <p:cNvSpPr txBox="1"/>
          <p:nvPr>
            <p:ph type="title"/>
          </p:nvPr>
        </p:nvSpPr>
        <p:spPr>
          <a:xfrm>
            <a:off x="3657650" y="3759025"/>
            <a:ext cx="5042700" cy="138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000"/>
              <a:buFont typeface="Montserrat SemiBold"/>
              <a:buNone/>
              <a:defRPr sz="5000">
                <a:solidFill>
                  <a:schemeClr val="accent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304">
          <p15:clr>
            <a:srgbClr val="FA7B17"/>
          </p15:clr>
        </p15:guide>
        <p15:guide id="2" orient="horz" pos="2368">
          <p15:clr>
            <a:srgbClr val="FA7B17"/>
          </p15:clr>
        </p15:guide>
        <p15:guide id="3" orient="horz" pos="3721">
          <p15:clr>
            <a:srgbClr val="FA7B17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fico 1">
  <p:cSld name="CUSTOM_7"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29"/>
          <p:cNvSpPr/>
          <p:nvPr/>
        </p:nvSpPr>
        <p:spPr>
          <a:xfrm flipH="1">
            <a:off x="50" y="-3250"/>
            <a:ext cx="7008900" cy="10287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29"/>
          <p:cNvSpPr txBox="1"/>
          <p:nvPr/>
        </p:nvSpPr>
        <p:spPr>
          <a:xfrm>
            <a:off x="913900" y="929250"/>
            <a:ext cx="2436600" cy="19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500">
                <a:latin typeface="Archivo"/>
                <a:ea typeface="Archivo"/>
                <a:cs typeface="Archivo"/>
                <a:sym typeface="Archivo"/>
              </a:rPr>
              <a:t>Certified Tech Developer</a:t>
            </a:r>
            <a:endParaRPr sz="1500"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49" name="Google Shape;349;p29"/>
          <p:cNvSpPr txBox="1"/>
          <p:nvPr>
            <p:ph type="title"/>
          </p:nvPr>
        </p:nvSpPr>
        <p:spPr>
          <a:xfrm>
            <a:off x="923075" y="3340600"/>
            <a:ext cx="5477700" cy="376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Font typeface="Montserrat"/>
              <a:buNone/>
              <a:defRPr sz="40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098">
          <p15:clr>
            <a:srgbClr val="FA7B17"/>
          </p15:clr>
        </p15:guide>
        <p15:guide id="2" orient="horz" pos="4479">
          <p15:clr>
            <a:srgbClr val="FA7B17"/>
          </p15:clr>
        </p15:guide>
        <p15:guide id="3" pos="4032">
          <p15:clr>
            <a:srgbClr val="FA7B17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fico 2">
  <p:cSld name="CUSTOM_8"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30"/>
          <p:cNvSpPr/>
          <p:nvPr/>
        </p:nvSpPr>
        <p:spPr>
          <a:xfrm>
            <a:off x="-86275" y="4114800"/>
            <a:ext cx="18374400" cy="6168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52" name="Google Shape;352;p30"/>
          <p:cNvGrpSpPr/>
          <p:nvPr/>
        </p:nvGrpSpPr>
        <p:grpSpPr>
          <a:xfrm>
            <a:off x="17493237" y="9740090"/>
            <a:ext cx="429608" cy="178308"/>
            <a:chOff x="1207700" y="4333950"/>
            <a:chExt cx="334325" cy="138750"/>
          </a:xfrm>
        </p:grpSpPr>
        <p:sp>
          <p:nvSpPr>
            <p:cNvPr id="353" name="Google Shape;353;p30"/>
            <p:cNvSpPr/>
            <p:nvPr/>
          </p:nvSpPr>
          <p:spPr>
            <a:xfrm>
              <a:off x="1207700" y="4333950"/>
              <a:ext cx="139850" cy="138750"/>
            </a:xfrm>
            <a:custGeom>
              <a:rect b="b" l="l" r="r" t="t"/>
              <a:pathLst>
                <a:path extrusionOk="0" h="5550" w="5594">
                  <a:moveTo>
                    <a:pt x="3390" y="438"/>
                  </a:moveTo>
                  <a:cubicBezTo>
                    <a:pt x="4363" y="438"/>
                    <a:pt x="5148" y="1232"/>
                    <a:pt x="5148" y="2196"/>
                  </a:cubicBezTo>
                  <a:lnTo>
                    <a:pt x="5148" y="3346"/>
                  </a:lnTo>
                  <a:cubicBezTo>
                    <a:pt x="5148" y="4319"/>
                    <a:pt x="4363" y="5104"/>
                    <a:pt x="3390" y="5104"/>
                  </a:cubicBezTo>
                  <a:lnTo>
                    <a:pt x="437" y="5104"/>
                  </a:lnTo>
                  <a:lnTo>
                    <a:pt x="437" y="438"/>
                  </a:lnTo>
                  <a:close/>
                  <a:moveTo>
                    <a:pt x="0" y="1"/>
                  </a:moveTo>
                  <a:lnTo>
                    <a:pt x="0" y="5550"/>
                  </a:lnTo>
                  <a:lnTo>
                    <a:pt x="3390" y="5550"/>
                  </a:lnTo>
                  <a:cubicBezTo>
                    <a:pt x="4604" y="5550"/>
                    <a:pt x="5594" y="4560"/>
                    <a:pt x="5594" y="3346"/>
                  </a:cubicBezTo>
                  <a:lnTo>
                    <a:pt x="5594" y="2196"/>
                  </a:lnTo>
                  <a:cubicBezTo>
                    <a:pt x="5594" y="982"/>
                    <a:pt x="4604" y="1"/>
                    <a:pt x="339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" name="Google Shape;354;p30"/>
            <p:cNvSpPr/>
            <p:nvPr/>
          </p:nvSpPr>
          <p:spPr>
            <a:xfrm>
              <a:off x="1403300" y="4333950"/>
              <a:ext cx="138725" cy="138750"/>
            </a:xfrm>
            <a:custGeom>
              <a:rect b="b" l="l" r="r" t="t"/>
              <a:pathLst>
                <a:path extrusionOk="0" h="5550" w="5549">
                  <a:moveTo>
                    <a:pt x="0" y="1"/>
                  </a:moveTo>
                  <a:lnTo>
                    <a:pt x="0" y="5550"/>
                  </a:lnTo>
                  <a:lnTo>
                    <a:pt x="5549" y="5550"/>
                  </a:lnTo>
                  <a:lnTo>
                    <a:pt x="554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5" name="Google Shape;355;p30"/>
          <p:cNvSpPr txBox="1"/>
          <p:nvPr/>
        </p:nvSpPr>
        <p:spPr>
          <a:xfrm>
            <a:off x="913900" y="929250"/>
            <a:ext cx="2436600" cy="19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500">
                <a:latin typeface="Archivo"/>
                <a:ea typeface="Archivo"/>
                <a:cs typeface="Archivo"/>
                <a:sym typeface="Archivo"/>
              </a:rPr>
              <a:t>Certified Tech Developer</a:t>
            </a:r>
            <a:endParaRPr sz="1500"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56" name="Google Shape;356;p30"/>
          <p:cNvSpPr txBox="1"/>
          <p:nvPr>
            <p:ph type="title"/>
          </p:nvPr>
        </p:nvSpPr>
        <p:spPr>
          <a:xfrm>
            <a:off x="923075" y="1988700"/>
            <a:ext cx="77865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000"/>
              <a:buFont typeface="Montserrat SemiBold"/>
              <a:buNone/>
              <a:defRPr sz="5000">
                <a:solidFill>
                  <a:schemeClr val="accent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7" name="Google Shape;357;p30"/>
          <p:cNvSpPr txBox="1"/>
          <p:nvPr>
            <p:ph idx="1" type="body"/>
          </p:nvPr>
        </p:nvSpPr>
        <p:spPr>
          <a:xfrm>
            <a:off x="9587425" y="1988700"/>
            <a:ext cx="77865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3pPr>
            <a:lvl4pPr indent="-381000" lvl="3" marL="1828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4pPr>
            <a:lvl5pPr indent="-381000" lvl="4" marL="22860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5pPr>
            <a:lvl6pPr indent="-381000" lvl="5" marL="2743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6pPr>
            <a:lvl7pPr indent="-381000" lvl="6" marL="3200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7pPr>
            <a:lvl8pPr indent="-381000" lvl="7" marL="3657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8pPr>
            <a:lvl9pPr indent="-381000" lvl="8" marL="4114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701">
          <p15:clr>
            <a:srgbClr val="FA7B17"/>
          </p15:clr>
        </p15:guide>
        <p15:guide id="2" orient="horz" pos="1296">
          <p15:clr>
            <a:srgbClr val="FA7B17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quipo">
  <p:cSld name="CUSTOM_12"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31"/>
          <p:cNvSpPr/>
          <p:nvPr/>
        </p:nvSpPr>
        <p:spPr>
          <a:xfrm flipH="1">
            <a:off x="50" y="-3250"/>
            <a:ext cx="7008900" cy="102870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31"/>
          <p:cNvSpPr txBox="1"/>
          <p:nvPr>
            <p:ph idx="1" type="body"/>
          </p:nvPr>
        </p:nvSpPr>
        <p:spPr>
          <a:xfrm>
            <a:off x="1272850" y="6340975"/>
            <a:ext cx="7008900" cy="7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419100" lvl="0" marL="4572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Montserrat"/>
              <a:buChar char="■"/>
              <a:defRPr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419100" lvl="1" marL="9144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Montserrat"/>
              <a:buChar char="○"/>
              <a:defRPr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419100" lvl="2" marL="13716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Montserrat"/>
              <a:buChar char="■"/>
              <a:defRPr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419100" lvl="3" marL="18288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Montserrat"/>
              <a:buChar char="●"/>
              <a:defRPr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419100" lvl="4" marL="22860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Montserrat"/>
              <a:buChar char="○"/>
              <a:defRPr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419100" lvl="5" marL="27432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Montserrat"/>
              <a:buChar char="■"/>
              <a:defRPr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419100" lvl="6" marL="32004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Montserrat"/>
              <a:buChar char="●"/>
              <a:defRPr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419100" lvl="7" marL="36576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Montserrat"/>
              <a:buChar char="○"/>
              <a:defRPr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419100" lvl="8" marL="41148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Montserrat"/>
              <a:buChar char="■"/>
              <a:defRPr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361" name="Google Shape;361;p31"/>
          <p:cNvSpPr txBox="1"/>
          <p:nvPr>
            <p:ph idx="2" type="body"/>
          </p:nvPr>
        </p:nvSpPr>
        <p:spPr>
          <a:xfrm>
            <a:off x="2470675" y="6919025"/>
            <a:ext cx="3739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 Medium"/>
              <a:buChar char="■"/>
              <a:defRPr sz="24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 Medium"/>
              <a:buChar char="○"/>
              <a:defRPr sz="24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 Medium"/>
              <a:buChar char="■"/>
              <a:defRPr sz="24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indent="-381000" lvl="3" marL="18288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 Medium"/>
              <a:buChar char="●"/>
              <a:defRPr sz="24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indent="-381000" lvl="4" marL="22860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 Medium"/>
              <a:buChar char="○"/>
              <a:defRPr sz="24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indent="-381000" lvl="5" marL="27432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 Medium"/>
              <a:buChar char="■"/>
              <a:defRPr sz="24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indent="-381000" lvl="6" marL="32004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 Medium"/>
              <a:buChar char="●"/>
              <a:defRPr sz="24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indent="-381000" lvl="7" marL="36576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 Medium"/>
              <a:buChar char="○"/>
              <a:defRPr sz="24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indent="-381000" lvl="8" marL="41148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 Medium"/>
              <a:buChar char="■"/>
              <a:defRPr sz="24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62" name="Google Shape;362;p31"/>
          <p:cNvSpPr/>
          <p:nvPr/>
        </p:nvSpPr>
        <p:spPr>
          <a:xfrm>
            <a:off x="913750" y="4890763"/>
            <a:ext cx="5477700" cy="7830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</p:txBody>
      </p:sp>
      <p:sp>
        <p:nvSpPr>
          <p:cNvPr id="363" name="Google Shape;363;p31"/>
          <p:cNvSpPr txBox="1"/>
          <p:nvPr>
            <p:ph type="title"/>
          </p:nvPr>
        </p:nvSpPr>
        <p:spPr>
          <a:xfrm>
            <a:off x="1272850" y="4823750"/>
            <a:ext cx="4829400" cy="8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000"/>
              <a:buFont typeface="Montserrat"/>
              <a:buNone/>
              <a:defRPr sz="50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364" name="Google Shape;364;p31"/>
          <p:cNvSpPr txBox="1"/>
          <p:nvPr/>
        </p:nvSpPr>
        <p:spPr>
          <a:xfrm>
            <a:off x="1149525" y="6898675"/>
            <a:ext cx="1758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4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Apodo:</a:t>
            </a:r>
            <a:endParaRPr sz="24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365" name="Google Shape;365;p31"/>
          <p:cNvGrpSpPr/>
          <p:nvPr/>
        </p:nvGrpSpPr>
        <p:grpSpPr>
          <a:xfrm flipH="1">
            <a:off x="-770" y="9415722"/>
            <a:ext cx="5477995" cy="871316"/>
            <a:chOff x="10502644" y="12808"/>
            <a:chExt cx="5058634" cy="804614"/>
          </a:xfrm>
        </p:grpSpPr>
        <p:sp>
          <p:nvSpPr>
            <p:cNvPr id="366" name="Google Shape;366;p31"/>
            <p:cNvSpPr/>
            <p:nvPr/>
          </p:nvSpPr>
          <p:spPr>
            <a:xfrm rot="-5400000">
              <a:off x="11152444" y="-636992"/>
              <a:ext cx="804600" cy="2104200"/>
            </a:xfrm>
            <a:prstGeom prst="round2SameRect">
              <a:avLst>
                <a:gd fmla="val 50000" name="adj1"/>
                <a:gd fmla="val 0" name="adj2"/>
              </a:avLst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" name="Google Shape;367;p31"/>
            <p:cNvSpPr/>
            <p:nvPr/>
          </p:nvSpPr>
          <p:spPr>
            <a:xfrm>
              <a:off x="13411478" y="12822"/>
              <a:ext cx="2149800" cy="804600"/>
            </a:xfrm>
            <a:prstGeom prst="roundRect">
              <a:avLst>
                <a:gd fmla="val 50000" name="adj"/>
              </a:avLst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" name="Google Shape;368;p31"/>
            <p:cNvSpPr/>
            <p:nvPr/>
          </p:nvSpPr>
          <p:spPr>
            <a:xfrm>
              <a:off x="14835222" y="145997"/>
              <a:ext cx="538200" cy="5382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" name="Google Shape;369;p31"/>
            <p:cNvSpPr/>
            <p:nvPr/>
          </p:nvSpPr>
          <p:spPr>
            <a:xfrm>
              <a:off x="12606885" y="12818"/>
              <a:ext cx="804600" cy="804600"/>
            </a:xfrm>
            <a:prstGeom prst="ellipse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70" name="Google Shape;370;p31"/>
          <p:cNvGrpSpPr/>
          <p:nvPr/>
        </p:nvGrpSpPr>
        <p:grpSpPr>
          <a:xfrm rot="5400000">
            <a:off x="13397464" y="3548287"/>
            <a:ext cx="8438814" cy="1342257"/>
            <a:chOff x="10502644" y="12808"/>
            <a:chExt cx="5058634" cy="804614"/>
          </a:xfrm>
        </p:grpSpPr>
        <p:sp>
          <p:nvSpPr>
            <p:cNvPr id="371" name="Google Shape;371;p31"/>
            <p:cNvSpPr/>
            <p:nvPr/>
          </p:nvSpPr>
          <p:spPr>
            <a:xfrm rot="-5400000">
              <a:off x="11152444" y="-636992"/>
              <a:ext cx="804600" cy="2104200"/>
            </a:xfrm>
            <a:prstGeom prst="round2SameRect">
              <a:avLst>
                <a:gd fmla="val 50000" name="adj1"/>
                <a:gd fmla="val 0" name="adj2"/>
              </a:avLst>
            </a:prstGeom>
            <a:noFill/>
            <a:ln cap="flat" cmpd="sng" w="3810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" name="Google Shape;372;p31"/>
            <p:cNvSpPr/>
            <p:nvPr/>
          </p:nvSpPr>
          <p:spPr>
            <a:xfrm>
              <a:off x="13411478" y="12822"/>
              <a:ext cx="2149800" cy="804600"/>
            </a:xfrm>
            <a:prstGeom prst="roundRect">
              <a:avLst>
                <a:gd fmla="val 50000" name="adj"/>
              </a:avLst>
            </a:prstGeom>
            <a:noFill/>
            <a:ln cap="flat" cmpd="sng" w="38100">
              <a:solidFill>
                <a:srgbClr val="53419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" name="Google Shape;373;p31"/>
            <p:cNvSpPr/>
            <p:nvPr/>
          </p:nvSpPr>
          <p:spPr>
            <a:xfrm>
              <a:off x="14835222" y="145997"/>
              <a:ext cx="538200" cy="53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" name="Google Shape;374;p31"/>
            <p:cNvSpPr/>
            <p:nvPr/>
          </p:nvSpPr>
          <p:spPr>
            <a:xfrm>
              <a:off x="12606885" y="12818"/>
              <a:ext cx="804600" cy="804600"/>
            </a:xfrm>
            <a:prstGeom prst="ellipse">
              <a:avLst/>
            </a:prstGeom>
            <a:noFill/>
            <a:ln cap="flat" cmpd="sng" w="38100">
              <a:solidFill>
                <a:srgbClr val="3F3F3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75" name="Google Shape;375;p31"/>
          <p:cNvSpPr txBox="1"/>
          <p:nvPr>
            <p:ph idx="3" type="body"/>
          </p:nvPr>
        </p:nvSpPr>
        <p:spPr>
          <a:xfrm>
            <a:off x="8138825" y="3052925"/>
            <a:ext cx="7368000" cy="45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3pPr>
            <a:lvl4pPr indent="-381000" lvl="3" marL="1828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4pPr>
            <a:lvl5pPr indent="-381000" lvl="4" marL="22860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5pPr>
            <a:lvl6pPr indent="-381000" lvl="5" marL="2743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6pPr>
            <a:lvl7pPr indent="-381000" lvl="6" marL="3200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7pPr>
            <a:lvl8pPr indent="-381000" lvl="7" marL="3657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8pPr>
            <a:lvl9pPr indent="-381000" lvl="8" marL="4114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127">
          <p15:clr>
            <a:srgbClr val="FA7B17"/>
          </p15:clr>
        </p15:guide>
        <p15:guide id="2" orient="horz" pos="4346">
          <p15:clr>
            <a:srgbClr val="FA7B17"/>
          </p15:clr>
        </p15:guide>
        <p15:guide id="3" orient="horz" pos="4695">
          <p15:clr>
            <a:srgbClr val="FA7B17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ntajas + desventajas">
  <p:cSld name="CUSTOM_11"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32"/>
          <p:cNvSpPr/>
          <p:nvPr/>
        </p:nvSpPr>
        <p:spPr>
          <a:xfrm flipH="1">
            <a:off x="9144000" y="0"/>
            <a:ext cx="9144000" cy="10287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32"/>
          <p:cNvSpPr/>
          <p:nvPr/>
        </p:nvSpPr>
        <p:spPr>
          <a:xfrm>
            <a:off x="3582250" y="1676187"/>
            <a:ext cx="2496300" cy="7269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</p:txBody>
      </p:sp>
      <p:sp>
        <p:nvSpPr>
          <p:cNvPr id="379" name="Google Shape;379;p32"/>
          <p:cNvSpPr txBox="1"/>
          <p:nvPr/>
        </p:nvSpPr>
        <p:spPr>
          <a:xfrm>
            <a:off x="913750" y="1808776"/>
            <a:ext cx="7786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0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Ventajas</a:t>
            </a:r>
            <a:endParaRPr sz="30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80" name="Google Shape;380;p32"/>
          <p:cNvSpPr/>
          <p:nvPr/>
        </p:nvSpPr>
        <p:spPr>
          <a:xfrm>
            <a:off x="11722762" y="1676175"/>
            <a:ext cx="3529800" cy="726900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</p:txBody>
      </p:sp>
      <p:sp>
        <p:nvSpPr>
          <p:cNvPr id="381" name="Google Shape;381;p32"/>
          <p:cNvSpPr txBox="1"/>
          <p:nvPr/>
        </p:nvSpPr>
        <p:spPr>
          <a:xfrm>
            <a:off x="9587425" y="1808776"/>
            <a:ext cx="7786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0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Desventajas</a:t>
            </a:r>
            <a:endParaRPr sz="30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382" name="Google Shape;382;p32"/>
          <p:cNvGrpSpPr/>
          <p:nvPr/>
        </p:nvGrpSpPr>
        <p:grpSpPr>
          <a:xfrm>
            <a:off x="4364229" y="8704414"/>
            <a:ext cx="932353" cy="932353"/>
            <a:chOff x="3964000" y="1705108"/>
            <a:chExt cx="1047000" cy="1047000"/>
          </a:xfrm>
        </p:grpSpPr>
        <p:sp>
          <p:nvSpPr>
            <p:cNvPr id="383" name="Google Shape;383;p32"/>
            <p:cNvSpPr/>
            <p:nvPr/>
          </p:nvSpPr>
          <p:spPr>
            <a:xfrm>
              <a:off x="3964000" y="1705108"/>
              <a:ext cx="1047000" cy="1047000"/>
            </a:xfrm>
            <a:prstGeom prst="ellipse">
              <a:avLst/>
            </a:prstGeom>
            <a:noFill/>
            <a:ln cap="flat" cmpd="sng" w="381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84" name="Google Shape;384;p32"/>
            <p:cNvGrpSpPr/>
            <p:nvPr/>
          </p:nvGrpSpPr>
          <p:grpSpPr>
            <a:xfrm>
              <a:off x="4161035" y="2025037"/>
              <a:ext cx="652231" cy="407986"/>
              <a:chOff x="-3323750" y="5971792"/>
              <a:chExt cx="1161586" cy="726600"/>
            </a:xfrm>
          </p:grpSpPr>
          <p:cxnSp>
            <p:nvCxnSpPr>
              <p:cNvPr id="385" name="Google Shape;385;p32"/>
              <p:cNvCxnSpPr/>
              <p:nvPr/>
            </p:nvCxnSpPr>
            <p:spPr>
              <a:xfrm>
                <a:off x="-3323750" y="6246592"/>
                <a:ext cx="451800" cy="4518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accent3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86" name="Google Shape;386;p32"/>
              <p:cNvCxnSpPr/>
              <p:nvPr/>
            </p:nvCxnSpPr>
            <p:spPr>
              <a:xfrm flipH="1">
                <a:off x="-2897164" y="5971792"/>
                <a:ext cx="735000" cy="7266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accent3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387" name="Google Shape;387;p32"/>
          <p:cNvGrpSpPr/>
          <p:nvPr/>
        </p:nvGrpSpPr>
        <p:grpSpPr>
          <a:xfrm>
            <a:off x="13021472" y="8704413"/>
            <a:ext cx="932354" cy="932353"/>
            <a:chOff x="13185763" y="1833383"/>
            <a:chExt cx="1047000" cy="1047000"/>
          </a:xfrm>
        </p:grpSpPr>
        <p:grpSp>
          <p:nvGrpSpPr>
            <p:cNvPr id="388" name="Google Shape;388;p32"/>
            <p:cNvGrpSpPr/>
            <p:nvPr/>
          </p:nvGrpSpPr>
          <p:grpSpPr>
            <a:xfrm>
              <a:off x="13502462" y="2153171"/>
              <a:ext cx="412703" cy="407986"/>
              <a:chOff x="-4314451" y="4293067"/>
              <a:chExt cx="735000" cy="726600"/>
            </a:xfrm>
          </p:grpSpPr>
          <p:cxnSp>
            <p:nvCxnSpPr>
              <p:cNvPr id="389" name="Google Shape;389;p32"/>
              <p:cNvCxnSpPr/>
              <p:nvPr/>
            </p:nvCxnSpPr>
            <p:spPr>
              <a:xfrm>
                <a:off x="-4314451" y="4293067"/>
                <a:ext cx="735000" cy="7266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0" name="Google Shape;390;p32"/>
              <p:cNvCxnSpPr/>
              <p:nvPr/>
            </p:nvCxnSpPr>
            <p:spPr>
              <a:xfrm flipH="1">
                <a:off x="-4314451" y="4293067"/>
                <a:ext cx="735000" cy="7266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391" name="Google Shape;391;p32"/>
            <p:cNvSpPr/>
            <p:nvPr/>
          </p:nvSpPr>
          <p:spPr>
            <a:xfrm>
              <a:off x="13185763" y="1833383"/>
              <a:ext cx="1047000" cy="1047000"/>
            </a:xfrm>
            <a:prstGeom prst="ellipse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92" name="Google Shape;392;p32"/>
          <p:cNvGrpSpPr/>
          <p:nvPr/>
        </p:nvGrpSpPr>
        <p:grpSpPr>
          <a:xfrm>
            <a:off x="17493237" y="9740090"/>
            <a:ext cx="429608" cy="178308"/>
            <a:chOff x="1207700" y="4333950"/>
            <a:chExt cx="334325" cy="138750"/>
          </a:xfrm>
        </p:grpSpPr>
        <p:sp>
          <p:nvSpPr>
            <p:cNvPr id="393" name="Google Shape;393;p32"/>
            <p:cNvSpPr/>
            <p:nvPr/>
          </p:nvSpPr>
          <p:spPr>
            <a:xfrm>
              <a:off x="1207700" y="4333950"/>
              <a:ext cx="139850" cy="138750"/>
            </a:xfrm>
            <a:custGeom>
              <a:rect b="b" l="l" r="r" t="t"/>
              <a:pathLst>
                <a:path extrusionOk="0" h="5550" w="5594">
                  <a:moveTo>
                    <a:pt x="3390" y="438"/>
                  </a:moveTo>
                  <a:cubicBezTo>
                    <a:pt x="4363" y="438"/>
                    <a:pt x="5148" y="1232"/>
                    <a:pt x="5148" y="2196"/>
                  </a:cubicBezTo>
                  <a:lnTo>
                    <a:pt x="5148" y="3346"/>
                  </a:lnTo>
                  <a:cubicBezTo>
                    <a:pt x="5148" y="4319"/>
                    <a:pt x="4363" y="5104"/>
                    <a:pt x="3390" y="5104"/>
                  </a:cubicBezTo>
                  <a:lnTo>
                    <a:pt x="437" y="5104"/>
                  </a:lnTo>
                  <a:lnTo>
                    <a:pt x="437" y="438"/>
                  </a:lnTo>
                  <a:close/>
                  <a:moveTo>
                    <a:pt x="0" y="1"/>
                  </a:moveTo>
                  <a:lnTo>
                    <a:pt x="0" y="5550"/>
                  </a:lnTo>
                  <a:lnTo>
                    <a:pt x="3390" y="5550"/>
                  </a:lnTo>
                  <a:cubicBezTo>
                    <a:pt x="4604" y="5550"/>
                    <a:pt x="5594" y="4560"/>
                    <a:pt x="5594" y="3346"/>
                  </a:cubicBezTo>
                  <a:lnTo>
                    <a:pt x="5594" y="2196"/>
                  </a:lnTo>
                  <a:cubicBezTo>
                    <a:pt x="5594" y="982"/>
                    <a:pt x="4604" y="1"/>
                    <a:pt x="339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" name="Google Shape;394;p32"/>
            <p:cNvSpPr/>
            <p:nvPr/>
          </p:nvSpPr>
          <p:spPr>
            <a:xfrm>
              <a:off x="1403300" y="4333950"/>
              <a:ext cx="138725" cy="138750"/>
            </a:xfrm>
            <a:custGeom>
              <a:rect b="b" l="l" r="r" t="t"/>
              <a:pathLst>
                <a:path extrusionOk="0" h="5550" w="5549">
                  <a:moveTo>
                    <a:pt x="0" y="1"/>
                  </a:moveTo>
                  <a:lnTo>
                    <a:pt x="0" y="5550"/>
                  </a:lnTo>
                  <a:lnTo>
                    <a:pt x="5549" y="5550"/>
                  </a:lnTo>
                  <a:lnTo>
                    <a:pt x="554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5" name="Google Shape;395;p32"/>
          <p:cNvSpPr txBox="1"/>
          <p:nvPr>
            <p:ph type="title"/>
          </p:nvPr>
        </p:nvSpPr>
        <p:spPr>
          <a:xfrm>
            <a:off x="913750" y="2622900"/>
            <a:ext cx="7786500" cy="9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Montserrat SemiBold"/>
              <a:buNone/>
              <a:defRPr sz="50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96" name="Google Shape;396;p32"/>
          <p:cNvSpPr txBox="1"/>
          <p:nvPr>
            <p:ph idx="2" type="title"/>
          </p:nvPr>
        </p:nvSpPr>
        <p:spPr>
          <a:xfrm>
            <a:off x="9587425" y="2622900"/>
            <a:ext cx="7786500" cy="9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Montserrat SemiBold"/>
              <a:buNone/>
              <a:defRPr sz="50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97" name="Google Shape;397;p32"/>
          <p:cNvSpPr txBox="1"/>
          <p:nvPr>
            <p:ph idx="1" type="body"/>
          </p:nvPr>
        </p:nvSpPr>
        <p:spPr>
          <a:xfrm>
            <a:off x="1555600" y="4305300"/>
            <a:ext cx="6502800" cy="31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3pPr>
            <a:lvl4pPr indent="-381000" lvl="3" marL="1828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4pPr>
            <a:lvl5pPr indent="-381000" lvl="4" marL="22860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5pPr>
            <a:lvl6pPr indent="-381000" lvl="5" marL="2743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6pPr>
            <a:lvl7pPr indent="-381000" lvl="6" marL="3200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7pPr>
            <a:lvl8pPr indent="-381000" lvl="7" marL="3657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8pPr>
            <a:lvl9pPr indent="-381000" lvl="8" marL="4114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398" name="Google Shape;398;p32"/>
          <p:cNvSpPr txBox="1"/>
          <p:nvPr>
            <p:ph idx="3" type="body"/>
          </p:nvPr>
        </p:nvSpPr>
        <p:spPr>
          <a:xfrm>
            <a:off x="10236250" y="4305300"/>
            <a:ext cx="6502800" cy="31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3pPr>
            <a:lvl4pPr indent="-381000" lvl="3" marL="1828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4pPr>
            <a:lvl5pPr indent="-381000" lvl="4" marL="22860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5pPr>
            <a:lvl6pPr indent="-381000" lvl="5" marL="2743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6pPr>
            <a:lvl7pPr indent="-381000" lvl="6" marL="3200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7pPr>
            <a:lvl8pPr indent="-381000" lvl="7" marL="3657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8pPr>
            <a:lvl9pPr indent="-381000" lvl="8" marL="4114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098">
          <p15:clr>
            <a:srgbClr val="FA7B17"/>
          </p15:clr>
        </p15:guide>
        <p15:guide id="2" orient="horz" pos="2891">
          <p15:clr>
            <a:srgbClr val="FA7B17"/>
          </p15:clr>
        </p15:guide>
        <p15:guide id="3" pos="980">
          <p15:clr>
            <a:srgbClr val="FA7B17"/>
          </p15:clr>
        </p15:guide>
        <p15:guide id="4" pos="5076">
          <p15:clr>
            <a:srgbClr val="FA7B17"/>
          </p15:clr>
        </p15:guide>
        <p15:guide id="5" pos="6444">
          <p15:clr>
            <a:srgbClr val="FA7B17"/>
          </p15:clr>
        </p15:guide>
        <p15:guide id="6" pos="10540">
          <p15:clr>
            <a:srgbClr val="FA7B17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TITLE_6_1"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4 - 4 Blocks 2">
  <p:cSld name="TITLE_3_2">
    <p:bg>
      <p:bgPr>
        <a:solidFill>
          <a:srgbClr val="FDCF49"/>
        </a:solidFill>
      </p:bgPr>
    </p:bg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34"/>
          <p:cNvSpPr txBox="1"/>
          <p:nvPr/>
        </p:nvSpPr>
        <p:spPr>
          <a:xfrm>
            <a:off x="2170050" y="1964250"/>
            <a:ext cx="13947900" cy="7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400"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402" name="Google Shape;402;p34"/>
          <p:cNvGrpSpPr/>
          <p:nvPr/>
        </p:nvGrpSpPr>
        <p:grpSpPr>
          <a:xfrm>
            <a:off x="14107463" y="9450000"/>
            <a:ext cx="3957972" cy="536147"/>
            <a:chOff x="913788" y="717625"/>
            <a:chExt cx="3957972" cy="536147"/>
          </a:xfrm>
        </p:grpSpPr>
        <p:grpSp>
          <p:nvGrpSpPr>
            <p:cNvPr id="403" name="Google Shape;403;p34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404" name="Google Shape;404;p34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5" name="Google Shape;405;p34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6" name="Google Shape;406;p34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7" name="Google Shape;407;p34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8" name="Google Shape;408;p34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9" name="Google Shape;409;p34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0" name="Google Shape;410;p34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1" name="Google Shape;411;p34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2" name="Google Shape;412;p34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3" name="Google Shape;413;p34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4" name="Google Shape;414;p34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5" name="Google Shape;415;p34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16" name="Google Shape;416;p34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lang="es-419" sz="20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2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417" name="Google Shape;417;p34"/>
          <p:cNvSpPr txBox="1"/>
          <p:nvPr/>
        </p:nvSpPr>
        <p:spPr>
          <a:xfrm>
            <a:off x="2423500" y="1185975"/>
            <a:ext cx="14664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418" name="Google Shape;418;p34"/>
          <p:cNvSpPr/>
          <p:nvPr/>
        </p:nvSpPr>
        <p:spPr>
          <a:xfrm flipH="1" rot="10800000">
            <a:off x="0" y="349075"/>
            <a:ext cx="18279300" cy="11205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34"/>
          <p:cNvSpPr/>
          <p:nvPr/>
        </p:nvSpPr>
        <p:spPr>
          <a:xfrm>
            <a:off x="385800" y="645313"/>
            <a:ext cx="528000" cy="528000"/>
          </a:xfrm>
          <a:prstGeom prst="ellipse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0" name="Google Shape;420;p34"/>
          <p:cNvGrpSpPr/>
          <p:nvPr/>
        </p:nvGrpSpPr>
        <p:grpSpPr>
          <a:xfrm>
            <a:off x="506749" y="742640"/>
            <a:ext cx="286007" cy="315576"/>
            <a:chOff x="1438525" y="7114399"/>
            <a:chExt cx="1138564" cy="1256274"/>
          </a:xfrm>
        </p:grpSpPr>
        <p:sp>
          <p:nvSpPr>
            <p:cNvPr id="421" name="Google Shape;421;p34"/>
            <p:cNvSpPr/>
            <p:nvPr/>
          </p:nvSpPr>
          <p:spPr>
            <a:xfrm>
              <a:off x="1438525" y="7801266"/>
              <a:ext cx="1138564" cy="569407"/>
            </a:xfrm>
            <a:custGeom>
              <a:rect b="b" l="l" r="r" t="t"/>
              <a:pathLst>
                <a:path extrusionOk="0" h="3534" w="7067">
                  <a:moveTo>
                    <a:pt x="3534" y="1"/>
                  </a:moveTo>
                  <a:cubicBezTo>
                    <a:pt x="1584" y="1"/>
                    <a:pt x="1" y="1584"/>
                    <a:pt x="1" y="3534"/>
                  </a:cubicBezTo>
                  <a:lnTo>
                    <a:pt x="7067" y="3534"/>
                  </a:lnTo>
                  <a:cubicBezTo>
                    <a:pt x="7067" y="1584"/>
                    <a:pt x="5484" y="1"/>
                    <a:pt x="35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" name="Google Shape;422;p34"/>
            <p:cNvSpPr/>
            <p:nvPr/>
          </p:nvSpPr>
          <p:spPr>
            <a:xfrm>
              <a:off x="1680348" y="7114399"/>
              <a:ext cx="654912" cy="654157"/>
            </a:xfrm>
            <a:custGeom>
              <a:rect b="b" l="l" r="r" t="t"/>
              <a:pathLst>
                <a:path extrusionOk="0" h="4060" w="4065">
                  <a:moveTo>
                    <a:pt x="2033" y="0"/>
                  </a:moveTo>
                  <a:cubicBezTo>
                    <a:pt x="913" y="0"/>
                    <a:pt x="1" y="907"/>
                    <a:pt x="1" y="2028"/>
                  </a:cubicBezTo>
                  <a:cubicBezTo>
                    <a:pt x="1" y="3152"/>
                    <a:pt x="913" y="4060"/>
                    <a:pt x="2033" y="4060"/>
                  </a:cubicBezTo>
                  <a:cubicBezTo>
                    <a:pt x="3153" y="4060"/>
                    <a:pt x="4065" y="3152"/>
                    <a:pt x="4065" y="2028"/>
                  </a:cubicBezTo>
                  <a:cubicBezTo>
                    <a:pt x="4065" y="907"/>
                    <a:pt x="3153" y="0"/>
                    <a:pt x="2033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23" name="Google Shape;423;p34"/>
          <p:cNvSpPr txBox="1"/>
          <p:nvPr/>
        </p:nvSpPr>
        <p:spPr>
          <a:xfrm>
            <a:off x="6925800" y="5286250"/>
            <a:ext cx="104481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700">
              <a:solidFill>
                <a:srgbClr val="16161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3240">
          <p15:clr>
            <a:srgbClr val="FA7B17"/>
          </p15:clr>
        </p15:guide>
        <p15:guide id="2" pos="5760">
          <p15:clr>
            <a:srgbClr val="FA7B17"/>
          </p15:clr>
        </p15:guide>
        <p15:guide id="3" pos="576">
          <p15:clr>
            <a:srgbClr val="FA7B17"/>
          </p15:clr>
        </p15:guide>
        <p15:guide id="4" pos="5184">
          <p15:clr>
            <a:srgbClr val="FA7B17"/>
          </p15:clr>
        </p15:guide>
        <p15:guide id="5" pos="6336">
          <p15:clr>
            <a:srgbClr val="FA7B17"/>
          </p15:clr>
        </p15:guide>
        <p15:guide id="6" pos="10944">
          <p15:clr>
            <a:srgbClr val="FA7B17"/>
          </p15:clr>
        </p15:guide>
        <p15:guide id="7" pos="1152">
          <p15:clr>
            <a:srgbClr val="FA7B17"/>
          </p15:clr>
        </p15:guide>
        <p15:guide id="8" pos="1728">
          <p15:clr>
            <a:srgbClr val="FA7B17"/>
          </p15:clr>
        </p15:guide>
        <p15:guide id="9" pos="2304">
          <p15:clr>
            <a:srgbClr val="FA7B17"/>
          </p15:clr>
        </p15:guide>
        <p15:guide id="10" pos="2880">
          <p15:clr>
            <a:srgbClr val="FA7B17"/>
          </p15:clr>
        </p15:guide>
        <p15:guide id="11" pos="3456">
          <p15:clr>
            <a:srgbClr val="FA7B17"/>
          </p15:clr>
        </p15:guide>
        <p15:guide id="12" pos="4032">
          <p15:clr>
            <a:srgbClr val="FA7B17"/>
          </p15:clr>
        </p15:guide>
        <p15:guide id="13" pos="4612">
          <p15:clr>
            <a:srgbClr val="FA7B17"/>
          </p15:clr>
        </p15:guide>
        <p15:guide id="14" pos="6912">
          <p15:clr>
            <a:srgbClr val="FA7B17"/>
          </p15:clr>
        </p15:guide>
        <p15:guide id="15" pos="7488">
          <p15:clr>
            <a:srgbClr val="FA7B17"/>
          </p15:clr>
        </p15:guide>
        <p15:guide id="16" pos="8064">
          <p15:clr>
            <a:srgbClr val="FA7B17"/>
          </p15:clr>
        </p15:guide>
        <p15:guide id="17" pos="8640">
          <p15:clr>
            <a:srgbClr val="FA7B17"/>
          </p15:clr>
        </p15:guide>
        <p15:guide id="18" pos="9216">
          <p15:clr>
            <a:srgbClr val="FA7B17"/>
          </p15:clr>
        </p15:guide>
        <p15:guide id="19" pos="9792">
          <p15:clr>
            <a:srgbClr val="FA7B17"/>
          </p15:clr>
        </p15:guide>
        <p15:guide id="20" pos="10368">
          <p15:clr>
            <a:srgbClr val="FA7B17"/>
          </p15:clr>
        </p15:guide>
        <p15:guide id="21" orient="horz" pos="2592">
          <p15:clr>
            <a:srgbClr val="FA7B17"/>
          </p15:clr>
        </p15:guide>
        <p15:guide id="22" orient="horz" pos="1944">
          <p15:clr>
            <a:srgbClr val="FA7B17"/>
          </p15:clr>
        </p15:guide>
        <p15:guide id="23" orient="horz" pos="1296">
          <p15:clr>
            <a:srgbClr val="FA7B17"/>
          </p15:clr>
        </p15:guide>
        <p15:guide id="24" orient="horz" pos="648">
          <p15:clr>
            <a:srgbClr val="FA7B17"/>
          </p15:clr>
        </p15:guide>
        <p15:guide id="25" orient="horz" pos="3888">
          <p15:clr>
            <a:srgbClr val="FA7B17"/>
          </p15:clr>
        </p15:guide>
        <p15:guide id="26" orient="horz" pos="4536">
          <p15:clr>
            <a:srgbClr val="FA7B17"/>
          </p15:clr>
        </p15:guide>
        <p15:guide id="27" orient="horz" pos="5184">
          <p15:clr>
            <a:srgbClr val="FA7B17"/>
          </p15:clr>
        </p15:guide>
        <p15:guide id="28" orient="horz" pos="5832">
          <p15:clr>
            <a:srgbClr val="FA7B17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5 - Moodboards ">
  <p:cSld name="TITLE_3_1_1_1_1_1"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35"/>
          <p:cNvSpPr/>
          <p:nvPr/>
        </p:nvSpPr>
        <p:spPr>
          <a:xfrm>
            <a:off x="16857175" y="1029000"/>
            <a:ext cx="516714" cy="507192"/>
          </a:xfrm>
          <a:custGeom>
            <a:rect b="b" l="l" r="r" t="t"/>
            <a:pathLst>
              <a:path extrusionOk="0" h="589758" w="600830">
                <a:moveTo>
                  <a:pt x="544572" y="201585"/>
                </a:moveTo>
                <a:cubicBezTo>
                  <a:pt x="547332" y="189641"/>
                  <a:pt x="548843" y="177233"/>
                  <a:pt x="548843" y="164447"/>
                </a:cubicBezTo>
                <a:cubicBezTo>
                  <a:pt x="548843" y="73636"/>
                  <a:pt x="475207" y="0"/>
                  <a:pt x="384368" y="0"/>
                </a:cubicBezTo>
                <a:cubicBezTo>
                  <a:pt x="353419" y="0"/>
                  <a:pt x="324447" y="8573"/>
                  <a:pt x="299718" y="23451"/>
                </a:cubicBezTo>
                <a:cubicBezTo>
                  <a:pt x="275017" y="8573"/>
                  <a:pt x="246045" y="0"/>
                  <a:pt x="215097" y="0"/>
                </a:cubicBezTo>
                <a:cubicBezTo>
                  <a:pt x="124287" y="0"/>
                  <a:pt x="50650" y="73636"/>
                  <a:pt x="50650" y="164447"/>
                </a:cubicBezTo>
                <a:cubicBezTo>
                  <a:pt x="50650" y="177582"/>
                  <a:pt x="52249" y="190339"/>
                  <a:pt x="55155" y="202573"/>
                </a:cubicBezTo>
                <a:cubicBezTo>
                  <a:pt x="21330" y="232707"/>
                  <a:pt x="0" y="276558"/>
                  <a:pt x="0" y="325406"/>
                </a:cubicBezTo>
                <a:cubicBezTo>
                  <a:pt x="0" y="410957"/>
                  <a:pt x="65325" y="481222"/>
                  <a:pt x="148813" y="489097"/>
                </a:cubicBezTo>
                <a:cubicBezTo>
                  <a:pt x="173717" y="548233"/>
                  <a:pt x="232213" y="589759"/>
                  <a:pt x="300415" y="589759"/>
                </a:cubicBezTo>
                <a:cubicBezTo>
                  <a:pt x="368617" y="589759"/>
                  <a:pt x="427114" y="548233"/>
                  <a:pt x="452018" y="489097"/>
                </a:cubicBezTo>
                <a:cubicBezTo>
                  <a:pt x="535505" y="481222"/>
                  <a:pt x="600830" y="410957"/>
                  <a:pt x="600830" y="325406"/>
                </a:cubicBezTo>
                <a:cubicBezTo>
                  <a:pt x="600860" y="276005"/>
                  <a:pt x="579065" y="231719"/>
                  <a:pt x="544572" y="201585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26" name="Google Shape;426;p3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4" y="0"/>
            <a:ext cx="18288000" cy="10286995"/>
          </a:xfrm>
          <a:prstGeom prst="rect">
            <a:avLst/>
          </a:prstGeom>
          <a:noFill/>
          <a:ln>
            <a:noFill/>
          </a:ln>
        </p:spPr>
      </p:pic>
      <p:sp>
        <p:nvSpPr>
          <p:cNvPr id="427" name="Google Shape;427;p35"/>
          <p:cNvSpPr txBox="1"/>
          <p:nvPr/>
        </p:nvSpPr>
        <p:spPr>
          <a:xfrm>
            <a:off x="1828850" y="2126550"/>
            <a:ext cx="12245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428" name="Google Shape;428;p35"/>
          <p:cNvGrpSpPr/>
          <p:nvPr/>
        </p:nvGrpSpPr>
        <p:grpSpPr>
          <a:xfrm>
            <a:off x="13932113" y="9450575"/>
            <a:ext cx="4067897" cy="536147"/>
            <a:chOff x="13906313" y="246425"/>
            <a:chExt cx="4067897" cy="536147"/>
          </a:xfrm>
        </p:grpSpPr>
        <p:sp>
          <p:nvSpPr>
            <p:cNvPr id="429" name="Google Shape;429;p35"/>
            <p:cNvSpPr/>
            <p:nvPr/>
          </p:nvSpPr>
          <p:spPr>
            <a:xfrm>
              <a:off x="16422650" y="2464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lang="es-419" sz="2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grpSp>
          <p:nvGrpSpPr>
            <p:cNvPr id="430" name="Google Shape;430;p35"/>
            <p:cNvGrpSpPr/>
            <p:nvPr/>
          </p:nvGrpSpPr>
          <p:grpSpPr>
            <a:xfrm>
              <a:off x="13906313" y="424500"/>
              <a:ext cx="2251983" cy="179993"/>
              <a:chOff x="4935498" y="1642212"/>
              <a:chExt cx="2734980" cy="217042"/>
            </a:xfrm>
          </p:grpSpPr>
          <p:sp>
            <p:nvSpPr>
              <p:cNvPr id="431" name="Google Shape;431;p35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432" name="Google Shape;432;p35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433" name="Google Shape;433;p35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434" name="Google Shape;434;p35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435" name="Google Shape;435;p35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436" name="Google Shape;436;p35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437" name="Google Shape;437;p35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438" name="Google Shape;438;p35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439" name="Google Shape;439;p35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440" name="Google Shape;440;p35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441" name="Google Shape;441;p35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442" name="Google Shape;442;p35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</p:grpSp>
      </p:grpSp>
      <p:sp>
        <p:nvSpPr>
          <p:cNvPr id="443" name="Google Shape;443;p35"/>
          <p:cNvSpPr txBox="1"/>
          <p:nvPr/>
        </p:nvSpPr>
        <p:spPr>
          <a:xfrm>
            <a:off x="1828850" y="5939300"/>
            <a:ext cx="13715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44" name="Google Shape;444;p35"/>
          <p:cNvSpPr/>
          <p:nvPr/>
        </p:nvSpPr>
        <p:spPr>
          <a:xfrm flipH="1" rot="10800000">
            <a:off x="-15850" y="10017300"/>
            <a:ext cx="8370000" cy="270000"/>
          </a:xfrm>
          <a:prstGeom prst="rect">
            <a:avLst/>
          </a:prstGeom>
          <a:solidFill>
            <a:srgbClr val="FDCF49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3240">
          <p15:clr>
            <a:srgbClr val="FA7B17"/>
          </p15:clr>
        </p15:guide>
        <p15:guide id="2" pos="5760">
          <p15:clr>
            <a:srgbClr val="FA7B17"/>
          </p15:clr>
        </p15:guide>
        <p15:guide id="3" pos="576">
          <p15:clr>
            <a:srgbClr val="FA7B17"/>
          </p15:clr>
        </p15:guide>
        <p15:guide id="4" pos="5184">
          <p15:clr>
            <a:srgbClr val="FA7B17"/>
          </p15:clr>
        </p15:guide>
        <p15:guide id="5" pos="6336">
          <p15:clr>
            <a:srgbClr val="FA7B17"/>
          </p15:clr>
        </p15:guide>
        <p15:guide id="6" pos="10944">
          <p15:clr>
            <a:srgbClr val="FA7B17"/>
          </p15:clr>
        </p15:guide>
        <p15:guide id="7" pos="1152">
          <p15:clr>
            <a:srgbClr val="FA7B17"/>
          </p15:clr>
        </p15:guide>
        <p15:guide id="8" pos="1728">
          <p15:clr>
            <a:srgbClr val="FA7B17"/>
          </p15:clr>
        </p15:guide>
        <p15:guide id="9" pos="2304">
          <p15:clr>
            <a:srgbClr val="FA7B17"/>
          </p15:clr>
        </p15:guide>
        <p15:guide id="10" pos="2880">
          <p15:clr>
            <a:srgbClr val="FA7B17"/>
          </p15:clr>
        </p15:guide>
        <p15:guide id="11" pos="3456">
          <p15:clr>
            <a:srgbClr val="FA7B17"/>
          </p15:clr>
        </p15:guide>
        <p15:guide id="12" pos="4032">
          <p15:clr>
            <a:srgbClr val="FA7B17"/>
          </p15:clr>
        </p15:guide>
        <p15:guide id="13" pos="4612">
          <p15:clr>
            <a:srgbClr val="FA7B17"/>
          </p15:clr>
        </p15:guide>
        <p15:guide id="14" pos="6912">
          <p15:clr>
            <a:srgbClr val="FA7B17"/>
          </p15:clr>
        </p15:guide>
        <p15:guide id="15" pos="7488">
          <p15:clr>
            <a:srgbClr val="FA7B17"/>
          </p15:clr>
        </p15:guide>
        <p15:guide id="16" pos="8064">
          <p15:clr>
            <a:srgbClr val="FA7B17"/>
          </p15:clr>
        </p15:guide>
        <p15:guide id="17" pos="8640">
          <p15:clr>
            <a:srgbClr val="FA7B17"/>
          </p15:clr>
        </p15:guide>
        <p15:guide id="18" pos="9216">
          <p15:clr>
            <a:srgbClr val="FA7B17"/>
          </p15:clr>
        </p15:guide>
        <p15:guide id="19" pos="9792">
          <p15:clr>
            <a:srgbClr val="FA7B17"/>
          </p15:clr>
        </p15:guide>
        <p15:guide id="20" pos="10368">
          <p15:clr>
            <a:srgbClr val="FA7B17"/>
          </p15:clr>
        </p15:guide>
        <p15:guide id="21" orient="horz" pos="2592">
          <p15:clr>
            <a:srgbClr val="FA7B17"/>
          </p15:clr>
        </p15:guide>
        <p15:guide id="22" orient="horz" pos="1944">
          <p15:clr>
            <a:srgbClr val="FA7B17"/>
          </p15:clr>
        </p15:guide>
        <p15:guide id="23" orient="horz" pos="1296">
          <p15:clr>
            <a:srgbClr val="FA7B17"/>
          </p15:clr>
        </p15:guide>
        <p15:guide id="24" orient="horz" pos="648">
          <p15:clr>
            <a:srgbClr val="FA7B17"/>
          </p15:clr>
        </p15:guide>
        <p15:guide id="25" orient="horz" pos="3888">
          <p15:clr>
            <a:srgbClr val="FA7B17"/>
          </p15:clr>
        </p15:guide>
        <p15:guide id="26" orient="horz" pos="4536">
          <p15:clr>
            <a:srgbClr val="FA7B17"/>
          </p15:clr>
        </p15:guide>
        <p15:guide id="27" orient="horz" pos="5184">
          <p15:clr>
            <a:srgbClr val="FA7B17"/>
          </p15:clr>
        </p15:guide>
        <p15:guide id="28" orient="horz" pos="5832">
          <p15:clr>
            <a:srgbClr val="FA7B17"/>
          </p15:clr>
        </p15:guide>
        <p15:guide id="29" orient="horz" pos="3888">
          <p15:clr>
            <a:srgbClr val="FA7B17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2 - Quote">
  <p:cSld name="TITLE_2"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6" name="Google Shape;446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-15854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447" name="Google Shape;447;p36"/>
          <p:cNvSpPr txBox="1"/>
          <p:nvPr/>
        </p:nvSpPr>
        <p:spPr>
          <a:xfrm>
            <a:off x="8592725" y="3043638"/>
            <a:ext cx="10782600" cy="3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9400">
                <a:latin typeface="Montserrat"/>
                <a:ea typeface="Montserrat"/>
                <a:cs typeface="Montserrat"/>
                <a:sym typeface="Montserrat"/>
              </a:rPr>
              <a:t>¿Preguntas?</a:t>
            </a:r>
            <a:endParaRPr b="0" sz="94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8" name="Google Shape;448;p36"/>
          <p:cNvSpPr txBox="1"/>
          <p:nvPr/>
        </p:nvSpPr>
        <p:spPr>
          <a:xfrm>
            <a:off x="10061600" y="5146700"/>
            <a:ext cx="10522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449" name="Google Shape;449;p36"/>
          <p:cNvSpPr/>
          <p:nvPr/>
        </p:nvSpPr>
        <p:spPr>
          <a:xfrm flipH="1" rot="10800000">
            <a:off x="-15850" y="10017300"/>
            <a:ext cx="8370000" cy="270000"/>
          </a:xfrm>
          <a:prstGeom prst="rect">
            <a:avLst/>
          </a:prstGeom>
          <a:solidFill>
            <a:srgbClr val="FDCF49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50" name="Google Shape;450;p36"/>
          <p:cNvGrpSpPr/>
          <p:nvPr/>
        </p:nvGrpSpPr>
        <p:grpSpPr>
          <a:xfrm>
            <a:off x="13932113" y="9450575"/>
            <a:ext cx="4067897" cy="536147"/>
            <a:chOff x="13906313" y="246425"/>
            <a:chExt cx="4067897" cy="536147"/>
          </a:xfrm>
        </p:grpSpPr>
        <p:sp>
          <p:nvSpPr>
            <p:cNvPr id="451" name="Google Shape;451;p36"/>
            <p:cNvSpPr/>
            <p:nvPr/>
          </p:nvSpPr>
          <p:spPr>
            <a:xfrm>
              <a:off x="16422650" y="2464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lang="es-419" sz="2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grpSp>
          <p:nvGrpSpPr>
            <p:cNvPr id="452" name="Google Shape;452;p36"/>
            <p:cNvGrpSpPr/>
            <p:nvPr/>
          </p:nvGrpSpPr>
          <p:grpSpPr>
            <a:xfrm>
              <a:off x="13906313" y="424500"/>
              <a:ext cx="2251983" cy="179993"/>
              <a:chOff x="4935498" y="1642212"/>
              <a:chExt cx="2734980" cy="217042"/>
            </a:xfrm>
          </p:grpSpPr>
          <p:sp>
            <p:nvSpPr>
              <p:cNvPr id="453" name="Google Shape;453;p36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454" name="Google Shape;454;p36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455" name="Google Shape;455;p36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456" name="Google Shape;456;p36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457" name="Google Shape;457;p36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458" name="Google Shape;458;p36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459" name="Google Shape;459;p36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460" name="Google Shape;460;p36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461" name="Google Shape;461;p36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462" name="Google Shape;462;p36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463" name="Google Shape;463;p36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464" name="Google Shape;464;p36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</p:grpSp>
      </p:grpSp>
    </p:spTree>
  </p:cSld>
  <p:clrMapOvr>
    <a:masterClrMapping/>
  </p:clrMapOvr>
  <p:extLst>
    <p:ext uri="{DCECCB84-F9BA-43D5-87BE-67443E8EF086}">
      <p15:sldGuideLst>
        <p15:guide id="1" orient="horz" pos="3240">
          <p15:clr>
            <a:srgbClr val="FA7B17"/>
          </p15:clr>
        </p15:guide>
        <p15:guide id="2" pos="5760">
          <p15:clr>
            <a:srgbClr val="FA7B17"/>
          </p15:clr>
        </p15:guide>
        <p15:guide id="3" pos="576">
          <p15:clr>
            <a:srgbClr val="FA7B17"/>
          </p15:clr>
        </p15:guide>
        <p15:guide id="4" pos="5184">
          <p15:clr>
            <a:srgbClr val="FA7B17"/>
          </p15:clr>
        </p15:guide>
        <p15:guide id="5" pos="6336">
          <p15:clr>
            <a:srgbClr val="FA7B17"/>
          </p15:clr>
        </p15:guide>
        <p15:guide id="6" pos="10944">
          <p15:clr>
            <a:srgbClr val="FA7B17"/>
          </p15:clr>
        </p15:guide>
        <p15:guide id="7" pos="1152">
          <p15:clr>
            <a:srgbClr val="FA7B17"/>
          </p15:clr>
        </p15:guide>
        <p15:guide id="8" pos="1728">
          <p15:clr>
            <a:srgbClr val="FA7B17"/>
          </p15:clr>
        </p15:guide>
        <p15:guide id="9" pos="2304">
          <p15:clr>
            <a:srgbClr val="FA7B17"/>
          </p15:clr>
        </p15:guide>
        <p15:guide id="10" pos="2880">
          <p15:clr>
            <a:srgbClr val="FA7B17"/>
          </p15:clr>
        </p15:guide>
        <p15:guide id="11" pos="3456">
          <p15:clr>
            <a:srgbClr val="FA7B17"/>
          </p15:clr>
        </p15:guide>
        <p15:guide id="12" pos="4032">
          <p15:clr>
            <a:srgbClr val="FA7B17"/>
          </p15:clr>
        </p15:guide>
        <p15:guide id="13" pos="4612">
          <p15:clr>
            <a:srgbClr val="FA7B17"/>
          </p15:clr>
        </p15:guide>
        <p15:guide id="14" pos="6912">
          <p15:clr>
            <a:srgbClr val="FA7B17"/>
          </p15:clr>
        </p15:guide>
        <p15:guide id="15" pos="7488">
          <p15:clr>
            <a:srgbClr val="FA7B17"/>
          </p15:clr>
        </p15:guide>
        <p15:guide id="16" pos="8064">
          <p15:clr>
            <a:srgbClr val="FA7B17"/>
          </p15:clr>
        </p15:guide>
        <p15:guide id="17" pos="8640">
          <p15:clr>
            <a:srgbClr val="FA7B17"/>
          </p15:clr>
        </p15:guide>
        <p15:guide id="18" pos="9216">
          <p15:clr>
            <a:srgbClr val="FA7B17"/>
          </p15:clr>
        </p15:guide>
        <p15:guide id="19" pos="9792">
          <p15:clr>
            <a:srgbClr val="FA7B17"/>
          </p15:clr>
        </p15:guide>
        <p15:guide id="20" pos="10368">
          <p15:clr>
            <a:srgbClr val="FA7B17"/>
          </p15:clr>
        </p15:guide>
        <p15:guide id="21" orient="horz" pos="2592">
          <p15:clr>
            <a:srgbClr val="FA7B17"/>
          </p15:clr>
        </p15:guide>
        <p15:guide id="22" orient="horz" pos="1944">
          <p15:clr>
            <a:srgbClr val="FA7B17"/>
          </p15:clr>
        </p15:guide>
        <p15:guide id="23" orient="horz" pos="1296">
          <p15:clr>
            <a:srgbClr val="FA7B17"/>
          </p15:clr>
        </p15:guide>
        <p15:guide id="24" orient="horz" pos="648">
          <p15:clr>
            <a:srgbClr val="FA7B17"/>
          </p15:clr>
        </p15:guide>
        <p15:guide id="25" orient="horz" pos="3888">
          <p15:clr>
            <a:srgbClr val="FA7B17"/>
          </p15:clr>
        </p15:guide>
        <p15:guide id="26" orient="horz" pos="4536">
          <p15:clr>
            <a:srgbClr val="FA7B17"/>
          </p15:clr>
        </p15:guide>
        <p15:guide id="27" orient="horz" pos="5184">
          <p15:clr>
            <a:srgbClr val="FA7B17"/>
          </p15:clr>
        </p15:guide>
        <p15:guide id="28" orient="horz" pos="5832">
          <p15:clr>
            <a:srgbClr val="FA7B17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0 - Client / Orchid cover light">
  <p:cSld name="TITLE_1"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6" name="Google Shape;466;p3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4" y="0"/>
            <a:ext cx="18288000" cy="10286995"/>
          </a:xfrm>
          <a:prstGeom prst="rect">
            <a:avLst/>
          </a:prstGeom>
          <a:noFill/>
          <a:ln>
            <a:noFill/>
          </a:ln>
        </p:spPr>
      </p:pic>
      <p:sp>
        <p:nvSpPr>
          <p:cNvPr id="467" name="Google Shape;467;p37"/>
          <p:cNvSpPr txBox="1"/>
          <p:nvPr/>
        </p:nvSpPr>
        <p:spPr>
          <a:xfrm>
            <a:off x="703450" y="3189075"/>
            <a:ext cx="10782600" cy="3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9400">
                <a:latin typeface="Montserrat"/>
                <a:ea typeface="Montserrat"/>
                <a:cs typeface="Montserrat"/>
                <a:sym typeface="Montserrat"/>
              </a:rPr>
              <a:t>¡A trabajar!</a:t>
            </a:r>
            <a:endParaRPr b="0" sz="34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8" name="Google Shape;468;p37"/>
          <p:cNvSpPr txBox="1"/>
          <p:nvPr/>
        </p:nvSpPr>
        <p:spPr>
          <a:xfrm>
            <a:off x="10061600" y="5146700"/>
            <a:ext cx="10522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469" name="Google Shape;469;p37"/>
          <p:cNvSpPr/>
          <p:nvPr/>
        </p:nvSpPr>
        <p:spPr>
          <a:xfrm flipH="1" rot="10800000">
            <a:off x="-15850" y="10017300"/>
            <a:ext cx="8370000" cy="270000"/>
          </a:xfrm>
          <a:prstGeom prst="rect">
            <a:avLst/>
          </a:prstGeom>
          <a:solidFill>
            <a:srgbClr val="FDCF49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70" name="Google Shape;470;p37"/>
          <p:cNvGrpSpPr/>
          <p:nvPr/>
        </p:nvGrpSpPr>
        <p:grpSpPr>
          <a:xfrm>
            <a:off x="13932113" y="9450575"/>
            <a:ext cx="4067897" cy="536147"/>
            <a:chOff x="13906313" y="246425"/>
            <a:chExt cx="4067897" cy="536147"/>
          </a:xfrm>
        </p:grpSpPr>
        <p:sp>
          <p:nvSpPr>
            <p:cNvPr id="471" name="Google Shape;471;p37"/>
            <p:cNvSpPr/>
            <p:nvPr/>
          </p:nvSpPr>
          <p:spPr>
            <a:xfrm>
              <a:off x="16422650" y="2464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lang="es-419" sz="2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grpSp>
          <p:nvGrpSpPr>
            <p:cNvPr id="472" name="Google Shape;472;p37"/>
            <p:cNvGrpSpPr/>
            <p:nvPr/>
          </p:nvGrpSpPr>
          <p:grpSpPr>
            <a:xfrm>
              <a:off x="13906313" y="424500"/>
              <a:ext cx="2251983" cy="179993"/>
              <a:chOff x="4935498" y="1642212"/>
              <a:chExt cx="2734980" cy="217042"/>
            </a:xfrm>
          </p:grpSpPr>
          <p:sp>
            <p:nvSpPr>
              <p:cNvPr id="473" name="Google Shape;473;p37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474" name="Google Shape;474;p37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475" name="Google Shape;475;p37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476" name="Google Shape;476;p37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477" name="Google Shape;477;p37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478" name="Google Shape;478;p37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479" name="Google Shape;479;p37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480" name="Google Shape;480;p37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481" name="Google Shape;481;p37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482" name="Google Shape;482;p37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483" name="Google Shape;483;p37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484" name="Google Shape;484;p37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</p:grpSp>
      </p:grpSp>
    </p:spTree>
  </p:cSld>
  <p:clrMapOvr>
    <a:masterClrMapping/>
  </p:clrMapOvr>
  <p:extLst>
    <p:ext uri="{DCECCB84-F9BA-43D5-87BE-67443E8EF086}">
      <p15:sldGuideLst>
        <p15:guide id="1" orient="horz" pos="3240">
          <p15:clr>
            <a:srgbClr val="FA7B17"/>
          </p15:clr>
        </p15:guide>
        <p15:guide id="2" pos="5760">
          <p15:clr>
            <a:srgbClr val="FA7B17"/>
          </p15:clr>
        </p15:guide>
        <p15:guide id="3" pos="576">
          <p15:clr>
            <a:srgbClr val="FA7B17"/>
          </p15:clr>
        </p15:guide>
        <p15:guide id="4" pos="5184">
          <p15:clr>
            <a:srgbClr val="FA7B17"/>
          </p15:clr>
        </p15:guide>
        <p15:guide id="5" pos="6336">
          <p15:clr>
            <a:srgbClr val="FA7B17"/>
          </p15:clr>
        </p15:guide>
        <p15:guide id="6" pos="10944">
          <p15:clr>
            <a:srgbClr val="FA7B17"/>
          </p15:clr>
        </p15:guide>
        <p15:guide id="7" pos="1152">
          <p15:clr>
            <a:srgbClr val="FA7B17"/>
          </p15:clr>
        </p15:guide>
        <p15:guide id="8" pos="1728">
          <p15:clr>
            <a:srgbClr val="FA7B17"/>
          </p15:clr>
        </p15:guide>
        <p15:guide id="9" pos="2304">
          <p15:clr>
            <a:srgbClr val="FA7B17"/>
          </p15:clr>
        </p15:guide>
        <p15:guide id="10" pos="2880">
          <p15:clr>
            <a:srgbClr val="FA7B17"/>
          </p15:clr>
        </p15:guide>
        <p15:guide id="11" pos="3456">
          <p15:clr>
            <a:srgbClr val="FA7B17"/>
          </p15:clr>
        </p15:guide>
        <p15:guide id="12" pos="4032">
          <p15:clr>
            <a:srgbClr val="FA7B17"/>
          </p15:clr>
        </p15:guide>
        <p15:guide id="13" pos="4612">
          <p15:clr>
            <a:srgbClr val="FA7B17"/>
          </p15:clr>
        </p15:guide>
        <p15:guide id="14" pos="6912">
          <p15:clr>
            <a:srgbClr val="FA7B17"/>
          </p15:clr>
        </p15:guide>
        <p15:guide id="15" pos="7488">
          <p15:clr>
            <a:srgbClr val="FA7B17"/>
          </p15:clr>
        </p15:guide>
        <p15:guide id="16" pos="8064">
          <p15:clr>
            <a:srgbClr val="FA7B17"/>
          </p15:clr>
        </p15:guide>
        <p15:guide id="17" pos="8640">
          <p15:clr>
            <a:srgbClr val="FA7B17"/>
          </p15:clr>
        </p15:guide>
        <p15:guide id="18" pos="9216">
          <p15:clr>
            <a:srgbClr val="FA7B17"/>
          </p15:clr>
        </p15:guide>
        <p15:guide id="19" pos="9792">
          <p15:clr>
            <a:srgbClr val="FA7B17"/>
          </p15:clr>
        </p15:guide>
        <p15:guide id="20" pos="10368">
          <p15:clr>
            <a:srgbClr val="FA7B17"/>
          </p15:clr>
        </p15:guide>
        <p15:guide id="21" orient="horz" pos="2592">
          <p15:clr>
            <a:srgbClr val="FA7B17"/>
          </p15:clr>
        </p15:guide>
        <p15:guide id="22" orient="horz" pos="1944">
          <p15:clr>
            <a:srgbClr val="FA7B17"/>
          </p15:clr>
        </p15:guide>
        <p15:guide id="23" orient="horz" pos="1296">
          <p15:clr>
            <a:srgbClr val="FA7B17"/>
          </p15:clr>
        </p15:guide>
        <p15:guide id="24" orient="horz" pos="648">
          <p15:clr>
            <a:srgbClr val="FA7B17"/>
          </p15:clr>
        </p15:guide>
        <p15:guide id="25" orient="horz" pos="3888">
          <p15:clr>
            <a:srgbClr val="FA7B17"/>
          </p15:clr>
        </p15:guide>
        <p15:guide id="26" orient="horz" pos="4536">
          <p15:clr>
            <a:srgbClr val="FA7B17"/>
          </p15:clr>
        </p15:guide>
        <p15:guide id="27" orient="horz" pos="5184">
          <p15:clr>
            <a:srgbClr val="FA7B17"/>
          </p15:clr>
        </p15:guide>
        <p15:guide id="28" orient="horz" pos="5832">
          <p15:clr>
            <a:srgbClr val="FA7B17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 1 1">
  <p:cSld name="TITLE_1_1_2_3"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>
        <p15:guide id="1" pos="11066">
          <p15:clr>
            <a:srgbClr val="F9AD4C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4 - 3 blocks">
  <p:cSld name="TITLE_3_1">
    <p:bg>
      <p:bgPr>
        <a:solidFill>
          <a:schemeClr val="lt1"/>
        </a:solidFill>
      </p:bgPr>
    </p:bg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39"/>
          <p:cNvSpPr txBox="1"/>
          <p:nvPr/>
        </p:nvSpPr>
        <p:spPr>
          <a:xfrm>
            <a:off x="829800" y="1916213"/>
            <a:ext cx="16628400" cy="7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400"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88" name="Google Shape;488;p39"/>
          <p:cNvSpPr/>
          <p:nvPr/>
        </p:nvSpPr>
        <p:spPr>
          <a:xfrm flipH="1" rot="10800000">
            <a:off x="0" y="349075"/>
            <a:ext cx="18279300" cy="1120500"/>
          </a:xfrm>
          <a:prstGeom prst="rect">
            <a:avLst/>
          </a:prstGeom>
          <a:solidFill>
            <a:srgbClr val="FDBF00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39"/>
          <p:cNvSpPr txBox="1"/>
          <p:nvPr/>
        </p:nvSpPr>
        <p:spPr>
          <a:xfrm>
            <a:off x="1384125" y="500238"/>
            <a:ext cx="139479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000">
              <a:solidFill>
                <a:srgbClr val="16161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0" name="Google Shape;490;p39"/>
          <p:cNvSpPr/>
          <p:nvPr/>
        </p:nvSpPr>
        <p:spPr>
          <a:xfrm>
            <a:off x="385800" y="645313"/>
            <a:ext cx="528000" cy="528000"/>
          </a:xfrm>
          <a:prstGeom prst="ellipse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1" name="Google Shape;491;p39"/>
          <p:cNvGrpSpPr/>
          <p:nvPr/>
        </p:nvGrpSpPr>
        <p:grpSpPr>
          <a:xfrm>
            <a:off x="506749" y="742640"/>
            <a:ext cx="286007" cy="315576"/>
            <a:chOff x="1438525" y="7114399"/>
            <a:chExt cx="1138564" cy="1256274"/>
          </a:xfrm>
        </p:grpSpPr>
        <p:sp>
          <p:nvSpPr>
            <p:cNvPr id="492" name="Google Shape;492;p39"/>
            <p:cNvSpPr/>
            <p:nvPr/>
          </p:nvSpPr>
          <p:spPr>
            <a:xfrm>
              <a:off x="1438525" y="7801266"/>
              <a:ext cx="1138564" cy="569407"/>
            </a:xfrm>
            <a:custGeom>
              <a:rect b="b" l="l" r="r" t="t"/>
              <a:pathLst>
                <a:path extrusionOk="0" h="3534" w="7067">
                  <a:moveTo>
                    <a:pt x="3534" y="1"/>
                  </a:moveTo>
                  <a:cubicBezTo>
                    <a:pt x="1584" y="1"/>
                    <a:pt x="1" y="1584"/>
                    <a:pt x="1" y="3534"/>
                  </a:cubicBezTo>
                  <a:lnTo>
                    <a:pt x="7067" y="3534"/>
                  </a:lnTo>
                  <a:cubicBezTo>
                    <a:pt x="7067" y="1584"/>
                    <a:pt x="5484" y="1"/>
                    <a:pt x="35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" name="Google Shape;493;p39"/>
            <p:cNvSpPr/>
            <p:nvPr/>
          </p:nvSpPr>
          <p:spPr>
            <a:xfrm>
              <a:off x="1680348" y="7114399"/>
              <a:ext cx="654912" cy="654157"/>
            </a:xfrm>
            <a:custGeom>
              <a:rect b="b" l="l" r="r" t="t"/>
              <a:pathLst>
                <a:path extrusionOk="0" h="4060" w="4065">
                  <a:moveTo>
                    <a:pt x="2033" y="0"/>
                  </a:moveTo>
                  <a:cubicBezTo>
                    <a:pt x="913" y="0"/>
                    <a:pt x="1" y="907"/>
                    <a:pt x="1" y="2028"/>
                  </a:cubicBezTo>
                  <a:cubicBezTo>
                    <a:pt x="1" y="3152"/>
                    <a:pt x="913" y="4060"/>
                    <a:pt x="2033" y="4060"/>
                  </a:cubicBezTo>
                  <a:cubicBezTo>
                    <a:pt x="3153" y="4060"/>
                    <a:pt x="4065" y="3152"/>
                    <a:pt x="4065" y="2028"/>
                  </a:cubicBezTo>
                  <a:cubicBezTo>
                    <a:pt x="4065" y="907"/>
                    <a:pt x="3153" y="0"/>
                    <a:pt x="2033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94" name="Google Shape;494;p39"/>
          <p:cNvGrpSpPr/>
          <p:nvPr/>
        </p:nvGrpSpPr>
        <p:grpSpPr>
          <a:xfrm>
            <a:off x="385788" y="9413600"/>
            <a:ext cx="3957972" cy="536147"/>
            <a:chOff x="913788" y="717625"/>
            <a:chExt cx="3957972" cy="536147"/>
          </a:xfrm>
        </p:grpSpPr>
        <p:grpSp>
          <p:nvGrpSpPr>
            <p:cNvPr id="495" name="Google Shape;495;p39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496" name="Google Shape;496;p39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7" name="Google Shape;497;p39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8" name="Google Shape;498;p39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9" name="Google Shape;499;p39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0" name="Google Shape;500;p39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1" name="Google Shape;501;p39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2" name="Google Shape;502;p39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3" name="Google Shape;503;p39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4" name="Google Shape;504;p39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5" name="Google Shape;505;p39"/>
              <p:cNvSpPr/>
              <p:nvPr/>
            </p:nvSpPr>
            <p:spPr>
              <a:xfrm>
                <a:off x="7223792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6" name="Google Shape;506;p39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7" name="Google Shape;507;p39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508" name="Google Shape;508;p39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lang="es-419" sz="2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>
        <p15:guide id="1" orient="horz" pos="3240">
          <p15:clr>
            <a:srgbClr val="FA7B17"/>
          </p15:clr>
        </p15:guide>
        <p15:guide id="2" pos="5760">
          <p15:clr>
            <a:srgbClr val="FA7B17"/>
          </p15:clr>
        </p15:guide>
        <p15:guide id="3" pos="576">
          <p15:clr>
            <a:srgbClr val="FA7B17"/>
          </p15:clr>
        </p15:guide>
        <p15:guide id="4" pos="5184">
          <p15:clr>
            <a:srgbClr val="FA7B17"/>
          </p15:clr>
        </p15:guide>
        <p15:guide id="5" pos="6336">
          <p15:clr>
            <a:srgbClr val="FA7B17"/>
          </p15:clr>
        </p15:guide>
        <p15:guide id="6" pos="10944">
          <p15:clr>
            <a:srgbClr val="FA7B17"/>
          </p15:clr>
        </p15:guide>
        <p15:guide id="7" pos="1152">
          <p15:clr>
            <a:srgbClr val="FA7B17"/>
          </p15:clr>
        </p15:guide>
        <p15:guide id="8" pos="1728">
          <p15:clr>
            <a:srgbClr val="FA7B17"/>
          </p15:clr>
        </p15:guide>
        <p15:guide id="9" pos="2304">
          <p15:clr>
            <a:srgbClr val="FA7B17"/>
          </p15:clr>
        </p15:guide>
        <p15:guide id="10" pos="2880">
          <p15:clr>
            <a:srgbClr val="FA7B17"/>
          </p15:clr>
        </p15:guide>
        <p15:guide id="11" pos="3456">
          <p15:clr>
            <a:srgbClr val="FA7B17"/>
          </p15:clr>
        </p15:guide>
        <p15:guide id="12" pos="4032">
          <p15:clr>
            <a:srgbClr val="FA7B17"/>
          </p15:clr>
        </p15:guide>
        <p15:guide id="13" pos="4612">
          <p15:clr>
            <a:srgbClr val="FA7B17"/>
          </p15:clr>
        </p15:guide>
        <p15:guide id="14" pos="6912">
          <p15:clr>
            <a:srgbClr val="FA7B17"/>
          </p15:clr>
        </p15:guide>
        <p15:guide id="15" pos="7488">
          <p15:clr>
            <a:srgbClr val="FA7B17"/>
          </p15:clr>
        </p15:guide>
        <p15:guide id="16" pos="8064">
          <p15:clr>
            <a:srgbClr val="FA7B17"/>
          </p15:clr>
        </p15:guide>
        <p15:guide id="17" pos="8640">
          <p15:clr>
            <a:srgbClr val="FA7B17"/>
          </p15:clr>
        </p15:guide>
        <p15:guide id="18" pos="9216">
          <p15:clr>
            <a:srgbClr val="FA7B17"/>
          </p15:clr>
        </p15:guide>
        <p15:guide id="19" pos="9792">
          <p15:clr>
            <a:srgbClr val="FA7B17"/>
          </p15:clr>
        </p15:guide>
        <p15:guide id="20" pos="10368">
          <p15:clr>
            <a:srgbClr val="FA7B17"/>
          </p15:clr>
        </p15:guide>
        <p15:guide id="21" orient="horz" pos="2592">
          <p15:clr>
            <a:srgbClr val="FA7B17"/>
          </p15:clr>
        </p15:guide>
        <p15:guide id="22" orient="horz" pos="1944">
          <p15:clr>
            <a:srgbClr val="FA7B17"/>
          </p15:clr>
        </p15:guide>
        <p15:guide id="23" orient="horz" pos="1296">
          <p15:clr>
            <a:srgbClr val="FA7B17"/>
          </p15:clr>
        </p15:guide>
        <p15:guide id="24" orient="horz" pos="648">
          <p15:clr>
            <a:srgbClr val="FA7B17"/>
          </p15:clr>
        </p15:guide>
        <p15:guide id="25" orient="horz" pos="3888">
          <p15:clr>
            <a:srgbClr val="FA7B17"/>
          </p15:clr>
        </p15:guide>
        <p15:guide id="26" orient="horz" pos="4536">
          <p15:clr>
            <a:srgbClr val="FA7B17"/>
          </p15:clr>
        </p15:guide>
        <p15:guide id="27" orient="horz" pos="5184">
          <p15:clr>
            <a:srgbClr val="FA7B17"/>
          </p15:clr>
        </p15:guide>
        <p15:guide id="28" orient="horz" pos="5832">
          <p15:clr>
            <a:srgbClr val="FA7B17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erre">
  <p:cSld name="TITLE_5">
    <p:bg>
      <p:bgPr>
        <a:solidFill>
          <a:srgbClr val="000000"/>
        </a:solidFill>
      </p:bgPr>
    </p:bg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41"/>
          <p:cNvSpPr/>
          <p:nvPr/>
        </p:nvSpPr>
        <p:spPr>
          <a:xfrm flipH="1">
            <a:off x="-27150" y="2057400"/>
            <a:ext cx="1488300" cy="8229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  <p:grpSp>
        <p:nvGrpSpPr>
          <p:cNvPr id="515" name="Google Shape;515;p41"/>
          <p:cNvGrpSpPr/>
          <p:nvPr/>
        </p:nvGrpSpPr>
        <p:grpSpPr>
          <a:xfrm rot="-5400000">
            <a:off x="-458634" y="6082189"/>
            <a:ext cx="2251983" cy="180014"/>
            <a:chOff x="4935498" y="1642212"/>
            <a:chExt cx="2734980" cy="217042"/>
          </a:xfrm>
        </p:grpSpPr>
        <p:sp>
          <p:nvSpPr>
            <p:cNvPr id="516" name="Google Shape;516;p41"/>
            <p:cNvSpPr/>
            <p:nvPr/>
          </p:nvSpPr>
          <p:spPr>
            <a:xfrm>
              <a:off x="5197136" y="1646235"/>
              <a:ext cx="18839" cy="209333"/>
            </a:xfrm>
            <a:custGeom>
              <a:rect b="b" l="l" r="r" t="t"/>
              <a:pathLst>
                <a:path extrusionOk="0" h="5567" w="501">
                  <a:moveTo>
                    <a:pt x="1" y="0"/>
                  </a:moveTo>
                  <a:lnTo>
                    <a:pt x="1" y="5567"/>
                  </a:lnTo>
                  <a:lnTo>
                    <a:pt x="500" y="5567"/>
                  </a:lnTo>
                  <a:lnTo>
                    <a:pt x="50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7" name="Google Shape;517;p41"/>
            <p:cNvSpPr/>
            <p:nvPr/>
          </p:nvSpPr>
          <p:spPr>
            <a:xfrm>
              <a:off x="5299114" y="1642550"/>
              <a:ext cx="199293" cy="216703"/>
            </a:xfrm>
            <a:custGeom>
              <a:rect b="b" l="l" r="r" t="t"/>
              <a:pathLst>
                <a:path extrusionOk="0" h="5763" w="5300">
                  <a:moveTo>
                    <a:pt x="2820" y="0"/>
                  </a:moveTo>
                  <a:cubicBezTo>
                    <a:pt x="2204" y="0"/>
                    <a:pt x="1687" y="107"/>
                    <a:pt x="1268" y="321"/>
                  </a:cubicBezTo>
                  <a:cubicBezTo>
                    <a:pt x="848" y="544"/>
                    <a:pt x="527" y="865"/>
                    <a:pt x="322" y="1294"/>
                  </a:cubicBezTo>
                  <a:cubicBezTo>
                    <a:pt x="108" y="1722"/>
                    <a:pt x="1" y="2248"/>
                    <a:pt x="1" y="2882"/>
                  </a:cubicBezTo>
                  <a:cubicBezTo>
                    <a:pt x="1" y="3845"/>
                    <a:pt x="233" y="4568"/>
                    <a:pt x="697" y="5049"/>
                  </a:cubicBezTo>
                  <a:cubicBezTo>
                    <a:pt x="1161" y="5522"/>
                    <a:pt x="1856" y="5763"/>
                    <a:pt x="2775" y="5763"/>
                  </a:cubicBezTo>
                  <a:cubicBezTo>
                    <a:pt x="3043" y="5763"/>
                    <a:pt x="3302" y="5727"/>
                    <a:pt x="3560" y="5674"/>
                  </a:cubicBezTo>
                  <a:cubicBezTo>
                    <a:pt x="3810" y="5620"/>
                    <a:pt x="4042" y="5522"/>
                    <a:pt x="4256" y="5397"/>
                  </a:cubicBezTo>
                  <a:cubicBezTo>
                    <a:pt x="4470" y="5272"/>
                    <a:pt x="4649" y="5103"/>
                    <a:pt x="4774" y="4898"/>
                  </a:cubicBezTo>
                  <a:lnTo>
                    <a:pt x="4845" y="5665"/>
                  </a:lnTo>
                  <a:lnTo>
                    <a:pt x="5300" y="5665"/>
                  </a:lnTo>
                  <a:lnTo>
                    <a:pt x="5300" y="2783"/>
                  </a:lnTo>
                  <a:lnTo>
                    <a:pt x="2632" y="2783"/>
                  </a:lnTo>
                  <a:lnTo>
                    <a:pt x="2632" y="3265"/>
                  </a:lnTo>
                  <a:lnTo>
                    <a:pt x="4738" y="3265"/>
                  </a:lnTo>
                  <a:lnTo>
                    <a:pt x="4738" y="3408"/>
                  </a:lnTo>
                  <a:cubicBezTo>
                    <a:pt x="4738" y="3827"/>
                    <a:pt x="4666" y="4175"/>
                    <a:pt x="4542" y="4452"/>
                  </a:cubicBezTo>
                  <a:cubicBezTo>
                    <a:pt x="4408" y="4728"/>
                    <a:pt x="4203" y="4933"/>
                    <a:pt x="3908" y="5067"/>
                  </a:cubicBezTo>
                  <a:cubicBezTo>
                    <a:pt x="3623" y="5201"/>
                    <a:pt x="3230" y="5263"/>
                    <a:pt x="2748" y="5263"/>
                  </a:cubicBezTo>
                  <a:cubicBezTo>
                    <a:pt x="2302" y="5263"/>
                    <a:pt x="1919" y="5192"/>
                    <a:pt x="1598" y="5040"/>
                  </a:cubicBezTo>
                  <a:cubicBezTo>
                    <a:pt x="1276" y="4889"/>
                    <a:pt x="1027" y="4639"/>
                    <a:pt x="857" y="4300"/>
                  </a:cubicBezTo>
                  <a:cubicBezTo>
                    <a:pt x="679" y="3961"/>
                    <a:pt x="598" y="3515"/>
                    <a:pt x="598" y="2971"/>
                  </a:cubicBezTo>
                  <a:lnTo>
                    <a:pt x="598" y="2792"/>
                  </a:lnTo>
                  <a:cubicBezTo>
                    <a:pt x="598" y="2382"/>
                    <a:pt x="643" y="2034"/>
                    <a:pt x="750" y="1740"/>
                  </a:cubicBezTo>
                  <a:cubicBezTo>
                    <a:pt x="848" y="1445"/>
                    <a:pt x="1000" y="1213"/>
                    <a:pt x="1196" y="1026"/>
                  </a:cubicBezTo>
                  <a:cubicBezTo>
                    <a:pt x="1392" y="839"/>
                    <a:pt x="1624" y="705"/>
                    <a:pt x="1901" y="616"/>
                  </a:cubicBezTo>
                  <a:cubicBezTo>
                    <a:pt x="2169" y="535"/>
                    <a:pt x="2481" y="491"/>
                    <a:pt x="2820" y="491"/>
                  </a:cubicBezTo>
                  <a:cubicBezTo>
                    <a:pt x="3087" y="491"/>
                    <a:pt x="3346" y="517"/>
                    <a:pt x="3578" y="571"/>
                  </a:cubicBezTo>
                  <a:cubicBezTo>
                    <a:pt x="3810" y="616"/>
                    <a:pt x="4015" y="705"/>
                    <a:pt x="4185" y="821"/>
                  </a:cubicBezTo>
                  <a:cubicBezTo>
                    <a:pt x="4354" y="937"/>
                    <a:pt x="4488" y="1088"/>
                    <a:pt x="4586" y="1285"/>
                  </a:cubicBezTo>
                  <a:cubicBezTo>
                    <a:pt x="4684" y="1472"/>
                    <a:pt x="4738" y="1713"/>
                    <a:pt x="4738" y="1989"/>
                  </a:cubicBezTo>
                  <a:lnTo>
                    <a:pt x="5300" y="1989"/>
                  </a:lnTo>
                  <a:cubicBezTo>
                    <a:pt x="5300" y="1659"/>
                    <a:pt x="5246" y="1365"/>
                    <a:pt x="5130" y="1115"/>
                  </a:cubicBezTo>
                  <a:cubicBezTo>
                    <a:pt x="5023" y="865"/>
                    <a:pt x="4854" y="660"/>
                    <a:pt x="4640" y="500"/>
                  </a:cubicBezTo>
                  <a:cubicBezTo>
                    <a:pt x="4426" y="330"/>
                    <a:pt x="4167" y="205"/>
                    <a:pt x="3864" y="125"/>
                  </a:cubicBezTo>
                  <a:cubicBezTo>
                    <a:pt x="3560" y="36"/>
                    <a:pt x="3212" y="0"/>
                    <a:pt x="282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8" name="Google Shape;518;p41"/>
            <p:cNvSpPr/>
            <p:nvPr/>
          </p:nvSpPr>
          <p:spPr>
            <a:xfrm>
              <a:off x="5599031" y="1646235"/>
              <a:ext cx="24517" cy="209333"/>
            </a:xfrm>
            <a:custGeom>
              <a:rect b="b" l="l" r="r" t="t"/>
              <a:pathLst>
                <a:path extrusionOk="0" h="5567" w="652">
                  <a:moveTo>
                    <a:pt x="0" y="0"/>
                  </a:moveTo>
                  <a:lnTo>
                    <a:pt x="0" y="5567"/>
                  </a:lnTo>
                  <a:lnTo>
                    <a:pt x="651" y="5567"/>
                  </a:lnTo>
                  <a:lnTo>
                    <a:pt x="65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9" name="Google Shape;519;p41"/>
            <p:cNvSpPr/>
            <p:nvPr/>
          </p:nvSpPr>
          <p:spPr>
            <a:xfrm>
              <a:off x="5703679" y="1645897"/>
              <a:ext cx="173122" cy="209672"/>
            </a:xfrm>
            <a:custGeom>
              <a:rect b="b" l="l" r="r" t="t"/>
              <a:pathLst>
                <a:path extrusionOk="0" h="5576" w="4604">
                  <a:moveTo>
                    <a:pt x="1" y="0"/>
                  </a:moveTo>
                  <a:lnTo>
                    <a:pt x="1" y="651"/>
                  </a:lnTo>
                  <a:lnTo>
                    <a:pt x="1927" y="651"/>
                  </a:lnTo>
                  <a:lnTo>
                    <a:pt x="1927" y="5576"/>
                  </a:lnTo>
                  <a:lnTo>
                    <a:pt x="2677" y="5576"/>
                  </a:lnTo>
                  <a:lnTo>
                    <a:pt x="2677" y="651"/>
                  </a:lnTo>
                  <a:lnTo>
                    <a:pt x="4604" y="651"/>
                  </a:lnTo>
                  <a:lnTo>
                    <a:pt x="460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0" name="Google Shape;520;p41"/>
            <p:cNvSpPr/>
            <p:nvPr/>
          </p:nvSpPr>
          <p:spPr>
            <a:xfrm>
              <a:off x="5915344" y="1646235"/>
              <a:ext cx="206363" cy="209333"/>
            </a:xfrm>
            <a:custGeom>
              <a:rect b="b" l="l" r="r" t="t"/>
              <a:pathLst>
                <a:path extrusionOk="0" h="5567" w="5488">
                  <a:moveTo>
                    <a:pt x="2739" y="714"/>
                  </a:moveTo>
                  <a:cubicBezTo>
                    <a:pt x="2775" y="812"/>
                    <a:pt x="2802" y="910"/>
                    <a:pt x="2838" y="1017"/>
                  </a:cubicBezTo>
                  <a:cubicBezTo>
                    <a:pt x="2873" y="1124"/>
                    <a:pt x="2909" y="1231"/>
                    <a:pt x="2954" y="1338"/>
                  </a:cubicBezTo>
                  <a:cubicBezTo>
                    <a:pt x="2989" y="1445"/>
                    <a:pt x="3025" y="1543"/>
                    <a:pt x="3052" y="1624"/>
                  </a:cubicBezTo>
                  <a:cubicBezTo>
                    <a:pt x="3078" y="1704"/>
                    <a:pt x="3105" y="1775"/>
                    <a:pt x="3132" y="1820"/>
                  </a:cubicBezTo>
                  <a:lnTo>
                    <a:pt x="3774" y="3515"/>
                  </a:lnTo>
                  <a:lnTo>
                    <a:pt x="1651" y="3515"/>
                  </a:lnTo>
                  <a:lnTo>
                    <a:pt x="2302" y="1820"/>
                  </a:lnTo>
                  <a:cubicBezTo>
                    <a:pt x="2338" y="1740"/>
                    <a:pt x="2374" y="1633"/>
                    <a:pt x="2418" y="1499"/>
                  </a:cubicBezTo>
                  <a:cubicBezTo>
                    <a:pt x="2463" y="1365"/>
                    <a:pt x="2516" y="1231"/>
                    <a:pt x="2561" y="1089"/>
                  </a:cubicBezTo>
                  <a:cubicBezTo>
                    <a:pt x="2606" y="955"/>
                    <a:pt x="2650" y="830"/>
                    <a:pt x="2695" y="714"/>
                  </a:cubicBezTo>
                  <a:close/>
                  <a:moveTo>
                    <a:pt x="2195" y="0"/>
                  </a:moveTo>
                  <a:lnTo>
                    <a:pt x="1" y="5567"/>
                  </a:lnTo>
                  <a:lnTo>
                    <a:pt x="866" y="5567"/>
                  </a:lnTo>
                  <a:lnTo>
                    <a:pt x="1375" y="4229"/>
                  </a:lnTo>
                  <a:lnTo>
                    <a:pt x="4051" y="4229"/>
                  </a:lnTo>
                  <a:lnTo>
                    <a:pt x="4577" y="5567"/>
                  </a:lnTo>
                  <a:lnTo>
                    <a:pt x="5487" y="5567"/>
                  </a:lnTo>
                  <a:lnTo>
                    <a:pt x="328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1" name="Google Shape;521;p41"/>
            <p:cNvSpPr/>
            <p:nvPr/>
          </p:nvSpPr>
          <p:spPr>
            <a:xfrm>
              <a:off x="6194467" y="1645897"/>
              <a:ext cx="139919" cy="209672"/>
            </a:xfrm>
            <a:custGeom>
              <a:rect b="b" l="l" r="r" t="t"/>
              <a:pathLst>
                <a:path extrusionOk="0" h="5576" w="3721">
                  <a:moveTo>
                    <a:pt x="0" y="0"/>
                  </a:moveTo>
                  <a:lnTo>
                    <a:pt x="0" y="5576"/>
                  </a:lnTo>
                  <a:lnTo>
                    <a:pt x="3720" y="5576"/>
                  </a:lnTo>
                  <a:lnTo>
                    <a:pt x="3720" y="4764"/>
                  </a:lnTo>
                  <a:lnTo>
                    <a:pt x="937" y="4764"/>
                  </a:lnTo>
                  <a:lnTo>
                    <a:pt x="93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2" name="Google Shape;522;p41"/>
            <p:cNvSpPr/>
            <p:nvPr/>
          </p:nvSpPr>
          <p:spPr>
            <a:xfrm>
              <a:off x="6410155" y="1645897"/>
              <a:ext cx="176469" cy="209672"/>
            </a:xfrm>
            <a:custGeom>
              <a:rect b="b" l="l" r="r" t="t"/>
              <a:pathLst>
                <a:path extrusionOk="0" h="5576" w="4693">
                  <a:moveTo>
                    <a:pt x="0" y="0"/>
                  </a:moveTo>
                  <a:lnTo>
                    <a:pt x="0" y="5576"/>
                  </a:lnTo>
                  <a:lnTo>
                    <a:pt x="1035" y="5576"/>
                  </a:lnTo>
                  <a:lnTo>
                    <a:pt x="1035" y="3167"/>
                  </a:lnTo>
                  <a:lnTo>
                    <a:pt x="3658" y="3167"/>
                  </a:lnTo>
                  <a:lnTo>
                    <a:pt x="3658" y="5576"/>
                  </a:lnTo>
                  <a:lnTo>
                    <a:pt x="4693" y="5576"/>
                  </a:lnTo>
                  <a:lnTo>
                    <a:pt x="4693" y="0"/>
                  </a:lnTo>
                  <a:lnTo>
                    <a:pt x="3658" y="0"/>
                  </a:lnTo>
                  <a:lnTo>
                    <a:pt x="3658" y="2275"/>
                  </a:lnTo>
                  <a:lnTo>
                    <a:pt x="1035" y="2275"/>
                  </a:lnTo>
                  <a:lnTo>
                    <a:pt x="103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3" name="Google Shape;523;p41"/>
            <p:cNvSpPr/>
            <p:nvPr/>
          </p:nvSpPr>
          <p:spPr>
            <a:xfrm>
              <a:off x="6666416" y="1642550"/>
              <a:ext cx="213394" cy="216703"/>
            </a:xfrm>
            <a:custGeom>
              <a:rect b="b" l="l" r="r" t="t"/>
              <a:pathLst>
                <a:path extrusionOk="0" h="5763" w="5675">
                  <a:moveTo>
                    <a:pt x="2829" y="946"/>
                  </a:moveTo>
                  <a:cubicBezTo>
                    <a:pt x="3105" y="946"/>
                    <a:pt x="3337" y="981"/>
                    <a:pt x="3543" y="1062"/>
                  </a:cubicBezTo>
                  <a:cubicBezTo>
                    <a:pt x="3748" y="1142"/>
                    <a:pt x="3926" y="1258"/>
                    <a:pt x="4069" y="1410"/>
                  </a:cubicBezTo>
                  <a:cubicBezTo>
                    <a:pt x="4203" y="1570"/>
                    <a:pt x="4310" y="1757"/>
                    <a:pt x="4390" y="1980"/>
                  </a:cubicBezTo>
                  <a:cubicBezTo>
                    <a:pt x="4461" y="2212"/>
                    <a:pt x="4497" y="2471"/>
                    <a:pt x="4497" y="2774"/>
                  </a:cubicBezTo>
                  <a:lnTo>
                    <a:pt x="4497" y="2989"/>
                  </a:lnTo>
                  <a:cubicBezTo>
                    <a:pt x="4497" y="3292"/>
                    <a:pt x="4461" y="3551"/>
                    <a:pt x="4390" y="3774"/>
                  </a:cubicBezTo>
                  <a:cubicBezTo>
                    <a:pt x="4310" y="3997"/>
                    <a:pt x="4203" y="4193"/>
                    <a:pt x="4069" y="4345"/>
                  </a:cubicBezTo>
                  <a:cubicBezTo>
                    <a:pt x="3926" y="4496"/>
                    <a:pt x="3748" y="4612"/>
                    <a:pt x="3543" y="4692"/>
                  </a:cubicBezTo>
                  <a:cubicBezTo>
                    <a:pt x="3337" y="4773"/>
                    <a:pt x="3105" y="4808"/>
                    <a:pt x="2829" y="4808"/>
                  </a:cubicBezTo>
                  <a:cubicBezTo>
                    <a:pt x="2561" y="4808"/>
                    <a:pt x="2320" y="4773"/>
                    <a:pt x="2115" y="4692"/>
                  </a:cubicBezTo>
                  <a:cubicBezTo>
                    <a:pt x="1910" y="4612"/>
                    <a:pt x="1741" y="4496"/>
                    <a:pt x="1598" y="4345"/>
                  </a:cubicBezTo>
                  <a:cubicBezTo>
                    <a:pt x="1464" y="4193"/>
                    <a:pt x="1357" y="3997"/>
                    <a:pt x="1286" y="3774"/>
                  </a:cubicBezTo>
                  <a:cubicBezTo>
                    <a:pt x="1223" y="3551"/>
                    <a:pt x="1187" y="3292"/>
                    <a:pt x="1187" y="2989"/>
                  </a:cubicBezTo>
                  <a:lnTo>
                    <a:pt x="1187" y="2774"/>
                  </a:lnTo>
                  <a:cubicBezTo>
                    <a:pt x="1187" y="2471"/>
                    <a:pt x="1223" y="2212"/>
                    <a:pt x="1286" y="1980"/>
                  </a:cubicBezTo>
                  <a:cubicBezTo>
                    <a:pt x="1357" y="1757"/>
                    <a:pt x="1464" y="1570"/>
                    <a:pt x="1598" y="1410"/>
                  </a:cubicBezTo>
                  <a:cubicBezTo>
                    <a:pt x="1741" y="1258"/>
                    <a:pt x="1910" y="1142"/>
                    <a:pt x="2115" y="1062"/>
                  </a:cubicBezTo>
                  <a:cubicBezTo>
                    <a:pt x="2320" y="981"/>
                    <a:pt x="2561" y="946"/>
                    <a:pt x="2829" y="946"/>
                  </a:cubicBezTo>
                  <a:close/>
                  <a:moveTo>
                    <a:pt x="2829" y="0"/>
                  </a:moveTo>
                  <a:cubicBezTo>
                    <a:pt x="2249" y="0"/>
                    <a:pt x="1741" y="98"/>
                    <a:pt x="1321" y="312"/>
                  </a:cubicBezTo>
                  <a:cubicBezTo>
                    <a:pt x="893" y="517"/>
                    <a:pt x="563" y="830"/>
                    <a:pt x="340" y="1258"/>
                  </a:cubicBezTo>
                  <a:cubicBezTo>
                    <a:pt x="117" y="1686"/>
                    <a:pt x="1" y="2221"/>
                    <a:pt x="1" y="2882"/>
                  </a:cubicBezTo>
                  <a:cubicBezTo>
                    <a:pt x="1" y="3524"/>
                    <a:pt x="117" y="4059"/>
                    <a:pt x="340" y="4487"/>
                  </a:cubicBezTo>
                  <a:cubicBezTo>
                    <a:pt x="563" y="4915"/>
                    <a:pt x="893" y="5237"/>
                    <a:pt x="1321" y="5451"/>
                  </a:cubicBezTo>
                  <a:cubicBezTo>
                    <a:pt x="1741" y="5656"/>
                    <a:pt x="2249" y="5763"/>
                    <a:pt x="2829" y="5763"/>
                  </a:cubicBezTo>
                  <a:cubicBezTo>
                    <a:pt x="3427" y="5763"/>
                    <a:pt x="3935" y="5656"/>
                    <a:pt x="4354" y="5451"/>
                  </a:cubicBezTo>
                  <a:cubicBezTo>
                    <a:pt x="4783" y="5237"/>
                    <a:pt x="5104" y="4915"/>
                    <a:pt x="5336" y="4487"/>
                  </a:cubicBezTo>
                  <a:cubicBezTo>
                    <a:pt x="5559" y="4059"/>
                    <a:pt x="5675" y="3524"/>
                    <a:pt x="5675" y="2882"/>
                  </a:cubicBezTo>
                  <a:cubicBezTo>
                    <a:pt x="5675" y="2221"/>
                    <a:pt x="5559" y="1686"/>
                    <a:pt x="5336" y="1258"/>
                  </a:cubicBezTo>
                  <a:cubicBezTo>
                    <a:pt x="5104" y="830"/>
                    <a:pt x="4783" y="517"/>
                    <a:pt x="4354" y="312"/>
                  </a:cubicBezTo>
                  <a:cubicBezTo>
                    <a:pt x="3935" y="98"/>
                    <a:pt x="3427" y="0"/>
                    <a:pt x="282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4" name="Google Shape;524;p41"/>
            <p:cNvSpPr/>
            <p:nvPr/>
          </p:nvSpPr>
          <p:spPr>
            <a:xfrm>
              <a:off x="6958625" y="1645897"/>
              <a:ext cx="186884" cy="213357"/>
            </a:xfrm>
            <a:custGeom>
              <a:rect b="b" l="l" r="r" t="t"/>
              <a:pathLst>
                <a:path extrusionOk="0" h="5674" w="4970">
                  <a:moveTo>
                    <a:pt x="0" y="0"/>
                  </a:moveTo>
                  <a:lnTo>
                    <a:pt x="0" y="3453"/>
                  </a:lnTo>
                  <a:cubicBezTo>
                    <a:pt x="0" y="3943"/>
                    <a:pt x="98" y="4354"/>
                    <a:pt x="295" y="4684"/>
                  </a:cubicBezTo>
                  <a:cubicBezTo>
                    <a:pt x="491" y="5014"/>
                    <a:pt x="776" y="5264"/>
                    <a:pt x="1142" y="5424"/>
                  </a:cubicBezTo>
                  <a:cubicBezTo>
                    <a:pt x="1517" y="5585"/>
                    <a:pt x="1963" y="5674"/>
                    <a:pt x="2480" y="5674"/>
                  </a:cubicBezTo>
                  <a:cubicBezTo>
                    <a:pt x="2998" y="5674"/>
                    <a:pt x="3444" y="5585"/>
                    <a:pt x="3818" y="5424"/>
                  </a:cubicBezTo>
                  <a:cubicBezTo>
                    <a:pt x="4184" y="5264"/>
                    <a:pt x="4470" y="5014"/>
                    <a:pt x="4675" y="4684"/>
                  </a:cubicBezTo>
                  <a:cubicBezTo>
                    <a:pt x="4871" y="4354"/>
                    <a:pt x="4969" y="3943"/>
                    <a:pt x="4969" y="3453"/>
                  </a:cubicBezTo>
                  <a:lnTo>
                    <a:pt x="4969" y="0"/>
                  </a:lnTo>
                  <a:lnTo>
                    <a:pt x="3685" y="0"/>
                  </a:lnTo>
                  <a:lnTo>
                    <a:pt x="3685" y="3426"/>
                  </a:lnTo>
                  <a:cubicBezTo>
                    <a:pt x="3685" y="3810"/>
                    <a:pt x="3578" y="4104"/>
                    <a:pt x="3372" y="4318"/>
                  </a:cubicBezTo>
                  <a:cubicBezTo>
                    <a:pt x="3158" y="4532"/>
                    <a:pt x="2864" y="4639"/>
                    <a:pt x="2471" y="4639"/>
                  </a:cubicBezTo>
                  <a:cubicBezTo>
                    <a:pt x="2088" y="4639"/>
                    <a:pt x="1793" y="4532"/>
                    <a:pt x="1588" y="4318"/>
                  </a:cubicBezTo>
                  <a:cubicBezTo>
                    <a:pt x="1383" y="4104"/>
                    <a:pt x="1276" y="3810"/>
                    <a:pt x="1276" y="3426"/>
                  </a:cubicBezTo>
                  <a:lnTo>
                    <a:pt x="127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5" name="Google Shape;525;p41"/>
            <p:cNvSpPr/>
            <p:nvPr/>
          </p:nvSpPr>
          <p:spPr>
            <a:xfrm>
              <a:off x="7223610" y="1642212"/>
              <a:ext cx="187223" cy="217042"/>
            </a:xfrm>
            <a:custGeom>
              <a:rect b="b" l="l" r="r" t="t"/>
              <a:pathLst>
                <a:path extrusionOk="0" h="5772" w="4979">
                  <a:moveTo>
                    <a:pt x="2490" y="0"/>
                  </a:moveTo>
                  <a:cubicBezTo>
                    <a:pt x="2169" y="0"/>
                    <a:pt x="1865" y="27"/>
                    <a:pt x="1580" y="89"/>
                  </a:cubicBezTo>
                  <a:cubicBezTo>
                    <a:pt x="1294" y="152"/>
                    <a:pt x="1036" y="250"/>
                    <a:pt x="822" y="384"/>
                  </a:cubicBezTo>
                  <a:cubicBezTo>
                    <a:pt x="599" y="526"/>
                    <a:pt x="429" y="696"/>
                    <a:pt x="304" y="910"/>
                  </a:cubicBezTo>
                  <a:cubicBezTo>
                    <a:pt x="179" y="1124"/>
                    <a:pt x="117" y="1374"/>
                    <a:pt x="117" y="1668"/>
                  </a:cubicBezTo>
                  <a:cubicBezTo>
                    <a:pt x="117" y="1936"/>
                    <a:pt x="161" y="2159"/>
                    <a:pt x="260" y="2346"/>
                  </a:cubicBezTo>
                  <a:cubicBezTo>
                    <a:pt x="349" y="2534"/>
                    <a:pt x="483" y="2685"/>
                    <a:pt x="643" y="2810"/>
                  </a:cubicBezTo>
                  <a:cubicBezTo>
                    <a:pt x="795" y="2935"/>
                    <a:pt x="982" y="3042"/>
                    <a:pt x="1178" y="3122"/>
                  </a:cubicBezTo>
                  <a:cubicBezTo>
                    <a:pt x="1384" y="3203"/>
                    <a:pt x="1589" y="3274"/>
                    <a:pt x="1803" y="3328"/>
                  </a:cubicBezTo>
                  <a:cubicBezTo>
                    <a:pt x="2017" y="3381"/>
                    <a:pt x="2231" y="3435"/>
                    <a:pt x="2427" y="3479"/>
                  </a:cubicBezTo>
                  <a:cubicBezTo>
                    <a:pt x="2633" y="3524"/>
                    <a:pt x="2811" y="3577"/>
                    <a:pt x="2972" y="3631"/>
                  </a:cubicBezTo>
                  <a:cubicBezTo>
                    <a:pt x="3132" y="3684"/>
                    <a:pt x="3257" y="3756"/>
                    <a:pt x="3346" y="3836"/>
                  </a:cubicBezTo>
                  <a:cubicBezTo>
                    <a:pt x="3444" y="3916"/>
                    <a:pt x="3489" y="4023"/>
                    <a:pt x="3489" y="4148"/>
                  </a:cubicBezTo>
                  <a:cubicBezTo>
                    <a:pt x="3489" y="4220"/>
                    <a:pt x="3480" y="4291"/>
                    <a:pt x="3444" y="4345"/>
                  </a:cubicBezTo>
                  <a:cubicBezTo>
                    <a:pt x="3418" y="4398"/>
                    <a:pt x="3373" y="4452"/>
                    <a:pt x="3311" y="4487"/>
                  </a:cubicBezTo>
                  <a:cubicBezTo>
                    <a:pt x="3248" y="4532"/>
                    <a:pt x="3177" y="4568"/>
                    <a:pt x="3096" y="4594"/>
                  </a:cubicBezTo>
                  <a:cubicBezTo>
                    <a:pt x="3016" y="4621"/>
                    <a:pt x="2918" y="4639"/>
                    <a:pt x="2820" y="4648"/>
                  </a:cubicBezTo>
                  <a:cubicBezTo>
                    <a:pt x="2713" y="4657"/>
                    <a:pt x="2606" y="4666"/>
                    <a:pt x="2490" y="4666"/>
                  </a:cubicBezTo>
                  <a:cubicBezTo>
                    <a:pt x="2267" y="4666"/>
                    <a:pt x="2079" y="4639"/>
                    <a:pt x="1919" y="4594"/>
                  </a:cubicBezTo>
                  <a:cubicBezTo>
                    <a:pt x="1758" y="4550"/>
                    <a:pt x="1633" y="4470"/>
                    <a:pt x="1544" y="4371"/>
                  </a:cubicBezTo>
                  <a:cubicBezTo>
                    <a:pt x="1455" y="4264"/>
                    <a:pt x="1410" y="4122"/>
                    <a:pt x="1410" y="3952"/>
                  </a:cubicBezTo>
                  <a:cubicBezTo>
                    <a:pt x="1410" y="3934"/>
                    <a:pt x="1410" y="3916"/>
                    <a:pt x="1410" y="3890"/>
                  </a:cubicBezTo>
                  <a:cubicBezTo>
                    <a:pt x="1410" y="3863"/>
                    <a:pt x="1410" y="3845"/>
                    <a:pt x="1410" y="3827"/>
                  </a:cubicBezTo>
                  <a:lnTo>
                    <a:pt x="10" y="3827"/>
                  </a:lnTo>
                  <a:cubicBezTo>
                    <a:pt x="1" y="3845"/>
                    <a:pt x="1" y="3863"/>
                    <a:pt x="1" y="3890"/>
                  </a:cubicBezTo>
                  <a:lnTo>
                    <a:pt x="1" y="3970"/>
                  </a:lnTo>
                  <a:cubicBezTo>
                    <a:pt x="1" y="4300"/>
                    <a:pt x="72" y="4585"/>
                    <a:pt x="206" y="4817"/>
                  </a:cubicBezTo>
                  <a:cubicBezTo>
                    <a:pt x="340" y="5040"/>
                    <a:pt x="527" y="5228"/>
                    <a:pt x="759" y="5371"/>
                  </a:cubicBezTo>
                  <a:cubicBezTo>
                    <a:pt x="1000" y="5513"/>
                    <a:pt x="1268" y="5611"/>
                    <a:pt x="1580" y="5674"/>
                  </a:cubicBezTo>
                  <a:cubicBezTo>
                    <a:pt x="1883" y="5736"/>
                    <a:pt x="2213" y="5772"/>
                    <a:pt x="2570" y="5772"/>
                  </a:cubicBezTo>
                  <a:cubicBezTo>
                    <a:pt x="3025" y="5772"/>
                    <a:pt x="3444" y="5710"/>
                    <a:pt x="3801" y="5585"/>
                  </a:cubicBezTo>
                  <a:cubicBezTo>
                    <a:pt x="4167" y="5460"/>
                    <a:pt x="4461" y="5263"/>
                    <a:pt x="4667" y="4987"/>
                  </a:cubicBezTo>
                  <a:cubicBezTo>
                    <a:pt x="4872" y="4719"/>
                    <a:pt x="4979" y="4362"/>
                    <a:pt x="4979" y="3916"/>
                  </a:cubicBezTo>
                  <a:cubicBezTo>
                    <a:pt x="4979" y="3667"/>
                    <a:pt x="4934" y="3444"/>
                    <a:pt x="4836" y="3265"/>
                  </a:cubicBezTo>
                  <a:cubicBezTo>
                    <a:pt x="4738" y="3087"/>
                    <a:pt x="4613" y="2935"/>
                    <a:pt x="4452" y="2819"/>
                  </a:cubicBezTo>
                  <a:cubicBezTo>
                    <a:pt x="4292" y="2694"/>
                    <a:pt x="4104" y="2596"/>
                    <a:pt x="3908" y="2516"/>
                  </a:cubicBezTo>
                  <a:cubicBezTo>
                    <a:pt x="3703" y="2436"/>
                    <a:pt x="3498" y="2373"/>
                    <a:pt x="3284" y="2320"/>
                  </a:cubicBezTo>
                  <a:cubicBezTo>
                    <a:pt x="3070" y="2275"/>
                    <a:pt x="2864" y="2221"/>
                    <a:pt x="2668" y="2177"/>
                  </a:cubicBezTo>
                  <a:cubicBezTo>
                    <a:pt x="2463" y="2132"/>
                    <a:pt x="2285" y="2079"/>
                    <a:pt x="2124" y="2025"/>
                  </a:cubicBezTo>
                  <a:cubicBezTo>
                    <a:pt x="1955" y="1972"/>
                    <a:pt x="1830" y="1909"/>
                    <a:pt x="1731" y="1829"/>
                  </a:cubicBezTo>
                  <a:cubicBezTo>
                    <a:pt x="1642" y="1758"/>
                    <a:pt x="1598" y="1659"/>
                    <a:pt x="1598" y="1543"/>
                  </a:cubicBezTo>
                  <a:cubicBezTo>
                    <a:pt x="1598" y="1445"/>
                    <a:pt x="1633" y="1356"/>
                    <a:pt x="1705" y="1285"/>
                  </a:cubicBezTo>
                  <a:cubicBezTo>
                    <a:pt x="1776" y="1213"/>
                    <a:pt x="1883" y="1160"/>
                    <a:pt x="2017" y="1124"/>
                  </a:cubicBezTo>
                  <a:cubicBezTo>
                    <a:pt x="2160" y="1088"/>
                    <a:pt x="2329" y="1071"/>
                    <a:pt x="2525" y="1071"/>
                  </a:cubicBezTo>
                  <a:cubicBezTo>
                    <a:pt x="2731" y="1071"/>
                    <a:pt x="2891" y="1097"/>
                    <a:pt x="3034" y="1151"/>
                  </a:cubicBezTo>
                  <a:cubicBezTo>
                    <a:pt x="3168" y="1213"/>
                    <a:pt x="3266" y="1285"/>
                    <a:pt x="3337" y="1383"/>
                  </a:cubicBezTo>
                  <a:cubicBezTo>
                    <a:pt x="3400" y="1472"/>
                    <a:pt x="3435" y="1588"/>
                    <a:pt x="3435" y="1713"/>
                  </a:cubicBezTo>
                  <a:lnTo>
                    <a:pt x="3435" y="1766"/>
                  </a:lnTo>
                  <a:lnTo>
                    <a:pt x="4836" y="1766"/>
                  </a:lnTo>
                  <a:lnTo>
                    <a:pt x="4836" y="1668"/>
                  </a:lnTo>
                  <a:cubicBezTo>
                    <a:pt x="4827" y="1374"/>
                    <a:pt x="4765" y="1124"/>
                    <a:pt x="4640" y="919"/>
                  </a:cubicBezTo>
                  <a:cubicBezTo>
                    <a:pt x="4524" y="714"/>
                    <a:pt x="4354" y="535"/>
                    <a:pt x="4131" y="402"/>
                  </a:cubicBezTo>
                  <a:cubicBezTo>
                    <a:pt x="3917" y="259"/>
                    <a:pt x="3667" y="161"/>
                    <a:pt x="3391" y="98"/>
                  </a:cubicBezTo>
                  <a:cubicBezTo>
                    <a:pt x="3114" y="27"/>
                    <a:pt x="2811" y="0"/>
                    <a:pt x="249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6" name="Google Shape;526;p41"/>
            <p:cNvSpPr/>
            <p:nvPr/>
          </p:nvSpPr>
          <p:spPr>
            <a:xfrm>
              <a:off x="7489309" y="1645559"/>
              <a:ext cx="181169" cy="210010"/>
            </a:xfrm>
            <a:custGeom>
              <a:rect b="b" l="l" r="r" t="t"/>
              <a:pathLst>
                <a:path extrusionOk="0" h="5585" w="4818">
                  <a:moveTo>
                    <a:pt x="0" y="0"/>
                  </a:moveTo>
                  <a:lnTo>
                    <a:pt x="0" y="5585"/>
                  </a:lnTo>
                  <a:lnTo>
                    <a:pt x="4818" y="5585"/>
                  </a:lnTo>
                  <a:lnTo>
                    <a:pt x="4818" y="4300"/>
                  </a:lnTo>
                  <a:lnTo>
                    <a:pt x="1686" y="4300"/>
                  </a:lnTo>
                  <a:lnTo>
                    <a:pt x="1686" y="3364"/>
                  </a:lnTo>
                  <a:lnTo>
                    <a:pt x="4443" y="3364"/>
                  </a:lnTo>
                  <a:lnTo>
                    <a:pt x="4443" y="2132"/>
                  </a:lnTo>
                  <a:lnTo>
                    <a:pt x="1686" y="2132"/>
                  </a:lnTo>
                  <a:lnTo>
                    <a:pt x="1686" y="1276"/>
                  </a:lnTo>
                  <a:lnTo>
                    <a:pt x="4764" y="1276"/>
                  </a:lnTo>
                  <a:lnTo>
                    <a:pt x="476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7" name="Google Shape;527;p41"/>
            <p:cNvSpPr/>
            <p:nvPr/>
          </p:nvSpPr>
          <p:spPr>
            <a:xfrm>
              <a:off x="4935498" y="1646235"/>
              <a:ext cx="178837" cy="208995"/>
            </a:xfrm>
            <a:custGeom>
              <a:rect b="b" l="l" r="r" t="t"/>
              <a:pathLst>
                <a:path extrusionOk="0" h="5558" w="4756">
                  <a:moveTo>
                    <a:pt x="2552" y="437"/>
                  </a:moveTo>
                  <a:cubicBezTo>
                    <a:pt x="3524" y="437"/>
                    <a:pt x="4318" y="1231"/>
                    <a:pt x="4318" y="2204"/>
                  </a:cubicBezTo>
                  <a:lnTo>
                    <a:pt x="4318" y="3354"/>
                  </a:lnTo>
                  <a:cubicBezTo>
                    <a:pt x="4318" y="4327"/>
                    <a:pt x="3524" y="5112"/>
                    <a:pt x="2552" y="5112"/>
                  </a:cubicBezTo>
                  <a:lnTo>
                    <a:pt x="437" y="5112"/>
                  </a:lnTo>
                  <a:lnTo>
                    <a:pt x="437" y="437"/>
                  </a:lnTo>
                  <a:close/>
                  <a:moveTo>
                    <a:pt x="0" y="0"/>
                  </a:moveTo>
                  <a:lnTo>
                    <a:pt x="0" y="5558"/>
                  </a:lnTo>
                  <a:lnTo>
                    <a:pt x="2552" y="5558"/>
                  </a:lnTo>
                  <a:cubicBezTo>
                    <a:pt x="3765" y="5558"/>
                    <a:pt x="4755" y="4568"/>
                    <a:pt x="4755" y="3354"/>
                  </a:cubicBezTo>
                  <a:lnTo>
                    <a:pt x="4755" y="2204"/>
                  </a:lnTo>
                  <a:cubicBezTo>
                    <a:pt x="4755" y="981"/>
                    <a:pt x="3765" y="0"/>
                    <a:pt x="255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8" name="Google Shape;528;p41"/>
          <p:cNvSpPr/>
          <p:nvPr/>
        </p:nvSpPr>
        <p:spPr>
          <a:xfrm flipH="1">
            <a:off x="4627200" y="2057400"/>
            <a:ext cx="4535400" cy="45354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</a:endParaRPr>
          </a:p>
        </p:txBody>
      </p:sp>
      <p:cxnSp>
        <p:nvCxnSpPr>
          <p:cNvPr id="529" name="Google Shape;529;p41"/>
          <p:cNvCxnSpPr>
            <a:stCxn id="528" idx="0"/>
          </p:cNvCxnSpPr>
          <p:nvPr/>
        </p:nvCxnSpPr>
        <p:spPr>
          <a:xfrm>
            <a:off x="6894900" y="2057400"/>
            <a:ext cx="113934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30" name="Google Shape;530;p41"/>
          <p:cNvCxnSpPr>
            <a:stCxn id="528" idx="2"/>
          </p:cNvCxnSpPr>
          <p:nvPr/>
        </p:nvCxnSpPr>
        <p:spPr>
          <a:xfrm>
            <a:off x="4627200" y="4325100"/>
            <a:ext cx="0" cy="592500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31" name="Google Shape;531;p41"/>
          <p:cNvSpPr txBox="1"/>
          <p:nvPr>
            <p:ph type="title"/>
          </p:nvPr>
        </p:nvSpPr>
        <p:spPr>
          <a:xfrm>
            <a:off x="9349500" y="5192625"/>
            <a:ext cx="7110000" cy="10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50" lIns="91450" spcFirstLastPara="1" rIns="91450" wrap="square" tIns="9145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Montserrat"/>
              <a:buNone/>
              <a:defRPr sz="5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240">
          <p15:clr>
            <a:srgbClr val="FA7B17"/>
          </p15:clr>
        </p15:guide>
        <p15:guide id="2" pos="5760">
          <p15:clr>
            <a:srgbClr val="FA7B17"/>
          </p15:clr>
        </p15:guide>
        <p15:guide id="3" pos="576">
          <p15:clr>
            <a:srgbClr val="FA7B17"/>
          </p15:clr>
        </p15:guide>
        <p15:guide id="4" pos="5184">
          <p15:clr>
            <a:srgbClr val="FA7B17"/>
          </p15:clr>
        </p15:guide>
        <p15:guide id="5" pos="6336">
          <p15:clr>
            <a:srgbClr val="FA7B17"/>
          </p15:clr>
        </p15:guide>
        <p15:guide id="6" pos="10944">
          <p15:clr>
            <a:srgbClr val="FA7B17"/>
          </p15:clr>
        </p15:guide>
        <p15:guide id="7" pos="1152">
          <p15:clr>
            <a:srgbClr val="FA7B17"/>
          </p15:clr>
        </p15:guide>
        <p15:guide id="8" pos="1728">
          <p15:clr>
            <a:srgbClr val="FA7B17"/>
          </p15:clr>
        </p15:guide>
        <p15:guide id="9" pos="2304">
          <p15:clr>
            <a:srgbClr val="FA7B17"/>
          </p15:clr>
        </p15:guide>
        <p15:guide id="10" pos="2880">
          <p15:clr>
            <a:srgbClr val="FA7B17"/>
          </p15:clr>
        </p15:guide>
        <p15:guide id="11" pos="3456">
          <p15:clr>
            <a:srgbClr val="FA7B17"/>
          </p15:clr>
        </p15:guide>
        <p15:guide id="12" pos="4032">
          <p15:clr>
            <a:srgbClr val="FA7B17"/>
          </p15:clr>
        </p15:guide>
        <p15:guide id="13" pos="4612">
          <p15:clr>
            <a:srgbClr val="FA7B17"/>
          </p15:clr>
        </p15:guide>
        <p15:guide id="14" pos="6912">
          <p15:clr>
            <a:srgbClr val="FA7B17"/>
          </p15:clr>
        </p15:guide>
        <p15:guide id="15" pos="7488">
          <p15:clr>
            <a:srgbClr val="FA7B17"/>
          </p15:clr>
        </p15:guide>
        <p15:guide id="16" pos="8064">
          <p15:clr>
            <a:srgbClr val="FA7B17"/>
          </p15:clr>
        </p15:guide>
        <p15:guide id="17" pos="8640">
          <p15:clr>
            <a:srgbClr val="FA7B17"/>
          </p15:clr>
        </p15:guide>
        <p15:guide id="18" pos="9216">
          <p15:clr>
            <a:srgbClr val="FA7B17"/>
          </p15:clr>
        </p15:guide>
        <p15:guide id="19" pos="9792">
          <p15:clr>
            <a:srgbClr val="FA7B17"/>
          </p15:clr>
        </p15:guide>
        <p15:guide id="20" pos="10368">
          <p15:clr>
            <a:srgbClr val="FA7B17"/>
          </p15:clr>
        </p15:guide>
        <p15:guide id="21" orient="horz" pos="2592">
          <p15:clr>
            <a:srgbClr val="FA7B17"/>
          </p15:clr>
        </p15:guide>
        <p15:guide id="22" orient="horz" pos="1944">
          <p15:clr>
            <a:srgbClr val="FA7B17"/>
          </p15:clr>
        </p15:guide>
        <p15:guide id="23" orient="horz" pos="1296">
          <p15:clr>
            <a:srgbClr val="FA7B17"/>
          </p15:clr>
        </p15:guide>
        <p15:guide id="24" orient="horz" pos="3888">
          <p15:clr>
            <a:srgbClr val="FA7B17"/>
          </p15:clr>
        </p15:guide>
        <p15:guide id="25" orient="horz" pos="4536">
          <p15:clr>
            <a:srgbClr val="FA7B17"/>
          </p15:clr>
        </p15:guide>
        <p15:guide id="26" orient="horz" pos="5184">
          <p15:clr>
            <a:srgbClr val="FA7B17"/>
          </p15:clr>
        </p15:guide>
        <p15:guide id="27" orient="horz" pos="5832">
          <p15:clr>
            <a:srgbClr val="FA7B17"/>
          </p15:clr>
        </p15:guide>
        <p15:guide id="28" pos="5856">
          <p15:clr>
            <a:srgbClr val="FA7B17"/>
          </p15:clr>
        </p15:guide>
        <p15:guide id="29" orient="horz" pos="3948">
          <p15:clr>
            <a:srgbClr val="FA7B17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clusiones">
  <p:cSld name="CUSTOM_9"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42"/>
          <p:cNvSpPr/>
          <p:nvPr/>
        </p:nvSpPr>
        <p:spPr>
          <a:xfrm>
            <a:off x="1019226" y="3352800"/>
            <a:ext cx="4091917" cy="178300"/>
          </a:xfrm>
          <a:custGeom>
            <a:rect b="b" l="l" r="r" t="t"/>
            <a:pathLst>
              <a:path extrusionOk="0" h="2075" w="57064">
                <a:moveTo>
                  <a:pt x="47748" y="327"/>
                </a:moveTo>
                <a:cubicBezTo>
                  <a:pt x="50238" y="327"/>
                  <a:pt x="52727" y="348"/>
                  <a:pt x="55216" y="390"/>
                </a:cubicBezTo>
                <a:lnTo>
                  <a:pt x="55216" y="390"/>
                </a:lnTo>
                <a:cubicBezTo>
                  <a:pt x="52141" y="904"/>
                  <a:pt x="49023" y="1114"/>
                  <a:pt x="45909" y="1204"/>
                </a:cubicBezTo>
                <a:cubicBezTo>
                  <a:pt x="42269" y="1310"/>
                  <a:pt x="38625" y="1293"/>
                  <a:pt x="34984" y="1313"/>
                </a:cubicBezTo>
                <a:cubicBezTo>
                  <a:pt x="31318" y="1332"/>
                  <a:pt x="27651" y="1347"/>
                  <a:pt x="23985" y="1347"/>
                </a:cubicBezTo>
                <a:cubicBezTo>
                  <a:pt x="22012" y="1347"/>
                  <a:pt x="20039" y="1343"/>
                  <a:pt x="18067" y="1333"/>
                </a:cubicBezTo>
                <a:lnTo>
                  <a:pt x="18067" y="1333"/>
                </a:lnTo>
                <a:cubicBezTo>
                  <a:pt x="21203" y="1121"/>
                  <a:pt x="24341" y="942"/>
                  <a:pt x="27480" y="797"/>
                </a:cubicBezTo>
                <a:cubicBezTo>
                  <a:pt x="33736" y="508"/>
                  <a:pt x="39999" y="352"/>
                  <a:pt x="46261" y="329"/>
                </a:cubicBezTo>
                <a:cubicBezTo>
                  <a:pt x="46757" y="328"/>
                  <a:pt x="47252" y="327"/>
                  <a:pt x="47748" y="327"/>
                </a:cubicBezTo>
                <a:close/>
                <a:moveTo>
                  <a:pt x="47799" y="0"/>
                </a:moveTo>
                <a:cubicBezTo>
                  <a:pt x="44511" y="0"/>
                  <a:pt x="41223" y="37"/>
                  <a:pt x="37936" y="111"/>
                </a:cubicBezTo>
                <a:cubicBezTo>
                  <a:pt x="31675" y="251"/>
                  <a:pt x="25417" y="525"/>
                  <a:pt x="19167" y="932"/>
                </a:cubicBezTo>
                <a:cubicBezTo>
                  <a:pt x="17429" y="1045"/>
                  <a:pt x="15690" y="1169"/>
                  <a:pt x="13953" y="1303"/>
                </a:cubicBezTo>
                <a:lnTo>
                  <a:pt x="13953" y="1303"/>
                </a:lnTo>
                <a:cubicBezTo>
                  <a:pt x="13549" y="1299"/>
                  <a:pt x="13145" y="1295"/>
                  <a:pt x="12741" y="1291"/>
                </a:cubicBezTo>
                <a:cubicBezTo>
                  <a:pt x="8564" y="1246"/>
                  <a:pt x="4387" y="1168"/>
                  <a:pt x="211" y="1043"/>
                </a:cubicBezTo>
                <a:cubicBezTo>
                  <a:pt x="209" y="1043"/>
                  <a:pt x="207" y="1043"/>
                  <a:pt x="205" y="1043"/>
                </a:cubicBezTo>
                <a:cubicBezTo>
                  <a:pt x="0" y="1043"/>
                  <a:pt x="4" y="1364"/>
                  <a:pt x="211" y="1371"/>
                </a:cubicBezTo>
                <a:cubicBezTo>
                  <a:pt x="3614" y="1472"/>
                  <a:pt x="7018" y="1542"/>
                  <a:pt x="10422" y="1590"/>
                </a:cubicBezTo>
                <a:lnTo>
                  <a:pt x="10422" y="1590"/>
                </a:lnTo>
                <a:cubicBezTo>
                  <a:pt x="9823" y="1641"/>
                  <a:pt x="9223" y="1693"/>
                  <a:pt x="8624" y="1746"/>
                </a:cubicBezTo>
                <a:cubicBezTo>
                  <a:pt x="8421" y="1764"/>
                  <a:pt x="8415" y="2074"/>
                  <a:pt x="8607" y="2074"/>
                </a:cubicBezTo>
                <a:cubicBezTo>
                  <a:pt x="8613" y="2074"/>
                  <a:pt x="8618" y="2074"/>
                  <a:pt x="8624" y="2074"/>
                </a:cubicBezTo>
                <a:cubicBezTo>
                  <a:pt x="10397" y="1915"/>
                  <a:pt x="12172" y="1768"/>
                  <a:pt x="13947" y="1631"/>
                </a:cubicBezTo>
                <a:lnTo>
                  <a:pt x="13947" y="1631"/>
                </a:lnTo>
                <a:cubicBezTo>
                  <a:pt x="16819" y="1658"/>
                  <a:pt x="19692" y="1671"/>
                  <a:pt x="22564" y="1674"/>
                </a:cubicBezTo>
                <a:cubicBezTo>
                  <a:pt x="22912" y="1675"/>
                  <a:pt x="23259" y="1675"/>
                  <a:pt x="23607" y="1675"/>
                </a:cubicBezTo>
                <a:cubicBezTo>
                  <a:pt x="26985" y="1675"/>
                  <a:pt x="30363" y="1663"/>
                  <a:pt x="33743" y="1647"/>
                </a:cubicBezTo>
                <a:cubicBezTo>
                  <a:pt x="37429" y="1627"/>
                  <a:pt x="41120" y="1636"/>
                  <a:pt x="44806" y="1559"/>
                </a:cubicBezTo>
                <a:cubicBezTo>
                  <a:pt x="48851" y="1474"/>
                  <a:pt x="52907" y="1223"/>
                  <a:pt x="56879" y="413"/>
                </a:cubicBezTo>
                <a:cubicBezTo>
                  <a:pt x="57064" y="375"/>
                  <a:pt x="57015" y="95"/>
                  <a:pt x="56836" y="92"/>
                </a:cubicBezTo>
                <a:cubicBezTo>
                  <a:pt x="53824" y="31"/>
                  <a:pt x="50811" y="0"/>
                  <a:pt x="4779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42"/>
          <p:cNvSpPr/>
          <p:nvPr/>
        </p:nvSpPr>
        <p:spPr>
          <a:xfrm>
            <a:off x="12801800" y="0"/>
            <a:ext cx="5486400" cy="103518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35" name="Google Shape;535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51800" y="1136412"/>
            <a:ext cx="8673209" cy="12267131"/>
          </a:xfrm>
          <a:prstGeom prst="rect">
            <a:avLst/>
          </a:prstGeom>
          <a:noFill/>
          <a:ln>
            <a:noFill/>
          </a:ln>
        </p:spPr>
      </p:pic>
      <p:sp>
        <p:nvSpPr>
          <p:cNvPr id="536" name="Google Shape;536;p42"/>
          <p:cNvSpPr/>
          <p:nvPr/>
        </p:nvSpPr>
        <p:spPr>
          <a:xfrm flipH="1" rot="10800000">
            <a:off x="0" y="2076275"/>
            <a:ext cx="133200" cy="8213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8A6DF1"/>
              </a:solidFill>
            </a:endParaRPr>
          </a:p>
        </p:txBody>
      </p:sp>
      <p:sp>
        <p:nvSpPr>
          <p:cNvPr id="537" name="Google Shape;537;p42"/>
          <p:cNvSpPr txBox="1"/>
          <p:nvPr/>
        </p:nvSpPr>
        <p:spPr>
          <a:xfrm>
            <a:off x="913825" y="2487075"/>
            <a:ext cx="164601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5000">
                <a:solidFill>
                  <a:schemeClr val="accen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Conclusiones</a:t>
            </a:r>
            <a:endParaRPr sz="5000">
              <a:solidFill>
                <a:schemeClr val="accen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grpSp>
        <p:nvGrpSpPr>
          <p:cNvPr id="538" name="Google Shape;538;p42"/>
          <p:cNvGrpSpPr/>
          <p:nvPr/>
        </p:nvGrpSpPr>
        <p:grpSpPr>
          <a:xfrm>
            <a:off x="17493237" y="9739656"/>
            <a:ext cx="429608" cy="178294"/>
            <a:chOff x="1207700" y="4333950"/>
            <a:chExt cx="334325" cy="138750"/>
          </a:xfrm>
        </p:grpSpPr>
        <p:sp>
          <p:nvSpPr>
            <p:cNvPr id="539" name="Google Shape;539;p42"/>
            <p:cNvSpPr/>
            <p:nvPr/>
          </p:nvSpPr>
          <p:spPr>
            <a:xfrm>
              <a:off x="1207700" y="4333950"/>
              <a:ext cx="139850" cy="138750"/>
            </a:xfrm>
            <a:custGeom>
              <a:rect b="b" l="l" r="r" t="t"/>
              <a:pathLst>
                <a:path extrusionOk="0" h="5550" w="5594">
                  <a:moveTo>
                    <a:pt x="3390" y="438"/>
                  </a:moveTo>
                  <a:cubicBezTo>
                    <a:pt x="4363" y="438"/>
                    <a:pt x="5148" y="1232"/>
                    <a:pt x="5148" y="2196"/>
                  </a:cubicBezTo>
                  <a:lnTo>
                    <a:pt x="5148" y="3346"/>
                  </a:lnTo>
                  <a:cubicBezTo>
                    <a:pt x="5148" y="4319"/>
                    <a:pt x="4363" y="5104"/>
                    <a:pt x="3390" y="5104"/>
                  </a:cubicBezTo>
                  <a:lnTo>
                    <a:pt x="437" y="5104"/>
                  </a:lnTo>
                  <a:lnTo>
                    <a:pt x="437" y="438"/>
                  </a:lnTo>
                  <a:close/>
                  <a:moveTo>
                    <a:pt x="0" y="1"/>
                  </a:moveTo>
                  <a:lnTo>
                    <a:pt x="0" y="5550"/>
                  </a:lnTo>
                  <a:lnTo>
                    <a:pt x="3390" y="5550"/>
                  </a:lnTo>
                  <a:cubicBezTo>
                    <a:pt x="4604" y="5550"/>
                    <a:pt x="5594" y="4560"/>
                    <a:pt x="5594" y="3346"/>
                  </a:cubicBezTo>
                  <a:lnTo>
                    <a:pt x="5594" y="2196"/>
                  </a:lnTo>
                  <a:cubicBezTo>
                    <a:pt x="5594" y="982"/>
                    <a:pt x="4604" y="1"/>
                    <a:pt x="339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0" name="Google Shape;540;p42"/>
            <p:cNvSpPr/>
            <p:nvPr/>
          </p:nvSpPr>
          <p:spPr>
            <a:xfrm>
              <a:off x="1403300" y="4333950"/>
              <a:ext cx="138725" cy="138750"/>
            </a:xfrm>
            <a:custGeom>
              <a:rect b="b" l="l" r="r" t="t"/>
              <a:pathLst>
                <a:path extrusionOk="0" h="5550" w="5549">
                  <a:moveTo>
                    <a:pt x="0" y="1"/>
                  </a:moveTo>
                  <a:lnTo>
                    <a:pt x="0" y="5550"/>
                  </a:lnTo>
                  <a:lnTo>
                    <a:pt x="5549" y="5550"/>
                  </a:lnTo>
                  <a:lnTo>
                    <a:pt x="554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41" name="Google Shape;541;p42"/>
          <p:cNvSpPr txBox="1"/>
          <p:nvPr>
            <p:ph idx="1" type="body"/>
          </p:nvPr>
        </p:nvSpPr>
        <p:spPr>
          <a:xfrm>
            <a:off x="915975" y="4230000"/>
            <a:ext cx="7786500" cy="52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50" lIns="0" spcFirstLastPara="1" rIns="91450" wrap="square" tIns="91450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3pPr>
            <a:lvl4pPr indent="-381000" lvl="3" marL="1828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4pPr>
            <a:lvl5pPr indent="-381000" lvl="4" marL="22860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5pPr>
            <a:lvl6pPr indent="-381000" lvl="5" marL="2743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6pPr>
            <a:lvl7pPr indent="-381000" lvl="6" marL="3200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7pPr>
            <a:lvl8pPr indent="-381000" lvl="7" marL="3657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8pPr>
            <a:lvl9pPr indent="-381000" lvl="8" marL="4114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665">
          <p15:clr>
            <a:srgbClr val="FA7B17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tada">
  <p:cSld name="CUSTOM_3">
    <p:bg>
      <p:bgPr>
        <a:solidFill>
          <a:srgbClr val="000000"/>
        </a:solidFill>
      </p:bgPr>
    </p:bg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3" name="Google Shape;543;p43"/>
          <p:cNvGrpSpPr/>
          <p:nvPr/>
        </p:nvGrpSpPr>
        <p:grpSpPr>
          <a:xfrm>
            <a:off x="913788" y="895865"/>
            <a:ext cx="2251983" cy="180014"/>
            <a:chOff x="4935498" y="1642212"/>
            <a:chExt cx="2734980" cy="217042"/>
          </a:xfrm>
        </p:grpSpPr>
        <p:sp>
          <p:nvSpPr>
            <p:cNvPr id="544" name="Google Shape;544;p43"/>
            <p:cNvSpPr/>
            <p:nvPr/>
          </p:nvSpPr>
          <p:spPr>
            <a:xfrm>
              <a:off x="5197136" y="1646235"/>
              <a:ext cx="18839" cy="209333"/>
            </a:xfrm>
            <a:custGeom>
              <a:rect b="b" l="l" r="r" t="t"/>
              <a:pathLst>
                <a:path extrusionOk="0" h="5567" w="501">
                  <a:moveTo>
                    <a:pt x="1" y="0"/>
                  </a:moveTo>
                  <a:lnTo>
                    <a:pt x="1" y="5567"/>
                  </a:lnTo>
                  <a:lnTo>
                    <a:pt x="500" y="5567"/>
                  </a:lnTo>
                  <a:lnTo>
                    <a:pt x="5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</a:endParaRPr>
            </a:p>
          </p:txBody>
        </p:sp>
        <p:sp>
          <p:nvSpPr>
            <p:cNvPr id="545" name="Google Shape;545;p43"/>
            <p:cNvSpPr/>
            <p:nvPr/>
          </p:nvSpPr>
          <p:spPr>
            <a:xfrm>
              <a:off x="5299114" y="1642550"/>
              <a:ext cx="199293" cy="216703"/>
            </a:xfrm>
            <a:custGeom>
              <a:rect b="b" l="l" r="r" t="t"/>
              <a:pathLst>
                <a:path extrusionOk="0" h="5763" w="5300">
                  <a:moveTo>
                    <a:pt x="2820" y="0"/>
                  </a:moveTo>
                  <a:cubicBezTo>
                    <a:pt x="2204" y="0"/>
                    <a:pt x="1687" y="107"/>
                    <a:pt x="1268" y="321"/>
                  </a:cubicBezTo>
                  <a:cubicBezTo>
                    <a:pt x="848" y="544"/>
                    <a:pt x="527" y="865"/>
                    <a:pt x="322" y="1294"/>
                  </a:cubicBezTo>
                  <a:cubicBezTo>
                    <a:pt x="108" y="1722"/>
                    <a:pt x="1" y="2248"/>
                    <a:pt x="1" y="2882"/>
                  </a:cubicBezTo>
                  <a:cubicBezTo>
                    <a:pt x="1" y="3845"/>
                    <a:pt x="233" y="4568"/>
                    <a:pt x="697" y="5049"/>
                  </a:cubicBezTo>
                  <a:cubicBezTo>
                    <a:pt x="1161" y="5522"/>
                    <a:pt x="1856" y="5763"/>
                    <a:pt x="2775" y="5763"/>
                  </a:cubicBezTo>
                  <a:cubicBezTo>
                    <a:pt x="3043" y="5763"/>
                    <a:pt x="3302" y="5727"/>
                    <a:pt x="3560" y="5674"/>
                  </a:cubicBezTo>
                  <a:cubicBezTo>
                    <a:pt x="3810" y="5620"/>
                    <a:pt x="4042" y="5522"/>
                    <a:pt x="4256" y="5397"/>
                  </a:cubicBezTo>
                  <a:cubicBezTo>
                    <a:pt x="4470" y="5272"/>
                    <a:pt x="4649" y="5103"/>
                    <a:pt x="4774" y="4898"/>
                  </a:cubicBezTo>
                  <a:lnTo>
                    <a:pt x="4845" y="5665"/>
                  </a:lnTo>
                  <a:lnTo>
                    <a:pt x="5300" y="5665"/>
                  </a:lnTo>
                  <a:lnTo>
                    <a:pt x="5300" y="2783"/>
                  </a:lnTo>
                  <a:lnTo>
                    <a:pt x="2632" y="2783"/>
                  </a:lnTo>
                  <a:lnTo>
                    <a:pt x="2632" y="3265"/>
                  </a:lnTo>
                  <a:lnTo>
                    <a:pt x="4738" y="3265"/>
                  </a:lnTo>
                  <a:lnTo>
                    <a:pt x="4738" y="3408"/>
                  </a:lnTo>
                  <a:cubicBezTo>
                    <a:pt x="4738" y="3827"/>
                    <a:pt x="4666" y="4175"/>
                    <a:pt x="4542" y="4452"/>
                  </a:cubicBezTo>
                  <a:cubicBezTo>
                    <a:pt x="4408" y="4728"/>
                    <a:pt x="4203" y="4933"/>
                    <a:pt x="3908" y="5067"/>
                  </a:cubicBezTo>
                  <a:cubicBezTo>
                    <a:pt x="3623" y="5201"/>
                    <a:pt x="3230" y="5263"/>
                    <a:pt x="2748" y="5263"/>
                  </a:cubicBezTo>
                  <a:cubicBezTo>
                    <a:pt x="2302" y="5263"/>
                    <a:pt x="1919" y="5192"/>
                    <a:pt x="1598" y="5040"/>
                  </a:cubicBezTo>
                  <a:cubicBezTo>
                    <a:pt x="1276" y="4889"/>
                    <a:pt x="1027" y="4639"/>
                    <a:pt x="857" y="4300"/>
                  </a:cubicBezTo>
                  <a:cubicBezTo>
                    <a:pt x="679" y="3961"/>
                    <a:pt x="598" y="3515"/>
                    <a:pt x="598" y="2971"/>
                  </a:cubicBezTo>
                  <a:lnTo>
                    <a:pt x="598" y="2792"/>
                  </a:lnTo>
                  <a:cubicBezTo>
                    <a:pt x="598" y="2382"/>
                    <a:pt x="643" y="2034"/>
                    <a:pt x="750" y="1740"/>
                  </a:cubicBezTo>
                  <a:cubicBezTo>
                    <a:pt x="848" y="1445"/>
                    <a:pt x="1000" y="1213"/>
                    <a:pt x="1196" y="1026"/>
                  </a:cubicBezTo>
                  <a:cubicBezTo>
                    <a:pt x="1392" y="839"/>
                    <a:pt x="1624" y="705"/>
                    <a:pt x="1901" y="616"/>
                  </a:cubicBezTo>
                  <a:cubicBezTo>
                    <a:pt x="2169" y="535"/>
                    <a:pt x="2481" y="491"/>
                    <a:pt x="2820" y="491"/>
                  </a:cubicBezTo>
                  <a:cubicBezTo>
                    <a:pt x="3087" y="491"/>
                    <a:pt x="3346" y="517"/>
                    <a:pt x="3578" y="571"/>
                  </a:cubicBezTo>
                  <a:cubicBezTo>
                    <a:pt x="3810" y="616"/>
                    <a:pt x="4015" y="705"/>
                    <a:pt x="4185" y="821"/>
                  </a:cubicBezTo>
                  <a:cubicBezTo>
                    <a:pt x="4354" y="937"/>
                    <a:pt x="4488" y="1088"/>
                    <a:pt x="4586" y="1285"/>
                  </a:cubicBezTo>
                  <a:cubicBezTo>
                    <a:pt x="4684" y="1472"/>
                    <a:pt x="4738" y="1713"/>
                    <a:pt x="4738" y="1989"/>
                  </a:cubicBezTo>
                  <a:lnTo>
                    <a:pt x="5300" y="1989"/>
                  </a:lnTo>
                  <a:cubicBezTo>
                    <a:pt x="5300" y="1659"/>
                    <a:pt x="5246" y="1365"/>
                    <a:pt x="5130" y="1115"/>
                  </a:cubicBezTo>
                  <a:cubicBezTo>
                    <a:pt x="5023" y="865"/>
                    <a:pt x="4854" y="660"/>
                    <a:pt x="4640" y="500"/>
                  </a:cubicBezTo>
                  <a:cubicBezTo>
                    <a:pt x="4426" y="330"/>
                    <a:pt x="4167" y="205"/>
                    <a:pt x="3864" y="125"/>
                  </a:cubicBezTo>
                  <a:cubicBezTo>
                    <a:pt x="3560" y="36"/>
                    <a:pt x="3212" y="0"/>
                    <a:pt x="282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</a:endParaRPr>
            </a:p>
          </p:txBody>
        </p:sp>
        <p:sp>
          <p:nvSpPr>
            <p:cNvPr id="546" name="Google Shape;546;p43"/>
            <p:cNvSpPr/>
            <p:nvPr/>
          </p:nvSpPr>
          <p:spPr>
            <a:xfrm>
              <a:off x="5599031" y="1646235"/>
              <a:ext cx="24517" cy="209333"/>
            </a:xfrm>
            <a:custGeom>
              <a:rect b="b" l="l" r="r" t="t"/>
              <a:pathLst>
                <a:path extrusionOk="0" h="5567" w="652">
                  <a:moveTo>
                    <a:pt x="0" y="0"/>
                  </a:moveTo>
                  <a:lnTo>
                    <a:pt x="0" y="5567"/>
                  </a:lnTo>
                  <a:lnTo>
                    <a:pt x="651" y="5567"/>
                  </a:lnTo>
                  <a:lnTo>
                    <a:pt x="65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</a:endParaRPr>
            </a:p>
          </p:txBody>
        </p:sp>
        <p:sp>
          <p:nvSpPr>
            <p:cNvPr id="547" name="Google Shape;547;p43"/>
            <p:cNvSpPr/>
            <p:nvPr/>
          </p:nvSpPr>
          <p:spPr>
            <a:xfrm>
              <a:off x="5703679" y="1645897"/>
              <a:ext cx="173122" cy="209672"/>
            </a:xfrm>
            <a:custGeom>
              <a:rect b="b" l="l" r="r" t="t"/>
              <a:pathLst>
                <a:path extrusionOk="0" h="5576" w="4604">
                  <a:moveTo>
                    <a:pt x="1" y="0"/>
                  </a:moveTo>
                  <a:lnTo>
                    <a:pt x="1" y="651"/>
                  </a:lnTo>
                  <a:lnTo>
                    <a:pt x="1927" y="651"/>
                  </a:lnTo>
                  <a:lnTo>
                    <a:pt x="1927" y="5576"/>
                  </a:lnTo>
                  <a:lnTo>
                    <a:pt x="2677" y="5576"/>
                  </a:lnTo>
                  <a:lnTo>
                    <a:pt x="2677" y="651"/>
                  </a:lnTo>
                  <a:lnTo>
                    <a:pt x="4604" y="651"/>
                  </a:lnTo>
                  <a:lnTo>
                    <a:pt x="460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</a:endParaRPr>
            </a:p>
          </p:txBody>
        </p:sp>
        <p:sp>
          <p:nvSpPr>
            <p:cNvPr id="548" name="Google Shape;548;p43"/>
            <p:cNvSpPr/>
            <p:nvPr/>
          </p:nvSpPr>
          <p:spPr>
            <a:xfrm>
              <a:off x="5915344" y="1646235"/>
              <a:ext cx="206363" cy="209333"/>
            </a:xfrm>
            <a:custGeom>
              <a:rect b="b" l="l" r="r" t="t"/>
              <a:pathLst>
                <a:path extrusionOk="0" h="5567" w="5488">
                  <a:moveTo>
                    <a:pt x="2739" y="714"/>
                  </a:moveTo>
                  <a:cubicBezTo>
                    <a:pt x="2775" y="812"/>
                    <a:pt x="2802" y="910"/>
                    <a:pt x="2838" y="1017"/>
                  </a:cubicBezTo>
                  <a:cubicBezTo>
                    <a:pt x="2873" y="1124"/>
                    <a:pt x="2909" y="1231"/>
                    <a:pt x="2954" y="1338"/>
                  </a:cubicBezTo>
                  <a:cubicBezTo>
                    <a:pt x="2989" y="1445"/>
                    <a:pt x="3025" y="1543"/>
                    <a:pt x="3052" y="1624"/>
                  </a:cubicBezTo>
                  <a:cubicBezTo>
                    <a:pt x="3078" y="1704"/>
                    <a:pt x="3105" y="1775"/>
                    <a:pt x="3132" y="1820"/>
                  </a:cubicBezTo>
                  <a:lnTo>
                    <a:pt x="3774" y="3515"/>
                  </a:lnTo>
                  <a:lnTo>
                    <a:pt x="1651" y="3515"/>
                  </a:lnTo>
                  <a:lnTo>
                    <a:pt x="2302" y="1820"/>
                  </a:lnTo>
                  <a:cubicBezTo>
                    <a:pt x="2338" y="1740"/>
                    <a:pt x="2374" y="1633"/>
                    <a:pt x="2418" y="1499"/>
                  </a:cubicBezTo>
                  <a:cubicBezTo>
                    <a:pt x="2463" y="1365"/>
                    <a:pt x="2516" y="1231"/>
                    <a:pt x="2561" y="1089"/>
                  </a:cubicBezTo>
                  <a:cubicBezTo>
                    <a:pt x="2606" y="955"/>
                    <a:pt x="2650" y="830"/>
                    <a:pt x="2695" y="714"/>
                  </a:cubicBezTo>
                  <a:close/>
                  <a:moveTo>
                    <a:pt x="2195" y="0"/>
                  </a:moveTo>
                  <a:lnTo>
                    <a:pt x="1" y="5567"/>
                  </a:lnTo>
                  <a:lnTo>
                    <a:pt x="866" y="5567"/>
                  </a:lnTo>
                  <a:lnTo>
                    <a:pt x="1375" y="4229"/>
                  </a:lnTo>
                  <a:lnTo>
                    <a:pt x="4051" y="4229"/>
                  </a:lnTo>
                  <a:lnTo>
                    <a:pt x="4577" y="5567"/>
                  </a:lnTo>
                  <a:lnTo>
                    <a:pt x="5487" y="5567"/>
                  </a:lnTo>
                  <a:lnTo>
                    <a:pt x="328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</a:endParaRPr>
            </a:p>
          </p:txBody>
        </p:sp>
        <p:sp>
          <p:nvSpPr>
            <p:cNvPr id="549" name="Google Shape;549;p43"/>
            <p:cNvSpPr/>
            <p:nvPr/>
          </p:nvSpPr>
          <p:spPr>
            <a:xfrm>
              <a:off x="6194467" y="1645897"/>
              <a:ext cx="139919" cy="209672"/>
            </a:xfrm>
            <a:custGeom>
              <a:rect b="b" l="l" r="r" t="t"/>
              <a:pathLst>
                <a:path extrusionOk="0" h="5576" w="3721">
                  <a:moveTo>
                    <a:pt x="0" y="0"/>
                  </a:moveTo>
                  <a:lnTo>
                    <a:pt x="0" y="5576"/>
                  </a:lnTo>
                  <a:lnTo>
                    <a:pt x="3720" y="5576"/>
                  </a:lnTo>
                  <a:lnTo>
                    <a:pt x="3720" y="4764"/>
                  </a:lnTo>
                  <a:lnTo>
                    <a:pt x="937" y="4764"/>
                  </a:lnTo>
                  <a:lnTo>
                    <a:pt x="93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</a:endParaRPr>
            </a:p>
          </p:txBody>
        </p:sp>
        <p:sp>
          <p:nvSpPr>
            <p:cNvPr id="550" name="Google Shape;550;p43"/>
            <p:cNvSpPr/>
            <p:nvPr/>
          </p:nvSpPr>
          <p:spPr>
            <a:xfrm>
              <a:off x="6410155" y="1645897"/>
              <a:ext cx="176469" cy="209672"/>
            </a:xfrm>
            <a:custGeom>
              <a:rect b="b" l="l" r="r" t="t"/>
              <a:pathLst>
                <a:path extrusionOk="0" h="5576" w="4693">
                  <a:moveTo>
                    <a:pt x="0" y="0"/>
                  </a:moveTo>
                  <a:lnTo>
                    <a:pt x="0" y="5576"/>
                  </a:lnTo>
                  <a:lnTo>
                    <a:pt x="1035" y="5576"/>
                  </a:lnTo>
                  <a:lnTo>
                    <a:pt x="1035" y="3167"/>
                  </a:lnTo>
                  <a:lnTo>
                    <a:pt x="3658" y="3167"/>
                  </a:lnTo>
                  <a:lnTo>
                    <a:pt x="3658" y="5576"/>
                  </a:lnTo>
                  <a:lnTo>
                    <a:pt x="4693" y="5576"/>
                  </a:lnTo>
                  <a:lnTo>
                    <a:pt x="4693" y="0"/>
                  </a:lnTo>
                  <a:lnTo>
                    <a:pt x="3658" y="0"/>
                  </a:lnTo>
                  <a:lnTo>
                    <a:pt x="3658" y="2275"/>
                  </a:lnTo>
                  <a:lnTo>
                    <a:pt x="1035" y="2275"/>
                  </a:lnTo>
                  <a:lnTo>
                    <a:pt x="103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</a:endParaRPr>
            </a:p>
          </p:txBody>
        </p:sp>
        <p:sp>
          <p:nvSpPr>
            <p:cNvPr id="551" name="Google Shape;551;p43"/>
            <p:cNvSpPr/>
            <p:nvPr/>
          </p:nvSpPr>
          <p:spPr>
            <a:xfrm>
              <a:off x="6666416" y="1642550"/>
              <a:ext cx="213394" cy="216703"/>
            </a:xfrm>
            <a:custGeom>
              <a:rect b="b" l="l" r="r" t="t"/>
              <a:pathLst>
                <a:path extrusionOk="0" h="5763" w="5675">
                  <a:moveTo>
                    <a:pt x="2829" y="946"/>
                  </a:moveTo>
                  <a:cubicBezTo>
                    <a:pt x="3105" y="946"/>
                    <a:pt x="3337" y="981"/>
                    <a:pt x="3543" y="1062"/>
                  </a:cubicBezTo>
                  <a:cubicBezTo>
                    <a:pt x="3748" y="1142"/>
                    <a:pt x="3926" y="1258"/>
                    <a:pt x="4069" y="1410"/>
                  </a:cubicBezTo>
                  <a:cubicBezTo>
                    <a:pt x="4203" y="1570"/>
                    <a:pt x="4310" y="1757"/>
                    <a:pt x="4390" y="1980"/>
                  </a:cubicBezTo>
                  <a:cubicBezTo>
                    <a:pt x="4461" y="2212"/>
                    <a:pt x="4497" y="2471"/>
                    <a:pt x="4497" y="2774"/>
                  </a:cubicBezTo>
                  <a:lnTo>
                    <a:pt x="4497" y="2989"/>
                  </a:lnTo>
                  <a:cubicBezTo>
                    <a:pt x="4497" y="3292"/>
                    <a:pt x="4461" y="3551"/>
                    <a:pt x="4390" y="3774"/>
                  </a:cubicBezTo>
                  <a:cubicBezTo>
                    <a:pt x="4310" y="3997"/>
                    <a:pt x="4203" y="4193"/>
                    <a:pt x="4069" y="4345"/>
                  </a:cubicBezTo>
                  <a:cubicBezTo>
                    <a:pt x="3926" y="4496"/>
                    <a:pt x="3748" y="4612"/>
                    <a:pt x="3543" y="4692"/>
                  </a:cubicBezTo>
                  <a:cubicBezTo>
                    <a:pt x="3337" y="4773"/>
                    <a:pt x="3105" y="4808"/>
                    <a:pt x="2829" y="4808"/>
                  </a:cubicBezTo>
                  <a:cubicBezTo>
                    <a:pt x="2561" y="4808"/>
                    <a:pt x="2320" y="4773"/>
                    <a:pt x="2115" y="4692"/>
                  </a:cubicBezTo>
                  <a:cubicBezTo>
                    <a:pt x="1910" y="4612"/>
                    <a:pt x="1741" y="4496"/>
                    <a:pt x="1598" y="4345"/>
                  </a:cubicBezTo>
                  <a:cubicBezTo>
                    <a:pt x="1464" y="4193"/>
                    <a:pt x="1357" y="3997"/>
                    <a:pt x="1286" y="3774"/>
                  </a:cubicBezTo>
                  <a:cubicBezTo>
                    <a:pt x="1223" y="3551"/>
                    <a:pt x="1187" y="3292"/>
                    <a:pt x="1187" y="2989"/>
                  </a:cubicBezTo>
                  <a:lnTo>
                    <a:pt x="1187" y="2774"/>
                  </a:lnTo>
                  <a:cubicBezTo>
                    <a:pt x="1187" y="2471"/>
                    <a:pt x="1223" y="2212"/>
                    <a:pt x="1286" y="1980"/>
                  </a:cubicBezTo>
                  <a:cubicBezTo>
                    <a:pt x="1357" y="1757"/>
                    <a:pt x="1464" y="1570"/>
                    <a:pt x="1598" y="1410"/>
                  </a:cubicBezTo>
                  <a:cubicBezTo>
                    <a:pt x="1741" y="1258"/>
                    <a:pt x="1910" y="1142"/>
                    <a:pt x="2115" y="1062"/>
                  </a:cubicBezTo>
                  <a:cubicBezTo>
                    <a:pt x="2320" y="981"/>
                    <a:pt x="2561" y="946"/>
                    <a:pt x="2829" y="946"/>
                  </a:cubicBezTo>
                  <a:close/>
                  <a:moveTo>
                    <a:pt x="2829" y="0"/>
                  </a:moveTo>
                  <a:cubicBezTo>
                    <a:pt x="2249" y="0"/>
                    <a:pt x="1741" y="98"/>
                    <a:pt x="1321" y="312"/>
                  </a:cubicBezTo>
                  <a:cubicBezTo>
                    <a:pt x="893" y="517"/>
                    <a:pt x="563" y="830"/>
                    <a:pt x="340" y="1258"/>
                  </a:cubicBezTo>
                  <a:cubicBezTo>
                    <a:pt x="117" y="1686"/>
                    <a:pt x="1" y="2221"/>
                    <a:pt x="1" y="2882"/>
                  </a:cubicBezTo>
                  <a:cubicBezTo>
                    <a:pt x="1" y="3524"/>
                    <a:pt x="117" y="4059"/>
                    <a:pt x="340" y="4487"/>
                  </a:cubicBezTo>
                  <a:cubicBezTo>
                    <a:pt x="563" y="4915"/>
                    <a:pt x="893" y="5237"/>
                    <a:pt x="1321" y="5451"/>
                  </a:cubicBezTo>
                  <a:cubicBezTo>
                    <a:pt x="1741" y="5656"/>
                    <a:pt x="2249" y="5763"/>
                    <a:pt x="2829" y="5763"/>
                  </a:cubicBezTo>
                  <a:cubicBezTo>
                    <a:pt x="3427" y="5763"/>
                    <a:pt x="3935" y="5656"/>
                    <a:pt x="4354" y="5451"/>
                  </a:cubicBezTo>
                  <a:cubicBezTo>
                    <a:pt x="4783" y="5237"/>
                    <a:pt x="5104" y="4915"/>
                    <a:pt x="5336" y="4487"/>
                  </a:cubicBezTo>
                  <a:cubicBezTo>
                    <a:pt x="5559" y="4059"/>
                    <a:pt x="5675" y="3524"/>
                    <a:pt x="5675" y="2882"/>
                  </a:cubicBezTo>
                  <a:cubicBezTo>
                    <a:pt x="5675" y="2221"/>
                    <a:pt x="5559" y="1686"/>
                    <a:pt x="5336" y="1258"/>
                  </a:cubicBezTo>
                  <a:cubicBezTo>
                    <a:pt x="5104" y="830"/>
                    <a:pt x="4783" y="517"/>
                    <a:pt x="4354" y="312"/>
                  </a:cubicBezTo>
                  <a:cubicBezTo>
                    <a:pt x="3935" y="98"/>
                    <a:pt x="3427" y="0"/>
                    <a:pt x="282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</a:endParaRPr>
            </a:p>
          </p:txBody>
        </p:sp>
        <p:sp>
          <p:nvSpPr>
            <p:cNvPr id="552" name="Google Shape;552;p43"/>
            <p:cNvSpPr/>
            <p:nvPr/>
          </p:nvSpPr>
          <p:spPr>
            <a:xfrm>
              <a:off x="6958625" y="1645897"/>
              <a:ext cx="186884" cy="213357"/>
            </a:xfrm>
            <a:custGeom>
              <a:rect b="b" l="l" r="r" t="t"/>
              <a:pathLst>
                <a:path extrusionOk="0" h="5674" w="4970">
                  <a:moveTo>
                    <a:pt x="0" y="0"/>
                  </a:moveTo>
                  <a:lnTo>
                    <a:pt x="0" y="3453"/>
                  </a:lnTo>
                  <a:cubicBezTo>
                    <a:pt x="0" y="3943"/>
                    <a:pt x="98" y="4354"/>
                    <a:pt x="295" y="4684"/>
                  </a:cubicBezTo>
                  <a:cubicBezTo>
                    <a:pt x="491" y="5014"/>
                    <a:pt x="776" y="5264"/>
                    <a:pt x="1142" y="5424"/>
                  </a:cubicBezTo>
                  <a:cubicBezTo>
                    <a:pt x="1517" y="5585"/>
                    <a:pt x="1963" y="5674"/>
                    <a:pt x="2480" y="5674"/>
                  </a:cubicBezTo>
                  <a:cubicBezTo>
                    <a:pt x="2998" y="5674"/>
                    <a:pt x="3444" y="5585"/>
                    <a:pt x="3818" y="5424"/>
                  </a:cubicBezTo>
                  <a:cubicBezTo>
                    <a:pt x="4184" y="5264"/>
                    <a:pt x="4470" y="5014"/>
                    <a:pt x="4675" y="4684"/>
                  </a:cubicBezTo>
                  <a:cubicBezTo>
                    <a:pt x="4871" y="4354"/>
                    <a:pt x="4969" y="3943"/>
                    <a:pt x="4969" y="3453"/>
                  </a:cubicBezTo>
                  <a:lnTo>
                    <a:pt x="4969" y="0"/>
                  </a:lnTo>
                  <a:lnTo>
                    <a:pt x="3685" y="0"/>
                  </a:lnTo>
                  <a:lnTo>
                    <a:pt x="3685" y="3426"/>
                  </a:lnTo>
                  <a:cubicBezTo>
                    <a:pt x="3685" y="3810"/>
                    <a:pt x="3578" y="4104"/>
                    <a:pt x="3372" y="4318"/>
                  </a:cubicBezTo>
                  <a:cubicBezTo>
                    <a:pt x="3158" y="4532"/>
                    <a:pt x="2864" y="4639"/>
                    <a:pt x="2471" y="4639"/>
                  </a:cubicBezTo>
                  <a:cubicBezTo>
                    <a:pt x="2088" y="4639"/>
                    <a:pt x="1793" y="4532"/>
                    <a:pt x="1588" y="4318"/>
                  </a:cubicBezTo>
                  <a:cubicBezTo>
                    <a:pt x="1383" y="4104"/>
                    <a:pt x="1276" y="3810"/>
                    <a:pt x="1276" y="3426"/>
                  </a:cubicBezTo>
                  <a:lnTo>
                    <a:pt x="127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</a:endParaRPr>
            </a:p>
          </p:txBody>
        </p:sp>
        <p:sp>
          <p:nvSpPr>
            <p:cNvPr id="553" name="Google Shape;553;p43"/>
            <p:cNvSpPr/>
            <p:nvPr/>
          </p:nvSpPr>
          <p:spPr>
            <a:xfrm>
              <a:off x="7223610" y="1642212"/>
              <a:ext cx="187223" cy="217042"/>
            </a:xfrm>
            <a:custGeom>
              <a:rect b="b" l="l" r="r" t="t"/>
              <a:pathLst>
                <a:path extrusionOk="0" h="5772" w="4979">
                  <a:moveTo>
                    <a:pt x="2490" y="0"/>
                  </a:moveTo>
                  <a:cubicBezTo>
                    <a:pt x="2169" y="0"/>
                    <a:pt x="1865" y="27"/>
                    <a:pt x="1580" y="89"/>
                  </a:cubicBezTo>
                  <a:cubicBezTo>
                    <a:pt x="1294" y="152"/>
                    <a:pt x="1036" y="250"/>
                    <a:pt x="822" y="384"/>
                  </a:cubicBezTo>
                  <a:cubicBezTo>
                    <a:pt x="599" y="526"/>
                    <a:pt x="429" y="696"/>
                    <a:pt x="304" y="910"/>
                  </a:cubicBezTo>
                  <a:cubicBezTo>
                    <a:pt x="179" y="1124"/>
                    <a:pt x="117" y="1374"/>
                    <a:pt x="117" y="1668"/>
                  </a:cubicBezTo>
                  <a:cubicBezTo>
                    <a:pt x="117" y="1936"/>
                    <a:pt x="161" y="2159"/>
                    <a:pt x="260" y="2346"/>
                  </a:cubicBezTo>
                  <a:cubicBezTo>
                    <a:pt x="349" y="2534"/>
                    <a:pt x="483" y="2685"/>
                    <a:pt x="643" y="2810"/>
                  </a:cubicBezTo>
                  <a:cubicBezTo>
                    <a:pt x="795" y="2935"/>
                    <a:pt x="982" y="3042"/>
                    <a:pt x="1178" y="3122"/>
                  </a:cubicBezTo>
                  <a:cubicBezTo>
                    <a:pt x="1384" y="3203"/>
                    <a:pt x="1589" y="3274"/>
                    <a:pt x="1803" y="3328"/>
                  </a:cubicBezTo>
                  <a:cubicBezTo>
                    <a:pt x="2017" y="3381"/>
                    <a:pt x="2231" y="3435"/>
                    <a:pt x="2427" y="3479"/>
                  </a:cubicBezTo>
                  <a:cubicBezTo>
                    <a:pt x="2633" y="3524"/>
                    <a:pt x="2811" y="3577"/>
                    <a:pt x="2972" y="3631"/>
                  </a:cubicBezTo>
                  <a:cubicBezTo>
                    <a:pt x="3132" y="3684"/>
                    <a:pt x="3257" y="3756"/>
                    <a:pt x="3346" y="3836"/>
                  </a:cubicBezTo>
                  <a:cubicBezTo>
                    <a:pt x="3444" y="3916"/>
                    <a:pt x="3489" y="4023"/>
                    <a:pt x="3489" y="4148"/>
                  </a:cubicBezTo>
                  <a:cubicBezTo>
                    <a:pt x="3489" y="4220"/>
                    <a:pt x="3480" y="4291"/>
                    <a:pt x="3444" y="4345"/>
                  </a:cubicBezTo>
                  <a:cubicBezTo>
                    <a:pt x="3418" y="4398"/>
                    <a:pt x="3373" y="4452"/>
                    <a:pt x="3311" y="4487"/>
                  </a:cubicBezTo>
                  <a:cubicBezTo>
                    <a:pt x="3248" y="4532"/>
                    <a:pt x="3177" y="4568"/>
                    <a:pt x="3096" y="4594"/>
                  </a:cubicBezTo>
                  <a:cubicBezTo>
                    <a:pt x="3016" y="4621"/>
                    <a:pt x="2918" y="4639"/>
                    <a:pt x="2820" y="4648"/>
                  </a:cubicBezTo>
                  <a:cubicBezTo>
                    <a:pt x="2713" y="4657"/>
                    <a:pt x="2606" y="4666"/>
                    <a:pt x="2490" y="4666"/>
                  </a:cubicBezTo>
                  <a:cubicBezTo>
                    <a:pt x="2267" y="4666"/>
                    <a:pt x="2079" y="4639"/>
                    <a:pt x="1919" y="4594"/>
                  </a:cubicBezTo>
                  <a:cubicBezTo>
                    <a:pt x="1758" y="4550"/>
                    <a:pt x="1633" y="4470"/>
                    <a:pt x="1544" y="4371"/>
                  </a:cubicBezTo>
                  <a:cubicBezTo>
                    <a:pt x="1455" y="4264"/>
                    <a:pt x="1410" y="4122"/>
                    <a:pt x="1410" y="3952"/>
                  </a:cubicBezTo>
                  <a:cubicBezTo>
                    <a:pt x="1410" y="3934"/>
                    <a:pt x="1410" y="3916"/>
                    <a:pt x="1410" y="3890"/>
                  </a:cubicBezTo>
                  <a:cubicBezTo>
                    <a:pt x="1410" y="3863"/>
                    <a:pt x="1410" y="3845"/>
                    <a:pt x="1410" y="3827"/>
                  </a:cubicBezTo>
                  <a:lnTo>
                    <a:pt x="10" y="3827"/>
                  </a:lnTo>
                  <a:cubicBezTo>
                    <a:pt x="1" y="3845"/>
                    <a:pt x="1" y="3863"/>
                    <a:pt x="1" y="3890"/>
                  </a:cubicBezTo>
                  <a:lnTo>
                    <a:pt x="1" y="3970"/>
                  </a:lnTo>
                  <a:cubicBezTo>
                    <a:pt x="1" y="4300"/>
                    <a:pt x="72" y="4585"/>
                    <a:pt x="206" y="4817"/>
                  </a:cubicBezTo>
                  <a:cubicBezTo>
                    <a:pt x="340" y="5040"/>
                    <a:pt x="527" y="5228"/>
                    <a:pt x="759" y="5371"/>
                  </a:cubicBezTo>
                  <a:cubicBezTo>
                    <a:pt x="1000" y="5513"/>
                    <a:pt x="1268" y="5611"/>
                    <a:pt x="1580" y="5674"/>
                  </a:cubicBezTo>
                  <a:cubicBezTo>
                    <a:pt x="1883" y="5736"/>
                    <a:pt x="2213" y="5772"/>
                    <a:pt x="2570" y="5772"/>
                  </a:cubicBezTo>
                  <a:cubicBezTo>
                    <a:pt x="3025" y="5772"/>
                    <a:pt x="3444" y="5710"/>
                    <a:pt x="3801" y="5585"/>
                  </a:cubicBezTo>
                  <a:cubicBezTo>
                    <a:pt x="4167" y="5460"/>
                    <a:pt x="4461" y="5263"/>
                    <a:pt x="4667" y="4987"/>
                  </a:cubicBezTo>
                  <a:cubicBezTo>
                    <a:pt x="4872" y="4719"/>
                    <a:pt x="4979" y="4362"/>
                    <a:pt x="4979" y="3916"/>
                  </a:cubicBezTo>
                  <a:cubicBezTo>
                    <a:pt x="4979" y="3667"/>
                    <a:pt x="4934" y="3444"/>
                    <a:pt x="4836" y="3265"/>
                  </a:cubicBezTo>
                  <a:cubicBezTo>
                    <a:pt x="4738" y="3087"/>
                    <a:pt x="4613" y="2935"/>
                    <a:pt x="4452" y="2819"/>
                  </a:cubicBezTo>
                  <a:cubicBezTo>
                    <a:pt x="4292" y="2694"/>
                    <a:pt x="4104" y="2596"/>
                    <a:pt x="3908" y="2516"/>
                  </a:cubicBezTo>
                  <a:cubicBezTo>
                    <a:pt x="3703" y="2436"/>
                    <a:pt x="3498" y="2373"/>
                    <a:pt x="3284" y="2320"/>
                  </a:cubicBezTo>
                  <a:cubicBezTo>
                    <a:pt x="3070" y="2275"/>
                    <a:pt x="2864" y="2221"/>
                    <a:pt x="2668" y="2177"/>
                  </a:cubicBezTo>
                  <a:cubicBezTo>
                    <a:pt x="2463" y="2132"/>
                    <a:pt x="2285" y="2079"/>
                    <a:pt x="2124" y="2025"/>
                  </a:cubicBezTo>
                  <a:cubicBezTo>
                    <a:pt x="1955" y="1972"/>
                    <a:pt x="1830" y="1909"/>
                    <a:pt x="1731" y="1829"/>
                  </a:cubicBezTo>
                  <a:cubicBezTo>
                    <a:pt x="1642" y="1758"/>
                    <a:pt x="1598" y="1659"/>
                    <a:pt x="1598" y="1543"/>
                  </a:cubicBezTo>
                  <a:cubicBezTo>
                    <a:pt x="1598" y="1445"/>
                    <a:pt x="1633" y="1356"/>
                    <a:pt x="1705" y="1285"/>
                  </a:cubicBezTo>
                  <a:cubicBezTo>
                    <a:pt x="1776" y="1213"/>
                    <a:pt x="1883" y="1160"/>
                    <a:pt x="2017" y="1124"/>
                  </a:cubicBezTo>
                  <a:cubicBezTo>
                    <a:pt x="2160" y="1088"/>
                    <a:pt x="2329" y="1071"/>
                    <a:pt x="2525" y="1071"/>
                  </a:cubicBezTo>
                  <a:cubicBezTo>
                    <a:pt x="2731" y="1071"/>
                    <a:pt x="2891" y="1097"/>
                    <a:pt x="3034" y="1151"/>
                  </a:cubicBezTo>
                  <a:cubicBezTo>
                    <a:pt x="3168" y="1213"/>
                    <a:pt x="3266" y="1285"/>
                    <a:pt x="3337" y="1383"/>
                  </a:cubicBezTo>
                  <a:cubicBezTo>
                    <a:pt x="3400" y="1472"/>
                    <a:pt x="3435" y="1588"/>
                    <a:pt x="3435" y="1713"/>
                  </a:cubicBezTo>
                  <a:lnTo>
                    <a:pt x="3435" y="1766"/>
                  </a:lnTo>
                  <a:lnTo>
                    <a:pt x="4836" y="1766"/>
                  </a:lnTo>
                  <a:lnTo>
                    <a:pt x="4836" y="1668"/>
                  </a:lnTo>
                  <a:cubicBezTo>
                    <a:pt x="4827" y="1374"/>
                    <a:pt x="4765" y="1124"/>
                    <a:pt x="4640" y="919"/>
                  </a:cubicBezTo>
                  <a:cubicBezTo>
                    <a:pt x="4524" y="714"/>
                    <a:pt x="4354" y="535"/>
                    <a:pt x="4131" y="402"/>
                  </a:cubicBezTo>
                  <a:cubicBezTo>
                    <a:pt x="3917" y="259"/>
                    <a:pt x="3667" y="161"/>
                    <a:pt x="3391" y="98"/>
                  </a:cubicBezTo>
                  <a:cubicBezTo>
                    <a:pt x="3114" y="27"/>
                    <a:pt x="2811" y="0"/>
                    <a:pt x="249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</a:endParaRPr>
            </a:p>
          </p:txBody>
        </p:sp>
        <p:sp>
          <p:nvSpPr>
            <p:cNvPr id="554" name="Google Shape;554;p43"/>
            <p:cNvSpPr/>
            <p:nvPr/>
          </p:nvSpPr>
          <p:spPr>
            <a:xfrm>
              <a:off x="7489309" y="1645559"/>
              <a:ext cx="181169" cy="210010"/>
            </a:xfrm>
            <a:custGeom>
              <a:rect b="b" l="l" r="r" t="t"/>
              <a:pathLst>
                <a:path extrusionOk="0" h="5585" w="4818">
                  <a:moveTo>
                    <a:pt x="0" y="0"/>
                  </a:moveTo>
                  <a:lnTo>
                    <a:pt x="0" y="5585"/>
                  </a:lnTo>
                  <a:lnTo>
                    <a:pt x="4818" y="5585"/>
                  </a:lnTo>
                  <a:lnTo>
                    <a:pt x="4818" y="4300"/>
                  </a:lnTo>
                  <a:lnTo>
                    <a:pt x="1686" y="4300"/>
                  </a:lnTo>
                  <a:lnTo>
                    <a:pt x="1686" y="3364"/>
                  </a:lnTo>
                  <a:lnTo>
                    <a:pt x="4443" y="3364"/>
                  </a:lnTo>
                  <a:lnTo>
                    <a:pt x="4443" y="2132"/>
                  </a:lnTo>
                  <a:lnTo>
                    <a:pt x="1686" y="2132"/>
                  </a:lnTo>
                  <a:lnTo>
                    <a:pt x="1686" y="1276"/>
                  </a:lnTo>
                  <a:lnTo>
                    <a:pt x="4764" y="1276"/>
                  </a:lnTo>
                  <a:lnTo>
                    <a:pt x="476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</a:endParaRPr>
            </a:p>
          </p:txBody>
        </p:sp>
        <p:sp>
          <p:nvSpPr>
            <p:cNvPr id="555" name="Google Shape;555;p43"/>
            <p:cNvSpPr/>
            <p:nvPr/>
          </p:nvSpPr>
          <p:spPr>
            <a:xfrm>
              <a:off x="4935498" y="1646235"/>
              <a:ext cx="178837" cy="208995"/>
            </a:xfrm>
            <a:custGeom>
              <a:rect b="b" l="l" r="r" t="t"/>
              <a:pathLst>
                <a:path extrusionOk="0" h="5558" w="4756">
                  <a:moveTo>
                    <a:pt x="2552" y="437"/>
                  </a:moveTo>
                  <a:cubicBezTo>
                    <a:pt x="3524" y="437"/>
                    <a:pt x="4318" y="1231"/>
                    <a:pt x="4318" y="2204"/>
                  </a:cubicBezTo>
                  <a:lnTo>
                    <a:pt x="4318" y="3354"/>
                  </a:lnTo>
                  <a:cubicBezTo>
                    <a:pt x="4318" y="4327"/>
                    <a:pt x="3524" y="5112"/>
                    <a:pt x="2552" y="5112"/>
                  </a:cubicBezTo>
                  <a:lnTo>
                    <a:pt x="437" y="5112"/>
                  </a:lnTo>
                  <a:lnTo>
                    <a:pt x="437" y="437"/>
                  </a:lnTo>
                  <a:close/>
                  <a:moveTo>
                    <a:pt x="0" y="0"/>
                  </a:moveTo>
                  <a:lnTo>
                    <a:pt x="0" y="5558"/>
                  </a:lnTo>
                  <a:lnTo>
                    <a:pt x="2552" y="5558"/>
                  </a:lnTo>
                  <a:cubicBezTo>
                    <a:pt x="3765" y="5558"/>
                    <a:pt x="4755" y="4568"/>
                    <a:pt x="4755" y="3354"/>
                  </a:cubicBezTo>
                  <a:lnTo>
                    <a:pt x="4755" y="2204"/>
                  </a:lnTo>
                  <a:cubicBezTo>
                    <a:pt x="4755" y="981"/>
                    <a:pt x="3765" y="0"/>
                    <a:pt x="25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</a:endParaRPr>
            </a:p>
          </p:txBody>
        </p:sp>
      </p:grpSp>
      <p:sp>
        <p:nvSpPr>
          <p:cNvPr id="556" name="Google Shape;556;p43"/>
          <p:cNvSpPr/>
          <p:nvPr/>
        </p:nvSpPr>
        <p:spPr>
          <a:xfrm flipH="1">
            <a:off x="16459200" y="2057400"/>
            <a:ext cx="1829400" cy="8229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557" name="Google Shape;557;p43"/>
          <p:cNvSpPr/>
          <p:nvPr/>
        </p:nvSpPr>
        <p:spPr>
          <a:xfrm>
            <a:off x="9144000" y="2057400"/>
            <a:ext cx="4535400" cy="45354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</a:endParaRPr>
          </a:p>
        </p:txBody>
      </p:sp>
      <p:cxnSp>
        <p:nvCxnSpPr>
          <p:cNvPr id="558" name="Google Shape;558;p43"/>
          <p:cNvCxnSpPr>
            <a:stCxn id="557" idx="0"/>
          </p:cNvCxnSpPr>
          <p:nvPr/>
        </p:nvCxnSpPr>
        <p:spPr>
          <a:xfrm rot="10800000">
            <a:off x="18900" y="2057400"/>
            <a:ext cx="113928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59" name="Google Shape;559;p43"/>
          <p:cNvCxnSpPr>
            <a:stCxn id="557" idx="2"/>
          </p:cNvCxnSpPr>
          <p:nvPr/>
        </p:nvCxnSpPr>
        <p:spPr>
          <a:xfrm>
            <a:off x="13679400" y="4325100"/>
            <a:ext cx="0" cy="592500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560" name="Google Shape;560;p4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43900" y="7899887"/>
            <a:ext cx="4356884" cy="1772114"/>
          </a:xfrm>
          <a:prstGeom prst="rect">
            <a:avLst/>
          </a:prstGeom>
          <a:noFill/>
          <a:ln>
            <a:noFill/>
          </a:ln>
        </p:spPr>
      </p:pic>
      <p:sp>
        <p:nvSpPr>
          <p:cNvPr id="561" name="Google Shape;561;p43"/>
          <p:cNvSpPr txBox="1"/>
          <p:nvPr>
            <p:ph type="title"/>
          </p:nvPr>
        </p:nvSpPr>
        <p:spPr>
          <a:xfrm>
            <a:off x="992325" y="3539250"/>
            <a:ext cx="9393900" cy="10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50" lIns="91450" spcFirstLastPara="1" rIns="91450" wrap="square" tIns="9145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Montserrat SemiBold"/>
              <a:buNone/>
              <a:defRPr sz="7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905">
          <p15:clr>
            <a:srgbClr val="FA7B17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parador">
  <p:cSld name="CUSTOM_5">
    <p:bg>
      <p:bgPr>
        <a:solidFill>
          <a:schemeClr val="accent3"/>
        </a:solidFill>
      </p:bgPr>
    </p:bg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44"/>
          <p:cNvSpPr/>
          <p:nvPr/>
        </p:nvSpPr>
        <p:spPr>
          <a:xfrm rot="10800000">
            <a:off x="15335250" y="6655200"/>
            <a:ext cx="2603100" cy="26031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FFFFFF"/>
              </a:solidFill>
            </a:endParaRPr>
          </a:p>
        </p:txBody>
      </p:sp>
      <p:cxnSp>
        <p:nvCxnSpPr>
          <p:cNvPr id="564" name="Google Shape;564;p44"/>
          <p:cNvCxnSpPr/>
          <p:nvPr/>
        </p:nvCxnSpPr>
        <p:spPr>
          <a:xfrm>
            <a:off x="16618600" y="9258300"/>
            <a:ext cx="1682700" cy="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65" name="Google Shape;565;p44"/>
          <p:cNvSpPr/>
          <p:nvPr/>
        </p:nvSpPr>
        <p:spPr>
          <a:xfrm flipH="1">
            <a:off x="15335250" y="2153100"/>
            <a:ext cx="2603100" cy="26031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FFFFFF"/>
              </a:solidFill>
            </a:endParaRPr>
          </a:p>
        </p:txBody>
      </p:sp>
      <p:cxnSp>
        <p:nvCxnSpPr>
          <p:cNvPr id="566" name="Google Shape;566;p44"/>
          <p:cNvCxnSpPr/>
          <p:nvPr/>
        </p:nvCxnSpPr>
        <p:spPr>
          <a:xfrm>
            <a:off x="16618600" y="2153100"/>
            <a:ext cx="1682700" cy="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7" name="Google Shape;567;p44"/>
          <p:cNvCxnSpPr>
            <a:stCxn id="565" idx="2"/>
            <a:endCxn id="563" idx="2"/>
          </p:cNvCxnSpPr>
          <p:nvPr/>
        </p:nvCxnSpPr>
        <p:spPr>
          <a:xfrm>
            <a:off x="15335250" y="3454650"/>
            <a:ext cx="0" cy="450210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68" name="Google Shape;568;p44"/>
          <p:cNvSpPr/>
          <p:nvPr/>
        </p:nvSpPr>
        <p:spPr>
          <a:xfrm>
            <a:off x="-2164695" y="4114800"/>
            <a:ext cx="4909800" cy="1371000"/>
          </a:xfrm>
          <a:prstGeom prst="roundRect">
            <a:avLst>
              <a:gd fmla="val 50000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569" name="Google Shape;569;p44"/>
          <p:cNvSpPr txBox="1"/>
          <p:nvPr>
            <p:ph type="title"/>
          </p:nvPr>
        </p:nvSpPr>
        <p:spPr>
          <a:xfrm>
            <a:off x="368050" y="4185300"/>
            <a:ext cx="1847100" cy="10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50" lIns="91450" spcFirstLastPara="1" rIns="91450" wrap="square" tIns="91450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Montserrat"/>
              <a:buNone/>
              <a:defRPr sz="7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Montserrat"/>
              <a:buNone/>
              <a:defRPr sz="7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Montserrat"/>
              <a:buNone/>
              <a:defRPr sz="7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Montserrat"/>
              <a:buNone/>
              <a:defRPr sz="7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Montserrat"/>
              <a:buNone/>
              <a:defRPr sz="7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Montserrat"/>
              <a:buNone/>
              <a:defRPr sz="7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Montserrat"/>
              <a:buNone/>
              <a:defRPr sz="7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Montserrat"/>
              <a:buNone/>
              <a:defRPr sz="7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Montserrat"/>
              <a:buNone/>
              <a:defRPr sz="7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570" name="Google Shape;570;p44"/>
          <p:cNvSpPr txBox="1"/>
          <p:nvPr>
            <p:ph idx="2" type="title"/>
          </p:nvPr>
        </p:nvSpPr>
        <p:spPr>
          <a:xfrm>
            <a:off x="3238800" y="4185300"/>
            <a:ext cx="10101000" cy="7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50" lIns="91450" spcFirstLastPara="1" rIns="91450" wrap="square" tIns="9145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000"/>
              <a:buFont typeface="Montserrat"/>
              <a:buNone/>
              <a:defRPr sz="70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240">
          <p15:clr>
            <a:srgbClr val="FA7B17"/>
          </p15:clr>
        </p15:guide>
        <p15:guide id="2" pos="2040">
          <p15:clr>
            <a:srgbClr val="FA7B17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ta">
  <p:cSld name="CUSTOM_6"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45"/>
          <p:cNvSpPr/>
          <p:nvPr/>
        </p:nvSpPr>
        <p:spPr>
          <a:xfrm>
            <a:off x="10042600" y="-66650"/>
            <a:ext cx="8247600" cy="10186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73" name="Google Shape;573;p4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886800" y="3589300"/>
            <a:ext cx="5678707" cy="5345567"/>
          </a:xfrm>
          <a:prstGeom prst="rect">
            <a:avLst/>
          </a:prstGeom>
          <a:noFill/>
          <a:ln>
            <a:noFill/>
          </a:ln>
        </p:spPr>
      </p:pic>
      <p:sp>
        <p:nvSpPr>
          <p:cNvPr id="574" name="Google Shape;574;p45"/>
          <p:cNvSpPr/>
          <p:nvPr/>
        </p:nvSpPr>
        <p:spPr>
          <a:xfrm rot="10800000">
            <a:off x="426739" y="5273475"/>
            <a:ext cx="3636000" cy="36360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</a:endParaRPr>
          </a:p>
        </p:txBody>
      </p:sp>
      <p:cxnSp>
        <p:nvCxnSpPr>
          <p:cNvPr id="575" name="Google Shape;575;p45"/>
          <p:cNvCxnSpPr>
            <a:stCxn id="574" idx="2"/>
          </p:cNvCxnSpPr>
          <p:nvPr/>
        </p:nvCxnSpPr>
        <p:spPr>
          <a:xfrm rot="10800000">
            <a:off x="426739" y="-18525"/>
            <a:ext cx="0" cy="711000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76" name="Google Shape;576;p45"/>
          <p:cNvSpPr/>
          <p:nvPr/>
        </p:nvSpPr>
        <p:spPr>
          <a:xfrm flipH="1" rot="-5400000">
            <a:off x="9518500" y="1515275"/>
            <a:ext cx="167100" cy="17376300"/>
          </a:xfrm>
          <a:prstGeom prst="rect">
            <a:avLst/>
          </a:prstGeom>
          <a:solidFill>
            <a:srgbClr val="997610"/>
          </a:soli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  <p:cxnSp>
        <p:nvCxnSpPr>
          <p:cNvPr id="577" name="Google Shape;577;p45"/>
          <p:cNvCxnSpPr>
            <a:stCxn id="574" idx="0"/>
          </p:cNvCxnSpPr>
          <p:nvPr/>
        </p:nvCxnSpPr>
        <p:spPr>
          <a:xfrm>
            <a:off x="2244739" y="8909475"/>
            <a:ext cx="16027200" cy="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78" name="Google Shape;578;p45"/>
          <p:cNvSpPr txBox="1"/>
          <p:nvPr>
            <p:ph type="title"/>
          </p:nvPr>
        </p:nvSpPr>
        <p:spPr>
          <a:xfrm>
            <a:off x="1828850" y="1354200"/>
            <a:ext cx="6871500" cy="573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000"/>
              <a:buFont typeface="Montserrat"/>
              <a:buNone/>
              <a:defRPr sz="50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579" name="Google Shape;579;p45"/>
          <p:cNvSpPr txBox="1"/>
          <p:nvPr>
            <p:ph idx="1" type="subTitle"/>
          </p:nvPr>
        </p:nvSpPr>
        <p:spPr>
          <a:xfrm>
            <a:off x="1828850" y="7700300"/>
            <a:ext cx="6748200" cy="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50" lIns="91450" spcFirstLastPara="1" rIns="91450" wrap="square" tIns="9145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Archivo"/>
              <a:buNone/>
              <a:defRPr sz="1800">
                <a:latin typeface="Archivo"/>
                <a:ea typeface="Archivo"/>
                <a:cs typeface="Archivo"/>
                <a:sym typeface="Archiv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Font typeface="Archivo"/>
              <a:buNone/>
              <a:defRPr sz="1800">
                <a:latin typeface="Archivo"/>
                <a:ea typeface="Archivo"/>
                <a:cs typeface="Archivo"/>
                <a:sym typeface="Archiv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Font typeface="Archivo"/>
              <a:buNone/>
              <a:defRPr sz="1800">
                <a:latin typeface="Archivo"/>
                <a:ea typeface="Archivo"/>
                <a:cs typeface="Archivo"/>
                <a:sym typeface="Archiv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Font typeface="Archivo"/>
              <a:buNone/>
              <a:defRPr sz="1800">
                <a:latin typeface="Archivo"/>
                <a:ea typeface="Archivo"/>
                <a:cs typeface="Archivo"/>
                <a:sym typeface="Archiv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Font typeface="Archivo"/>
              <a:buNone/>
              <a:defRPr sz="1800">
                <a:latin typeface="Archivo"/>
                <a:ea typeface="Archivo"/>
                <a:cs typeface="Archivo"/>
                <a:sym typeface="Archiv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Font typeface="Archivo"/>
              <a:buNone/>
              <a:defRPr sz="1800">
                <a:latin typeface="Archivo"/>
                <a:ea typeface="Archivo"/>
                <a:cs typeface="Archivo"/>
                <a:sym typeface="Archiv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Font typeface="Archivo"/>
              <a:buNone/>
              <a:defRPr sz="1800">
                <a:latin typeface="Archivo"/>
                <a:ea typeface="Archivo"/>
                <a:cs typeface="Archivo"/>
                <a:sym typeface="Archiv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Font typeface="Archivo"/>
              <a:buNone/>
              <a:defRPr sz="1800">
                <a:latin typeface="Archivo"/>
                <a:ea typeface="Archivo"/>
                <a:cs typeface="Archivo"/>
                <a:sym typeface="Archiv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Font typeface="Archivo"/>
              <a:buNone/>
              <a:defRPr sz="18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5065">
          <p15:clr>
            <a:srgbClr val="FA7B17"/>
          </p15:clr>
        </p15:guide>
        <p15:guide id="2" pos="1152">
          <p15:clr>
            <a:srgbClr val="FA7B17"/>
          </p15:clr>
        </p15:guide>
        <p15:guide id="3" orient="horz" pos="4467">
          <p15:clr>
            <a:srgbClr val="FA7B17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intro">
  <p:cSld name="CUSTOM_4"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46"/>
          <p:cNvSpPr/>
          <p:nvPr/>
        </p:nvSpPr>
        <p:spPr>
          <a:xfrm flipH="1" rot="10800000">
            <a:off x="913800" y="2099700"/>
            <a:ext cx="12764100" cy="7158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accent1"/>
              </a:solidFill>
            </a:endParaRPr>
          </a:p>
        </p:txBody>
      </p:sp>
      <p:sp>
        <p:nvSpPr>
          <p:cNvPr id="582" name="Google Shape;582;p46"/>
          <p:cNvSpPr/>
          <p:nvPr/>
        </p:nvSpPr>
        <p:spPr>
          <a:xfrm rot="10800000">
            <a:off x="15335250" y="6655200"/>
            <a:ext cx="2603100" cy="26031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</a:endParaRPr>
          </a:p>
        </p:txBody>
      </p:sp>
      <p:cxnSp>
        <p:nvCxnSpPr>
          <p:cNvPr id="583" name="Google Shape;583;p46"/>
          <p:cNvCxnSpPr/>
          <p:nvPr/>
        </p:nvCxnSpPr>
        <p:spPr>
          <a:xfrm>
            <a:off x="16618600" y="9258300"/>
            <a:ext cx="1682700" cy="0"/>
          </a:xfrm>
          <a:prstGeom prst="straightConnector1">
            <a:avLst/>
          </a:prstGeom>
          <a:noFill/>
          <a:ln cap="flat" cmpd="sng" w="7620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84" name="Google Shape;584;p46"/>
          <p:cNvSpPr/>
          <p:nvPr/>
        </p:nvSpPr>
        <p:spPr>
          <a:xfrm flipH="1">
            <a:off x="15335250" y="2153100"/>
            <a:ext cx="2603100" cy="26031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</a:endParaRPr>
          </a:p>
        </p:txBody>
      </p:sp>
      <p:cxnSp>
        <p:nvCxnSpPr>
          <p:cNvPr id="585" name="Google Shape;585;p46"/>
          <p:cNvCxnSpPr/>
          <p:nvPr/>
        </p:nvCxnSpPr>
        <p:spPr>
          <a:xfrm>
            <a:off x="16618600" y="2153100"/>
            <a:ext cx="1682700" cy="0"/>
          </a:xfrm>
          <a:prstGeom prst="straightConnector1">
            <a:avLst/>
          </a:prstGeom>
          <a:noFill/>
          <a:ln cap="flat" cmpd="sng" w="7620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6" name="Google Shape;586;p46"/>
          <p:cNvCxnSpPr>
            <a:stCxn id="584" idx="2"/>
            <a:endCxn id="582" idx="2"/>
          </p:cNvCxnSpPr>
          <p:nvPr/>
        </p:nvCxnSpPr>
        <p:spPr>
          <a:xfrm>
            <a:off x="15335250" y="3454650"/>
            <a:ext cx="0" cy="4502100"/>
          </a:xfrm>
          <a:prstGeom prst="straightConnector1">
            <a:avLst/>
          </a:prstGeom>
          <a:noFill/>
          <a:ln cap="flat" cmpd="sng" w="7620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87" name="Google Shape;587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11430143" y="5143500"/>
            <a:ext cx="4572469" cy="430574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88" name="Google Shape;588;p46"/>
          <p:cNvGrpSpPr/>
          <p:nvPr/>
        </p:nvGrpSpPr>
        <p:grpSpPr>
          <a:xfrm>
            <a:off x="913750" y="1236863"/>
            <a:ext cx="5343086" cy="845821"/>
            <a:chOff x="913750" y="1236863"/>
            <a:chExt cx="5343086" cy="845821"/>
          </a:xfrm>
        </p:grpSpPr>
        <p:sp>
          <p:nvSpPr>
            <p:cNvPr id="589" name="Google Shape;589;p46"/>
            <p:cNvSpPr/>
            <p:nvPr/>
          </p:nvSpPr>
          <p:spPr>
            <a:xfrm rot="-5400000">
              <a:off x="1596850" y="553885"/>
              <a:ext cx="845700" cy="2211900"/>
            </a:xfrm>
            <a:prstGeom prst="round2SameRect">
              <a:avLst>
                <a:gd fmla="val 50000" name="adj1"/>
                <a:gd fmla="val 0" name="adj2"/>
              </a:avLst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0" name="Google Shape;590;p46"/>
            <p:cNvSpPr/>
            <p:nvPr/>
          </p:nvSpPr>
          <p:spPr>
            <a:xfrm>
              <a:off x="3996936" y="1236867"/>
              <a:ext cx="2259900" cy="845700"/>
            </a:xfrm>
            <a:prstGeom prst="roundRect">
              <a:avLst>
                <a:gd fmla="val 50000" name="adj"/>
              </a:avLst>
            </a:prstGeom>
            <a:noFill/>
            <a:ln cap="flat" cmpd="sng" w="381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1" name="Google Shape;591;p46"/>
            <p:cNvSpPr/>
            <p:nvPr/>
          </p:nvSpPr>
          <p:spPr>
            <a:xfrm>
              <a:off x="5493646" y="1376867"/>
              <a:ext cx="565800" cy="5658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2" name="Google Shape;592;p46"/>
            <p:cNvSpPr/>
            <p:nvPr/>
          </p:nvSpPr>
          <p:spPr>
            <a:xfrm>
              <a:off x="3151108" y="1236863"/>
              <a:ext cx="845700" cy="845700"/>
            </a:xfrm>
            <a:prstGeom prst="ellipse">
              <a:avLst/>
            </a:prstGeom>
            <a:noFill/>
            <a:ln cap="flat" cmpd="sng" w="38100">
              <a:solidFill>
                <a:srgbClr val="3F3F3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3" name="Google Shape;593;p46"/>
          <p:cNvSpPr txBox="1"/>
          <p:nvPr>
            <p:ph idx="1" type="subTitle"/>
          </p:nvPr>
        </p:nvSpPr>
        <p:spPr>
          <a:xfrm>
            <a:off x="2414625" y="4266950"/>
            <a:ext cx="9375300" cy="35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50" lIns="91450" spcFirstLastPara="1" rIns="91450" wrap="square" tIns="9145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Montserrat Medium"/>
              <a:buNone/>
              <a:defRPr sz="50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488">
          <p15:clr>
            <a:srgbClr val="FA7B17"/>
          </p15:clr>
        </p15:guide>
        <p15:guide id="2" pos="7427">
          <p15:clr>
            <a:srgbClr val="FA7B17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seño base">
  <p:cSld name="CUSTOM_2"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5" name="Google Shape;595;p47"/>
          <p:cNvGrpSpPr/>
          <p:nvPr/>
        </p:nvGrpSpPr>
        <p:grpSpPr>
          <a:xfrm>
            <a:off x="17493237" y="9739656"/>
            <a:ext cx="429608" cy="178294"/>
            <a:chOff x="1207700" y="4333950"/>
            <a:chExt cx="334325" cy="138750"/>
          </a:xfrm>
        </p:grpSpPr>
        <p:sp>
          <p:nvSpPr>
            <p:cNvPr id="596" name="Google Shape;596;p47"/>
            <p:cNvSpPr/>
            <p:nvPr/>
          </p:nvSpPr>
          <p:spPr>
            <a:xfrm>
              <a:off x="1207700" y="4333950"/>
              <a:ext cx="139850" cy="138750"/>
            </a:xfrm>
            <a:custGeom>
              <a:rect b="b" l="l" r="r" t="t"/>
              <a:pathLst>
                <a:path extrusionOk="0" h="5550" w="5594">
                  <a:moveTo>
                    <a:pt x="3390" y="438"/>
                  </a:moveTo>
                  <a:cubicBezTo>
                    <a:pt x="4363" y="438"/>
                    <a:pt x="5148" y="1232"/>
                    <a:pt x="5148" y="2196"/>
                  </a:cubicBezTo>
                  <a:lnTo>
                    <a:pt x="5148" y="3346"/>
                  </a:lnTo>
                  <a:cubicBezTo>
                    <a:pt x="5148" y="4319"/>
                    <a:pt x="4363" y="5104"/>
                    <a:pt x="3390" y="5104"/>
                  </a:cubicBezTo>
                  <a:lnTo>
                    <a:pt x="437" y="5104"/>
                  </a:lnTo>
                  <a:lnTo>
                    <a:pt x="437" y="438"/>
                  </a:lnTo>
                  <a:close/>
                  <a:moveTo>
                    <a:pt x="0" y="1"/>
                  </a:moveTo>
                  <a:lnTo>
                    <a:pt x="0" y="5550"/>
                  </a:lnTo>
                  <a:lnTo>
                    <a:pt x="3390" y="5550"/>
                  </a:lnTo>
                  <a:cubicBezTo>
                    <a:pt x="4604" y="5550"/>
                    <a:pt x="5594" y="4560"/>
                    <a:pt x="5594" y="3346"/>
                  </a:cubicBezTo>
                  <a:lnTo>
                    <a:pt x="5594" y="2196"/>
                  </a:lnTo>
                  <a:cubicBezTo>
                    <a:pt x="5594" y="982"/>
                    <a:pt x="4604" y="1"/>
                    <a:pt x="339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7" name="Google Shape;597;p47"/>
            <p:cNvSpPr/>
            <p:nvPr/>
          </p:nvSpPr>
          <p:spPr>
            <a:xfrm>
              <a:off x="1403300" y="4333950"/>
              <a:ext cx="138725" cy="138750"/>
            </a:xfrm>
            <a:custGeom>
              <a:rect b="b" l="l" r="r" t="t"/>
              <a:pathLst>
                <a:path extrusionOk="0" h="5550" w="5549">
                  <a:moveTo>
                    <a:pt x="0" y="1"/>
                  </a:moveTo>
                  <a:lnTo>
                    <a:pt x="0" y="5550"/>
                  </a:lnTo>
                  <a:lnTo>
                    <a:pt x="5549" y="5550"/>
                  </a:lnTo>
                  <a:lnTo>
                    <a:pt x="554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8" name="Google Shape;598;p47"/>
          <p:cNvSpPr/>
          <p:nvPr/>
        </p:nvSpPr>
        <p:spPr>
          <a:xfrm flipH="1" rot="10800000">
            <a:off x="0" y="2076275"/>
            <a:ext cx="133200" cy="8213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8A6DF1"/>
              </a:solidFill>
            </a:endParaRPr>
          </a:p>
        </p:txBody>
      </p:sp>
      <p:sp>
        <p:nvSpPr>
          <p:cNvPr id="599" name="Google Shape;599;p47"/>
          <p:cNvSpPr txBox="1"/>
          <p:nvPr>
            <p:ph type="title"/>
          </p:nvPr>
        </p:nvSpPr>
        <p:spPr>
          <a:xfrm>
            <a:off x="913950" y="2487075"/>
            <a:ext cx="165792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50" lIns="0" spcFirstLastPara="1" rIns="91450" wrap="square" tIns="9145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000"/>
              <a:buFont typeface="Montserrat SemiBold"/>
              <a:buNone/>
              <a:defRPr sz="5000">
                <a:solidFill>
                  <a:schemeClr val="accent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 sz="1400"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 sz="1400"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 sz="1400"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 sz="1400"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 sz="1400"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 sz="1400"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 sz="1400"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 sz="1400"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/>
        </p:txBody>
      </p:sp>
      <p:sp>
        <p:nvSpPr>
          <p:cNvPr id="600" name="Google Shape;600;p47"/>
          <p:cNvSpPr txBox="1"/>
          <p:nvPr>
            <p:ph idx="1" type="body"/>
          </p:nvPr>
        </p:nvSpPr>
        <p:spPr>
          <a:xfrm>
            <a:off x="915975" y="4436800"/>
            <a:ext cx="7786500" cy="31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50" lIns="0" spcFirstLastPara="1" rIns="91450" wrap="square" tIns="91450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3pPr>
            <a:lvl4pPr indent="-381000" lvl="3" marL="1828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4pPr>
            <a:lvl5pPr indent="-381000" lvl="4" marL="22860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5pPr>
            <a:lvl6pPr indent="-381000" lvl="5" marL="2743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6pPr>
            <a:lvl7pPr indent="-381000" lvl="6" marL="3200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7pPr>
            <a:lvl8pPr indent="-381000" lvl="7" marL="3657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8pPr>
            <a:lvl9pPr indent="-381000" lvl="8" marL="4114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601" name="Google Shape;601;p47"/>
          <p:cNvSpPr txBox="1"/>
          <p:nvPr>
            <p:ph idx="2" type="body"/>
          </p:nvPr>
        </p:nvSpPr>
        <p:spPr>
          <a:xfrm>
            <a:off x="9587425" y="4436800"/>
            <a:ext cx="7786500" cy="31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50" lIns="0" spcFirstLastPara="1" rIns="91450" wrap="square" tIns="91450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3pPr>
            <a:lvl4pPr indent="-381000" lvl="3" marL="1828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4pPr>
            <a:lvl5pPr indent="-381000" lvl="4" marL="22860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5pPr>
            <a:lvl6pPr indent="-381000" lvl="5" marL="2743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6pPr>
            <a:lvl7pPr indent="-381000" lvl="6" marL="3200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7pPr>
            <a:lvl8pPr indent="-381000" lvl="7" marL="3657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8pPr>
            <a:lvl9pPr indent="-381000" lvl="8" marL="4114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051">
          <p15:clr>
            <a:srgbClr val="FA7B17"/>
          </p15:clr>
        </p15:guide>
        <p15:guide id="2" orient="horz" pos="2555">
          <p15:clr>
            <a:srgbClr val="FA7B17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ullets">
  <p:cSld name="CUSTOM_10"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3" name="Google Shape;603;p48"/>
          <p:cNvGrpSpPr/>
          <p:nvPr/>
        </p:nvGrpSpPr>
        <p:grpSpPr>
          <a:xfrm flipH="1">
            <a:off x="1816364" y="2053175"/>
            <a:ext cx="16506008" cy="8224500"/>
            <a:chOff x="376006" y="684875"/>
            <a:chExt cx="16506008" cy="8224500"/>
          </a:xfrm>
        </p:grpSpPr>
        <p:sp>
          <p:nvSpPr>
            <p:cNvPr id="604" name="Google Shape;604;p48"/>
            <p:cNvSpPr/>
            <p:nvPr/>
          </p:nvSpPr>
          <p:spPr>
            <a:xfrm>
              <a:off x="13246014" y="684875"/>
              <a:ext cx="3636000" cy="3636000"/>
            </a:xfrm>
            <a:prstGeom prst="arc">
              <a:avLst>
                <a:gd fmla="val 16200000" name="adj1"/>
                <a:gd fmla="val 0" name="adj2"/>
              </a:avLst>
            </a:prstGeom>
            <a:noFill/>
            <a:ln cap="flat" cmpd="sng" w="762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</a:endParaRPr>
            </a:p>
          </p:txBody>
        </p:sp>
        <p:cxnSp>
          <p:nvCxnSpPr>
            <p:cNvPr id="605" name="Google Shape;605;p48"/>
            <p:cNvCxnSpPr/>
            <p:nvPr/>
          </p:nvCxnSpPr>
          <p:spPr>
            <a:xfrm rot="10800000">
              <a:off x="376006" y="684875"/>
              <a:ext cx="14716200" cy="0"/>
            </a:xfrm>
            <a:prstGeom prst="straightConnector1">
              <a:avLst/>
            </a:prstGeom>
            <a:noFill/>
            <a:ln cap="flat" cmpd="sng" w="762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06" name="Google Shape;606;p48"/>
            <p:cNvCxnSpPr>
              <a:stCxn id="604" idx="2"/>
            </p:cNvCxnSpPr>
            <p:nvPr/>
          </p:nvCxnSpPr>
          <p:spPr>
            <a:xfrm>
              <a:off x="16882014" y="2502875"/>
              <a:ext cx="0" cy="6406500"/>
            </a:xfrm>
            <a:prstGeom prst="straightConnector1">
              <a:avLst/>
            </a:prstGeom>
            <a:noFill/>
            <a:ln cap="flat" cmpd="sng" w="762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607" name="Google Shape;607;p48"/>
          <p:cNvSpPr txBox="1"/>
          <p:nvPr>
            <p:ph idx="1" type="body"/>
          </p:nvPr>
        </p:nvSpPr>
        <p:spPr>
          <a:xfrm>
            <a:off x="3657650" y="5906375"/>
            <a:ext cx="5042700" cy="35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50" lIns="0" spcFirstLastPara="1" rIns="91450" wrap="square" tIns="91450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3pPr>
            <a:lvl4pPr indent="-381000" lvl="3" marL="1828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4pPr>
            <a:lvl5pPr indent="-381000" lvl="4" marL="22860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5pPr>
            <a:lvl6pPr indent="-381000" lvl="5" marL="2743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6pPr>
            <a:lvl7pPr indent="-381000" lvl="6" marL="3200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7pPr>
            <a:lvl8pPr indent="-381000" lvl="7" marL="3657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8pPr>
            <a:lvl9pPr indent="-381000" lvl="8" marL="4114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608" name="Google Shape;608;p48"/>
          <p:cNvSpPr txBox="1"/>
          <p:nvPr>
            <p:ph idx="2" type="body"/>
          </p:nvPr>
        </p:nvSpPr>
        <p:spPr>
          <a:xfrm>
            <a:off x="9587425" y="3759025"/>
            <a:ext cx="7786500" cy="56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50" lIns="0" spcFirstLastPara="1" rIns="91450" wrap="square" tIns="91450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3pPr>
            <a:lvl4pPr indent="-381000" lvl="3" marL="1828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4pPr>
            <a:lvl5pPr indent="-381000" lvl="4" marL="22860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5pPr>
            <a:lvl6pPr indent="-381000" lvl="5" marL="2743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6pPr>
            <a:lvl7pPr indent="-381000" lvl="6" marL="3200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7pPr>
            <a:lvl8pPr indent="-381000" lvl="7" marL="3657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8pPr>
            <a:lvl9pPr indent="-381000" lvl="8" marL="4114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609" name="Google Shape;609;p48"/>
          <p:cNvSpPr txBox="1"/>
          <p:nvPr>
            <p:ph type="title"/>
          </p:nvPr>
        </p:nvSpPr>
        <p:spPr>
          <a:xfrm>
            <a:off x="3657650" y="3759025"/>
            <a:ext cx="5042700" cy="138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50" lIns="0" spcFirstLastPara="1" rIns="91450" wrap="square" tIns="9145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000"/>
              <a:buFont typeface="Montserrat SemiBold"/>
              <a:buNone/>
              <a:defRPr sz="5000">
                <a:solidFill>
                  <a:schemeClr val="accent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 sz="1400"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 sz="1400"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 sz="1400"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 sz="1400"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 sz="1400"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 sz="1400"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 sz="1400"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Montserrat SemiBold"/>
              <a:buNone/>
              <a:defRPr sz="1400"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304">
          <p15:clr>
            <a:srgbClr val="FA7B17"/>
          </p15:clr>
        </p15:guide>
        <p15:guide id="2" orient="horz" pos="2368">
          <p15:clr>
            <a:srgbClr val="FA7B17"/>
          </p15:clr>
        </p15:guide>
        <p15:guide id="3" orient="horz" pos="3721">
          <p15:clr>
            <a:srgbClr val="FA7B17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fico 1">
  <p:cSld name="CUSTOM_7"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49"/>
          <p:cNvSpPr/>
          <p:nvPr/>
        </p:nvSpPr>
        <p:spPr>
          <a:xfrm flipH="1">
            <a:off x="50" y="-3250"/>
            <a:ext cx="7008900" cy="10287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2" name="Google Shape;612;p49"/>
          <p:cNvSpPr txBox="1"/>
          <p:nvPr/>
        </p:nvSpPr>
        <p:spPr>
          <a:xfrm>
            <a:off x="913900" y="929250"/>
            <a:ext cx="2436600" cy="19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600">
                <a:latin typeface="Archivo"/>
                <a:ea typeface="Archivo"/>
                <a:cs typeface="Archivo"/>
                <a:sym typeface="Archivo"/>
              </a:rPr>
              <a:t>Certified Tech Developer</a:t>
            </a:r>
            <a:endParaRPr sz="1600"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13" name="Google Shape;613;p49"/>
          <p:cNvSpPr txBox="1"/>
          <p:nvPr>
            <p:ph type="title"/>
          </p:nvPr>
        </p:nvSpPr>
        <p:spPr>
          <a:xfrm>
            <a:off x="923075" y="3340600"/>
            <a:ext cx="5477700" cy="376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Font typeface="Montserrat"/>
              <a:buNone/>
              <a:defRPr sz="40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098">
          <p15:clr>
            <a:srgbClr val="FA7B17"/>
          </p15:clr>
        </p15:guide>
        <p15:guide id="2" orient="horz" pos="4479">
          <p15:clr>
            <a:srgbClr val="FA7B17"/>
          </p15:clr>
        </p15:guide>
        <p15:guide id="3" pos="4032">
          <p15:clr>
            <a:srgbClr val="FA7B17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fico 2">
  <p:cSld name="CUSTOM_8"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50"/>
          <p:cNvSpPr/>
          <p:nvPr/>
        </p:nvSpPr>
        <p:spPr>
          <a:xfrm>
            <a:off x="-86275" y="4114800"/>
            <a:ext cx="18374400" cy="6168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16" name="Google Shape;616;p50"/>
          <p:cNvGrpSpPr/>
          <p:nvPr/>
        </p:nvGrpSpPr>
        <p:grpSpPr>
          <a:xfrm>
            <a:off x="17493237" y="9739656"/>
            <a:ext cx="429608" cy="178294"/>
            <a:chOff x="1207700" y="4333950"/>
            <a:chExt cx="334325" cy="138750"/>
          </a:xfrm>
        </p:grpSpPr>
        <p:sp>
          <p:nvSpPr>
            <p:cNvPr id="617" name="Google Shape;617;p50"/>
            <p:cNvSpPr/>
            <p:nvPr/>
          </p:nvSpPr>
          <p:spPr>
            <a:xfrm>
              <a:off x="1207700" y="4333950"/>
              <a:ext cx="139850" cy="138750"/>
            </a:xfrm>
            <a:custGeom>
              <a:rect b="b" l="l" r="r" t="t"/>
              <a:pathLst>
                <a:path extrusionOk="0" h="5550" w="5594">
                  <a:moveTo>
                    <a:pt x="3390" y="438"/>
                  </a:moveTo>
                  <a:cubicBezTo>
                    <a:pt x="4363" y="438"/>
                    <a:pt x="5148" y="1232"/>
                    <a:pt x="5148" y="2196"/>
                  </a:cubicBezTo>
                  <a:lnTo>
                    <a:pt x="5148" y="3346"/>
                  </a:lnTo>
                  <a:cubicBezTo>
                    <a:pt x="5148" y="4319"/>
                    <a:pt x="4363" y="5104"/>
                    <a:pt x="3390" y="5104"/>
                  </a:cubicBezTo>
                  <a:lnTo>
                    <a:pt x="437" y="5104"/>
                  </a:lnTo>
                  <a:lnTo>
                    <a:pt x="437" y="438"/>
                  </a:lnTo>
                  <a:close/>
                  <a:moveTo>
                    <a:pt x="0" y="1"/>
                  </a:moveTo>
                  <a:lnTo>
                    <a:pt x="0" y="5550"/>
                  </a:lnTo>
                  <a:lnTo>
                    <a:pt x="3390" y="5550"/>
                  </a:lnTo>
                  <a:cubicBezTo>
                    <a:pt x="4604" y="5550"/>
                    <a:pt x="5594" y="4560"/>
                    <a:pt x="5594" y="3346"/>
                  </a:cubicBezTo>
                  <a:lnTo>
                    <a:pt x="5594" y="2196"/>
                  </a:lnTo>
                  <a:cubicBezTo>
                    <a:pt x="5594" y="982"/>
                    <a:pt x="4604" y="1"/>
                    <a:pt x="339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8" name="Google Shape;618;p50"/>
            <p:cNvSpPr/>
            <p:nvPr/>
          </p:nvSpPr>
          <p:spPr>
            <a:xfrm>
              <a:off x="1403300" y="4333950"/>
              <a:ext cx="138725" cy="138750"/>
            </a:xfrm>
            <a:custGeom>
              <a:rect b="b" l="l" r="r" t="t"/>
              <a:pathLst>
                <a:path extrusionOk="0" h="5550" w="5549">
                  <a:moveTo>
                    <a:pt x="0" y="1"/>
                  </a:moveTo>
                  <a:lnTo>
                    <a:pt x="0" y="5550"/>
                  </a:lnTo>
                  <a:lnTo>
                    <a:pt x="5549" y="5550"/>
                  </a:lnTo>
                  <a:lnTo>
                    <a:pt x="554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19" name="Google Shape;619;p50"/>
          <p:cNvSpPr txBox="1"/>
          <p:nvPr/>
        </p:nvSpPr>
        <p:spPr>
          <a:xfrm>
            <a:off x="913900" y="929250"/>
            <a:ext cx="2436600" cy="19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600">
                <a:latin typeface="Archivo"/>
                <a:ea typeface="Archivo"/>
                <a:cs typeface="Archivo"/>
                <a:sym typeface="Archivo"/>
              </a:rPr>
              <a:t>Certified Tech Developer</a:t>
            </a:r>
            <a:endParaRPr sz="1600"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20" name="Google Shape;620;p50"/>
          <p:cNvSpPr txBox="1"/>
          <p:nvPr>
            <p:ph type="title"/>
          </p:nvPr>
        </p:nvSpPr>
        <p:spPr>
          <a:xfrm>
            <a:off x="923075" y="1988700"/>
            <a:ext cx="77865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50" lIns="91450" spcFirstLastPara="1" rIns="91450" wrap="square" tIns="9145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000"/>
              <a:buFont typeface="Montserrat SemiBold"/>
              <a:buNone/>
              <a:defRPr sz="5000">
                <a:solidFill>
                  <a:schemeClr val="accent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621" name="Google Shape;621;p50"/>
          <p:cNvSpPr txBox="1"/>
          <p:nvPr>
            <p:ph idx="1" type="body"/>
          </p:nvPr>
        </p:nvSpPr>
        <p:spPr>
          <a:xfrm>
            <a:off x="9587425" y="1988700"/>
            <a:ext cx="77865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50" lIns="0" spcFirstLastPara="1" rIns="91450" wrap="square" tIns="91450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3pPr>
            <a:lvl4pPr indent="-381000" lvl="3" marL="1828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4pPr>
            <a:lvl5pPr indent="-381000" lvl="4" marL="22860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5pPr>
            <a:lvl6pPr indent="-381000" lvl="5" marL="2743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6pPr>
            <a:lvl7pPr indent="-381000" lvl="6" marL="3200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7pPr>
            <a:lvl8pPr indent="-381000" lvl="7" marL="3657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8pPr>
            <a:lvl9pPr indent="-381000" lvl="8" marL="4114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701">
          <p15:clr>
            <a:srgbClr val="FA7B17"/>
          </p15:clr>
        </p15:guide>
        <p15:guide id="2" orient="horz" pos="1296">
          <p15:clr>
            <a:srgbClr val="FA7B17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quipo">
  <p:cSld name="CUSTOM_12"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51"/>
          <p:cNvSpPr/>
          <p:nvPr/>
        </p:nvSpPr>
        <p:spPr>
          <a:xfrm flipH="1">
            <a:off x="50" y="-3250"/>
            <a:ext cx="7008900" cy="102870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51"/>
          <p:cNvSpPr txBox="1"/>
          <p:nvPr>
            <p:ph idx="1" type="body"/>
          </p:nvPr>
        </p:nvSpPr>
        <p:spPr>
          <a:xfrm>
            <a:off x="1272850" y="6340975"/>
            <a:ext cx="7008900" cy="7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50" lIns="0" spcFirstLastPara="1" rIns="91450" wrap="square" tIns="91450">
            <a:noAutofit/>
          </a:bodyPr>
          <a:lstStyle>
            <a:lvl1pPr indent="-419100" lvl="0" marL="4572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Montserrat"/>
              <a:buChar char="■"/>
              <a:defRPr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419100" lvl="1" marL="9144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Montserrat"/>
              <a:buChar char="○"/>
              <a:defRPr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419100" lvl="2" marL="13716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Montserrat"/>
              <a:buChar char="■"/>
              <a:defRPr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419100" lvl="3" marL="18288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Montserrat"/>
              <a:buChar char="●"/>
              <a:defRPr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419100" lvl="4" marL="22860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Montserrat"/>
              <a:buChar char="○"/>
              <a:defRPr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419100" lvl="5" marL="27432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Montserrat"/>
              <a:buChar char="■"/>
              <a:defRPr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419100" lvl="6" marL="32004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Montserrat"/>
              <a:buChar char="●"/>
              <a:defRPr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419100" lvl="7" marL="36576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Montserrat"/>
              <a:buChar char="○"/>
              <a:defRPr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419100" lvl="8" marL="41148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Montserrat"/>
              <a:buChar char="■"/>
              <a:defRPr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625" name="Google Shape;625;p51"/>
          <p:cNvSpPr txBox="1"/>
          <p:nvPr>
            <p:ph idx="2" type="body"/>
          </p:nvPr>
        </p:nvSpPr>
        <p:spPr>
          <a:xfrm>
            <a:off x="2470675" y="6919025"/>
            <a:ext cx="3739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50" lIns="0" spcFirstLastPara="1" rIns="91450" wrap="square" tIns="91450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 Medium"/>
              <a:buChar char="■"/>
              <a:defRPr sz="24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 Medium"/>
              <a:buChar char="○"/>
              <a:defRPr sz="24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 Medium"/>
              <a:buChar char="■"/>
              <a:defRPr sz="24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indent="-381000" lvl="3" marL="18288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 Medium"/>
              <a:buChar char="●"/>
              <a:defRPr sz="24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indent="-381000" lvl="4" marL="22860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 Medium"/>
              <a:buChar char="○"/>
              <a:defRPr sz="24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indent="-381000" lvl="5" marL="27432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 Medium"/>
              <a:buChar char="■"/>
              <a:defRPr sz="24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indent="-381000" lvl="6" marL="32004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 Medium"/>
              <a:buChar char="●"/>
              <a:defRPr sz="24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indent="-381000" lvl="7" marL="36576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 Medium"/>
              <a:buChar char="○"/>
              <a:defRPr sz="24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indent="-381000" lvl="8" marL="41148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 Medium"/>
              <a:buChar char="■"/>
              <a:defRPr sz="24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626" name="Google Shape;626;p51"/>
          <p:cNvSpPr/>
          <p:nvPr/>
        </p:nvSpPr>
        <p:spPr>
          <a:xfrm>
            <a:off x="913750" y="4890763"/>
            <a:ext cx="5477700" cy="7830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</p:txBody>
      </p:sp>
      <p:sp>
        <p:nvSpPr>
          <p:cNvPr id="627" name="Google Shape;627;p51"/>
          <p:cNvSpPr txBox="1"/>
          <p:nvPr>
            <p:ph type="title"/>
          </p:nvPr>
        </p:nvSpPr>
        <p:spPr>
          <a:xfrm>
            <a:off x="1272850" y="4823750"/>
            <a:ext cx="4829400" cy="8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50" lIns="91450" spcFirstLastPara="1" rIns="91450" wrap="square" tIns="9145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000"/>
              <a:buFont typeface="Montserrat"/>
              <a:buNone/>
              <a:defRPr sz="50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400"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400"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400"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400"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400"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400"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400"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4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628" name="Google Shape;628;p51"/>
          <p:cNvSpPr txBox="1"/>
          <p:nvPr/>
        </p:nvSpPr>
        <p:spPr>
          <a:xfrm>
            <a:off x="1149525" y="6898675"/>
            <a:ext cx="1758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50" lIns="91450" spcFirstLastPara="1" rIns="91450" wrap="square" tIns="914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4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Apodo:</a:t>
            </a:r>
            <a:endParaRPr sz="24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629" name="Google Shape;629;p51"/>
          <p:cNvGrpSpPr/>
          <p:nvPr/>
        </p:nvGrpSpPr>
        <p:grpSpPr>
          <a:xfrm flipH="1">
            <a:off x="786" y="9415721"/>
            <a:ext cx="5477489" cy="871236"/>
            <a:chOff x="10502644" y="12808"/>
            <a:chExt cx="5058634" cy="804614"/>
          </a:xfrm>
        </p:grpSpPr>
        <p:sp>
          <p:nvSpPr>
            <p:cNvPr id="630" name="Google Shape;630;p51"/>
            <p:cNvSpPr/>
            <p:nvPr/>
          </p:nvSpPr>
          <p:spPr>
            <a:xfrm rot="-5400000">
              <a:off x="11152444" y="-636992"/>
              <a:ext cx="804600" cy="2104200"/>
            </a:xfrm>
            <a:prstGeom prst="round2SameRect">
              <a:avLst>
                <a:gd fmla="val 50000" name="adj1"/>
                <a:gd fmla="val 0" name="adj2"/>
              </a:avLst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1" name="Google Shape;631;p51"/>
            <p:cNvSpPr/>
            <p:nvPr/>
          </p:nvSpPr>
          <p:spPr>
            <a:xfrm>
              <a:off x="13411478" y="12822"/>
              <a:ext cx="2149800" cy="804600"/>
            </a:xfrm>
            <a:prstGeom prst="roundRect">
              <a:avLst>
                <a:gd fmla="val 50000" name="adj"/>
              </a:avLst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2" name="Google Shape;632;p51"/>
            <p:cNvSpPr/>
            <p:nvPr/>
          </p:nvSpPr>
          <p:spPr>
            <a:xfrm>
              <a:off x="14835222" y="145997"/>
              <a:ext cx="538200" cy="5382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3" name="Google Shape;633;p51"/>
            <p:cNvSpPr/>
            <p:nvPr/>
          </p:nvSpPr>
          <p:spPr>
            <a:xfrm>
              <a:off x="12606885" y="12818"/>
              <a:ext cx="804600" cy="804600"/>
            </a:xfrm>
            <a:prstGeom prst="ellipse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34" name="Google Shape;634;p51"/>
          <p:cNvGrpSpPr/>
          <p:nvPr/>
        </p:nvGrpSpPr>
        <p:grpSpPr>
          <a:xfrm rot="5400000">
            <a:off x="13397464" y="3548287"/>
            <a:ext cx="8438814" cy="1342257"/>
            <a:chOff x="10502644" y="12808"/>
            <a:chExt cx="5058634" cy="804614"/>
          </a:xfrm>
        </p:grpSpPr>
        <p:sp>
          <p:nvSpPr>
            <p:cNvPr id="635" name="Google Shape;635;p51"/>
            <p:cNvSpPr/>
            <p:nvPr/>
          </p:nvSpPr>
          <p:spPr>
            <a:xfrm rot="-5400000">
              <a:off x="11152444" y="-636992"/>
              <a:ext cx="804600" cy="2104200"/>
            </a:xfrm>
            <a:prstGeom prst="round2SameRect">
              <a:avLst>
                <a:gd fmla="val 50000" name="adj1"/>
                <a:gd fmla="val 0" name="adj2"/>
              </a:avLst>
            </a:prstGeom>
            <a:noFill/>
            <a:ln cap="flat" cmpd="sng" w="3810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6" name="Google Shape;636;p51"/>
            <p:cNvSpPr/>
            <p:nvPr/>
          </p:nvSpPr>
          <p:spPr>
            <a:xfrm>
              <a:off x="13411478" y="12822"/>
              <a:ext cx="2149800" cy="804600"/>
            </a:xfrm>
            <a:prstGeom prst="roundRect">
              <a:avLst>
                <a:gd fmla="val 50000" name="adj"/>
              </a:avLst>
            </a:prstGeom>
            <a:noFill/>
            <a:ln cap="flat" cmpd="sng" w="38100">
              <a:solidFill>
                <a:srgbClr val="53419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7" name="Google Shape;637;p51"/>
            <p:cNvSpPr/>
            <p:nvPr/>
          </p:nvSpPr>
          <p:spPr>
            <a:xfrm>
              <a:off x="14835222" y="145997"/>
              <a:ext cx="538200" cy="53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8" name="Google Shape;638;p51"/>
            <p:cNvSpPr/>
            <p:nvPr/>
          </p:nvSpPr>
          <p:spPr>
            <a:xfrm>
              <a:off x="12606885" y="12818"/>
              <a:ext cx="804600" cy="804600"/>
            </a:xfrm>
            <a:prstGeom prst="ellipse">
              <a:avLst/>
            </a:prstGeom>
            <a:noFill/>
            <a:ln cap="flat" cmpd="sng" w="38100">
              <a:solidFill>
                <a:srgbClr val="3F3F3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39" name="Google Shape;639;p51"/>
          <p:cNvSpPr txBox="1"/>
          <p:nvPr>
            <p:ph idx="3" type="body"/>
          </p:nvPr>
        </p:nvSpPr>
        <p:spPr>
          <a:xfrm>
            <a:off x="8138825" y="3052925"/>
            <a:ext cx="7368000" cy="45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50" lIns="0" spcFirstLastPara="1" rIns="91450" wrap="square" tIns="91450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3pPr>
            <a:lvl4pPr indent="-381000" lvl="3" marL="1828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4pPr>
            <a:lvl5pPr indent="-381000" lvl="4" marL="22860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5pPr>
            <a:lvl6pPr indent="-381000" lvl="5" marL="2743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6pPr>
            <a:lvl7pPr indent="-381000" lvl="6" marL="3200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7pPr>
            <a:lvl8pPr indent="-381000" lvl="7" marL="3657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8pPr>
            <a:lvl9pPr indent="-381000" lvl="8" marL="4114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127">
          <p15:clr>
            <a:srgbClr val="FA7B17"/>
          </p15:clr>
        </p15:guide>
        <p15:guide id="2" orient="horz" pos="4346">
          <p15:clr>
            <a:srgbClr val="FA7B17"/>
          </p15:clr>
        </p15:guide>
        <p15:guide id="3" orient="horz" pos="4695">
          <p15:clr>
            <a:srgbClr val="FA7B17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ntajas + desventajas">
  <p:cSld name="CUSTOM_11"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52"/>
          <p:cNvSpPr/>
          <p:nvPr/>
        </p:nvSpPr>
        <p:spPr>
          <a:xfrm flipH="1">
            <a:off x="9144000" y="0"/>
            <a:ext cx="9144000" cy="10287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2" name="Google Shape;642;p52"/>
          <p:cNvSpPr/>
          <p:nvPr/>
        </p:nvSpPr>
        <p:spPr>
          <a:xfrm>
            <a:off x="3582250" y="1676187"/>
            <a:ext cx="2496300" cy="7269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</p:txBody>
      </p:sp>
      <p:sp>
        <p:nvSpPr>
          <p:cNvPr id="643" name="Google Shape;643;p52"/>
          <p:cNvSpPr txBox="1"/>
          <p:nvPr/>
        </p:nvSpPr>
        <p:spPr>
          <a:xfrm>
            <a:off x="913750" y="1808776"/>
            <a:ext cx="7786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0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Ventajas</a:t>
            </a:r>
            <a:endParaRPr sz="30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44" name="Google Shape;644;p52"/>
          <p:cNvSpPr/>
          <p:nvPr/>
        </p:nvSpPr>
        <p:spPr>
          <a:xfrm>
            <a:off x="11722762" y="1676175"/>
            <a:ext cx="3529800" cy="726900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</p:txBody>
      </p:sp>
      <p:sp>
        <p:nvSpPr>
          <p:cNvPr id="645" name="Google Shape;645;p52"/>
          <p:cNvSpPr txBox="1"/>
          <p:nvPr/>
        </p:nvSpPr>
        <p:spPr>
          <a:xfrm>
            <a:off x="9587425" y="1808776"/>
            <a:ext cx="7786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0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Desventajas</a:t>
            </a:r>
            <a:endParaRPr sz="30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646" name="Google Shape;646;p52"/>
          <p:cNvGrpSpPr/>
          <p:nvPr/>
        </p:nvGrpSpPr>
        <p:grpSpPr>
          <a:xfrm>
            <a:off x="4363833" y="8704244"/>
            <a:ext cx="932249" cy="932249"/>
            <a:chOff x="3964000" y="1705108"/>
            <a:chExt cx="1047000" cy="1047000"/>
          </a:xfrm>
        </p:grpSpPr>
        <p:sp>
          <p:nvSpPr>
            <p:cNvPr id="647" name="Google Shape;647;p52"/>
            <p:cNvSpPr/>
            <p:nvPr/>
          </p:nvSpPr>
          <p:spPr>
            <a:xfrm>
              <a:off x="3964000" y="1705108"/>
              <a:ext cx="1047000" cy="1047000"/>
            </a:xfrm>
            <a:prstGeom prst="ellipse">
              <a:avLst/>
            </a:prstGeom>
            <a:noFill/>
            <a:ln cap="flat" cmpd="sng" w="381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48" name="Google Shape;648;p52"/>
            <p:cNvGrpSpPr/>
            <p:nvPr/>
          </p:nvGrpSpPr>
          <p:grpSpPr>
            <a:xfrm>
              <a:off x="4161035" y="2025037"/>
              <a:ext cx="652231" cy="407986"/>
              <a:chOff x="-3323750" y="5971792"/>
              <a:chExt cx="1161586" cy="726600"/>
            </a:xfrm>
          </p:grpSpPr>
          <p:cxnSp>
            <p:nvCxnSpPr>
              <p:cNvPr id="649" name="Google Shape;649;p52"/>
              <p:cNvCxnSpPr/>
              <p:nvPr/>
            </p:nvCxnSpPr>
            <p:spPr>
              <a:xfrm>
                <a:off x="-3323750" y="6246592"/>
                <a:ext cx="451800" cy="4518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accent3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50" name="Google Shape;650;p52"/>
              <p:cNvCxnSpPr/>
              <p:nvPr/>
            </p:nvCxnSpPr>
            <p:spPr>
              <a:xfrm flipH="1">
                <a:off x="-2897164" y="5971792"/>
                <a:ext cx="735000" cy="7266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accent3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651" name="Google Shape;651;p52"/>
          <p:cNvGrpSpPr/>
          <p:nvPr/>
        </p:nvGrpSpPr>
        <p:grpSpPr>
          <a:xfrm>
            <a:off x="13020153" y="8704230"/>
            <a:ext cx="932249" cy="932249"/>
            <a:chOff x="13185763" y="1833383"/>
            <a:chExt cx="1047000" cy="1047000"/>
          </a:xfrm>
        </p:grpSpPr>
        <p:grpSp>
          <p:nvGrpSpPr>
            <p:cNvPr id="652" name="Google Shape;652;p52"/>
            <p:cNvGrpSpPr/>
            <p:nvPr/>
          </p:nvGrpSpPr>
          <p:grpSpPr>
            <a:xfrm>
              <a:off x="13502462" y="2153171"/>
              <a:ext cx="412703" cy="407986"/>
              <a:chOff x="-4314451" y="4293067"/>
              <a:chExt cx="735000" cy="726600"/>
            </a:xfrm>
          </p:grpSpPr>
          <p:cxnSp>
            <p:nvCxnSpPr>
              <p:cNvPr id="653" name="Google Shape;653;p52"/>
              <p:cNvCxnSpPr/>
              <p:nvPr/>
            </p:nvCxnSpPr>
            <p:spPr>
              <a:xfrm>
                <a:off x="-4314451" y="4293067"/>
                <a:ext cx="735000" cy="7266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54" name="Google Shape;654;p52"/>
              <p:cNvCxnSpPr/>
              <p:nvPr/>
            </p:nvCxnSpPr>
            <p:spPr>
              <a:xfrm flipH="1">
                <a:off x="-4314451" y="4293067"/>
                <a:ext cx="735000" cy="7266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655" name="Google Shape;655;p52"/>
            <p:cNvSpPr/>
            <p:nvPr/>
          </p:nvSpPr>
          <p:spPr>
            <a:xfrm>
              <a:off x="13185763" y="1833383"/>
              <a:ext cx="1047000" cy="1047000"/>
            </a:xfrm>
            <a:prstGeom prst="ellipse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56" name="Google Shape;656;p52"/>
          <p:cNvGrpSpPr/>
          <p:nvPr/>
        </p:nvGrpSpPr>
        <p:grpSpPr>
          <a:xfrm>
            <a:off x="17493237" y="9739656"/>
            <a:ext cx="429608" cy="178294"/>
            <a:chOff x="1207700" y="4333950"/>
            <a:chExt cx="334325" cy="138750"/>
          </a:xfrm>
        </p:grpSpPr>
        <p:sp>
          <p:nvSpPr>
            <p:cNvPr id="657" name="Google Shape;657;p52"/>
            <p:cNvSpPr/>
            <p:nvPr/>
          </p:nvSpPr>
          <p:spPr>
            <a:xfrm>
              <a:off x="1207700" y="4333950"/>
              <a:ext cx="139850" cy="138750"/>
            </a:xfrm>
            <a:custGeom>
              <a:rect b="b" l="l" r="r" t="t"/>
              <a:pathLst>
                <a:path extrusionOk="0" h="5550" w="5594">
                  <a:moveTo>
                    <a:pt x="3390" y="438"/>
                  </a:moveTo>
                  <a:cubicBezTo>
                    <a:pt x="4363" y="438"/>
                    <a:pt x="5148" y="1232"/>
                    <a:pt x="5148" y="2196"/>
                  </a:cubicBezTo>
                  <a:lnTo>
                    <a:pt x="5148" y="3346"/>
                  </a:lnTo>
                  <a:cubicBezTo>
                    <a:pt x="5148" y="4319"/>
                    <a:pt x="4363" y="5104"/>
                    <a:pt x="3390" y="5104"/>
                  </a:cubicBezTo>
                  <a:lnTo>
                    <a:pt x="437" y="5104"/>
                  </a:lnTo>
                  <a:lnTo>
                    <a:pt x="437" y="438"/>
                  </a:lnTo>
                  <a:close/>
                  <a:moveTo>
                    <a:pt x="0" y="1"/>
                  </a:moveTo>
                  <a:lnTo>
                    <a:pt x="0" y="5550"/>
                  </a:lnTo>
                  <a:lnTo>
                    <a:pt x="3390" y="5550"/>
                  </a:lnTo>
                  <a:cubicBezTo>
                    <a:pt x="4604" y="5550"/>
                    <a:pt x="5594" y="4560"/>
                    <a:pt x="5594" y="3346"/>
                  </a:cubicBezTo>
                  <a:lnTo>
                    <a:pt x="5594" y="2196"/>
                  </a:lnTo>
                  <a:cubicBezTo>
                    <a:pt x="5594" y="982"/>
                    <a:pt x="4604" y="1"/>
                    <a:pt x="339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8" name="Google Shape;658;p52"/>
            <p:cNvSpPr/>
            <p:nvPr/>
          </p:nvSpPr>
          <p:spPr>
            <a:xfrm>
              <a:off x="1403300" y="4333950"/>
              <a:ext cx="138725" cy="138750"/>
            </a:xfrm>
            <a:custGeom>
              <a:rect b="b" l="l" r="r" t="t"/>
              <a:pathLst>
                <a:path extrusionOk="0" h="5550" w="5549">
                  <a:moveTo>
                    <a:pt x="0" y="1"/>
                  </a:moveTo>
                  <a:lnTo>
                    <a:pt x="0" y="5550"/>
                  </a:lnTo>
                  <a:lnTo>
                    <a:pt x="5549" y="5550"/>
                  </a:lnTo>
                  <a:lnTo>
                    <a:pt x="554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59" name="Google Shape;659;p52"/>
          <p:cNvSpPr txBox="1"/>
          <p:nvPr>
            <p:ph type="title"/>
          </p:nvPr>
        </p:nvSpPr>
        <p:spPr>
          <a:xfrm>
            <a:off x="913750" y="2622900"/>
            <a:ext cx="7786500" cy="9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50" lIns="91450" spcFirstLastPara="1" rIns="91450" wrap="square" tIns="9145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Montserrat SemiBold"/>
              <a:buNone/>
              <a:defRPr sz="50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60" name="Google Shape;660;p52"/>
          <p:cNvSpPr txBox="1"/>
          <p:nvPr>
            <p:ph idx="2" type="title"/>
          </p:nvPr>
        </p:nvSpPr>
        <p:spPr>
          <a:xfrm>
            <a:off x="9587425" y="2622900"/>
            <a:ext cx="7786500" cy="9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50" lIns="91450" spcFirstLastPara="1" rIns="91450" wrap="square" tIns="9145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Montserrat SemiBold"/>
              <a:buNone/>
              <a:defRPr sz="50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61" name="Google Shape;661;p52"/>
          <p:cNvSpPr txBox="1"/>
          <p:nvPr>
            <p:ph idx="1" type="body"/>
          </p:nvPr>
        </p:nvSpPr>
        <p:spPr>
          <a:xfrm>
            <a:off x="1555600" y="4305300"/>
            <a:ext cx="6502800" cy="31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50" lIns="0" spcFirstLastPara="1" rIns="91450" wrap="square" tIns="91450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3pPr>
            <a:lvl4pPr indent="-381000" lvl="3" marL="1828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4pPr>
            <a:lvl5pPr indent="-381000" lvl="4" marL="22860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5pPr>
            <a:lvl6pPr indent="-381000" lvl="5" marL="2743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6pPr>
            <a:lvl7pPr indent="-381000" lvl="6" marL="3200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7pPr>
            <a:lvl8pPr indent="-381000" lvl="7" marL="3657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8pPr>
            <a:lvl9pPr indent="-381000" lvl="8" marL="4114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662" name="Google Shape;662;p52"/>
          <p:cNvSpPr txBox="1"/>
          <p:nvPr>
            <p:ph idx="3" type="body"/>
          </p:nvPr>
        </p:nvSpPr>
        <p:spPr>
          <a:xfrm>
            <a:off x="10236250" y="4305300"/>
            <a:ext cx="6502800" cy="31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50" lIns="0" spcFirstLastPara="1" rIns="91450" wrap="square" tIns="91450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3pPr>
            <a:lvl4pPr indent="-381000" lvl="3" marL="1828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4pPr>
            <a:lvl5pPr indent="-381000" lvl="4" marL="22860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5pPr>
            <a:lvl6pPr indent="-381000" lvl="5" marL="2743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6pPr>
            <a:lvl7pPr indent="-381000" lvl="6" marL="3200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7pPr>
            <a:lvl8pPr indent="-381000" lvl="7" marL="3657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8pPr>
            <a:lvl9pPr indent="-381000" lvl="8" marL="4114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098">
          <p15:clr>
            <a:srgbClr val="FA7B17"/>
          </p15:clr>
        </p15:guide>
        <p15:guide id="2" orient="horz" pos="2891">
          <p15:clr>
            <a:srgbClr val="FA7B17"/>
          </p15:clr>
        </p15:guide>
        <p15:guide id="3" pos="980">
          <p15:clr>
            <a:srgbClr val="FA7B17"/>
          </p15:clr>
        </p15:guide>
        <p15:guide id="4" pos="5076">
          <p15:clr>
            <a:srgbClr val="FA7B17"/>
          </p15:clr>
        </p15:guide>
        <p15:guide id="5" pos="6444">
          <p15:clr>
            <a:srgbClr val="FA7B17"/>
          </p15:clr>
        </p15:guide>
        <p15:guide id="6" pos="10540">
          <p15:clr>
            <a:srgbClr val="FA7B17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TITLE_6_1"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4 - 4 Blocks 2">
  <p:cSld name="TITLE_3_2">
    <p:bg>
      <p:bgPr>
        <a:solidFill>
          <a:srgbClr val="FDCF49"/>
        </a:solidFill>
      </p:bgPr>
    </p:bg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p54"/>
          <p:cNvSpPr txBox="1"/>
          <p:nvPr/>
        </p:nvSpPr>
        <p:spPr>
          <a:xfrm>
            <a:off x="2170050" y="1964250"/>
            <a:ext cx="13947900" cy="7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400"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666" name="Google Shape;666;p54"/>
          <p:cNvGrpSpPr/>
          <p:nvPr/>
        </p:nvGrpSpPr>
        <p:grpSpPr>
          <a:xfrm>
            <a:off x="14107463" y="9450000"/>
            <a:ext cx="3957972" cy="536147"/>
            <a:chOff x="913788" y="717625"/>
            <a:chExt cx="3957972" cy="536147"/>
          </a:xfrm>
        </p:grpSpPr>
        <p:grpSp>
          <p:nvGrpSpPr>
            <p:cNvPr id="667" name="Google Shape;667;p54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668" name="Google Shape;668;p54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50" lIns="91450" spcFirstLastPara="1" rIns="91450" wrap="square" tIns="914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9" name="Google Shape;669;p54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50" lIns="91450" spcFirstLastPara="1" rIns="91450" wrap="square" tIns="914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0" name="Google Shape;670;p54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50" lIns="91450" spcFirstLastPara="1" rIns="91450" wrap="square" tIns="914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1" name="Google Shape;671;p54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50" lIns="91450" spcFirstLastPara="1" rIns="91450" wrap="square" tIns="914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2" name="Google Shape;672;p54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50" lIns="91450" spcFirstLastPara="1" rIns="91450" wrap="square" tIns="914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3" name="Google Shape;673;p54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50" lIns="91450" spcFirstLastPara="1" rIns="91450" wrap="square" tIns="914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4" name="Google Shape;674;p54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50" lIns="91450" spcFirstLastPara="1" rIns="91450" wrap="square" tIns="914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5" name="Google Shape;675;p54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50" lIns="91450" spcFirstLastPara="1" rIns="91450" wrap="square" tIns="914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6" name="Google Shape;676;p54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50" lIns="91450" spcFirstLastPara="1" rIns="91450" wrap="square" tIns="914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7" name="Google Shape;677;p54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50" lIns="91450" spcFirstLastPara="1" rIns="91450" wrap="square" tIns="914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8" name="Google Shape;678;p54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50" lIns="91450" spcFirstLastPara="1" rIns="91450" wrap="square" tIns="914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9" name="Google Shape;679;p54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50" lIns="91450" spcFirstLastPara="1" rIns="91450" wrap="square" tIns="914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680" name="Google Shape;680;p54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lang="es-419" sz="20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2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681" name="Google Shape;681;p54"/>
          <p:cNvSpPr txBox="1"/>
          <p:nvPr/>
        </p:nvSpPr>
        <p:spPr>
          <a:xfrm>
            <a:off x="2423500" y="1185975"/>
            <a:ext cx="14664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50" lIns="91450" spcFirstLastPara="1" rIns="91450" wrap="square" tIns="914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682" name="Google Shape;682;p54"/>
          <p:cNvSpPr/>
          <p:nvPr/>
        </p:nvSpPr>
        <p:spPr>
          <a:xfrm flipH="1" rot="10800000">
            <a:off x="0" y="349075"/>
            <a:ext cx="18279300" cy="11205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3" name="Google Shape;683;p54"/>
          <p:cNvSpPr/>
          <p:nvPr/>
        </p:nvSpPr>
        <p:spPr>
          <a:xfrm>
            <a:off x="385800" y="645313"/>
            <a:ext cx="528000" cy="528000"/>
          </a:xfrm>
          <a:prstGeom prst="ellipse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84" name="Google Shape;684;p54"/>
          <p:cNvGrpSpPr/>
          <p:nvPr/>
        </p:nvGrpSpPr>
        <p:grpSpPr>
          <a:xfrm>
            <a:off x="506749" y="742640"/>
            <a:ext cx="286007" cy="315576"/>
            <a:chOff x="1438525" y="7114399"/>
            <a:chExt cx="1138564" cy="1256274"/>
          </a:xfrm>
        </p:grpSpPr>
        <p:sp>
          <p:nvSpPr>
            <p:cNvPr id="685" name="Google Shape;685;p54"/>
            <p:cNvSpPr/>
            <p:nvPr/>
          </p:nvSpPr>
          <p:spPr>
            <a:xfrm>
              <a:off x="1438525" y="7801266"/>
              <a:ext cx="1138564" cy="569407"/>
            </a:xfrm>
            <a:custGeom>
              <a:rect b="b" l="l" r="r" t="t"/>
              <a:pathLst>
                <a:path extrusionOk="0" h="3534" w="7067">
                  <a:moveTo>
                    <a:pt x="3534" y="1"/>
                  </a:moveTo>
                  <a:cubicBezTo>
                    <a:pt x="1584" y="1"/>
                    <a:pt x="1" y="1584"/>
                    <a:pt x="1" y="3534"/>
                  </a:cubicBezTo>
                  <a:lnTo>
                    <a:pt x="7067" y="3534"/>
                  </a:lnTo>
                  <a:cubicBezTo>
                    <a:pt x="7067" y="1584"/>
                    <a:pt x="5484" y="1"/>
                    <a:pt x="35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6" name="Google Shape;686;p54"/>
            <p:cNvSpPr/>
            <p:nvPr/>
          </p:nvSpPr>
          <p:spPr>
            <a:xfrm>
              <a:off x="1680348" y="7114399"/>
              <a:ext cx="654912" cy="654157"/>
            </a:xfrm>
            <a:custGeom>
              <a:rect b="b" l="l" r="r" t="t"/>
              <a:pathLst>
                <a:path extrusionOk="0" h="4060" w="4065">
                  <a:moveTo>
                    <a:pt x="2033" y="0"/>
                  </a:moveTo>
                  <a:cubicBezTo>
                    <a:pt x="913" y="0"/>
                    <a:pt x="1" y="907"/>
                    <a:pt x="1" y="2028"/>
                  </a:cubicBezTo>
                  <a:cubicBezTo>
                    <a:pt x="1" y="3152"/>
                    <a:pt x="913" y="4060"/>
                    <a:pt x="2033" y="4060"/>
                  </a:cubicBezTo>
                  <a:cubicBezTo>
                    <a:pt x="3153" y="4060"/>
                    <a:pt x="4065" y="3152"/>
                    <a:pt x="4065" y="2028"/>
                  </a:cubicBezTo>
                  <a:cubicBezTo>
                    <a:pt x="4065" y="907"/>
                    <a:pt x="3153" y="0"/>
                    <a:pt x="2033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87" name="Google Shape;687;p54"/>
          <p:cNvSpPr txBox="1"/>
          <p:nvPr/>
        </p:nvSpPr>
        <p:spPr>
          <a:xfrm>
            <a:off x="6925800" y="5286250"/>
            <a:ext cx="104481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800">
              <a:solidFill>
                <a:srgbClr val="16161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3240">
          <p15:clr>
            <a:srgbClr val="FA7B17"/>
          </p15:clr>
        </p15:guide>
        <p15:guide id="2" pos="5760">
          <p15:clr>
            <a:srgbClr val="FA7B17"/>
          </p15:clr>
        </p15:guide>
        <p15:guide id="3" pos="576">
          <p15:clr>
            <a:srgbClr val="FA7B17"/>
          </p15:clr>
        </p15:guide>
        <p15:guide id="4" pos="5184">
          <p15:clr>
            <a:srgbClr val="FA7B17"/>
          </p15:clr>
        </p15:guide>
        <p15:guide id="5" pos="6336">
          <p15:clr>
            <a:srgbClr val="FA7B17"/>
          </p15:clr>
        </p15:guide>
        <p15:guide id="6" pos="10944">
          <p15:clr>
            <a:srgbClr val="FA7B17"/>
          </p15:clr>
        </p15:guide>
        <p15:guide id="7" pos="1152">
          <p15:clr>
            <a:srgbClr val="FA7B17"/>
          </p15:clr>
        </p15:guide>
        <p15:guide id="8" pos="1728">
          <p15:clr>
            <a:srgbClr val="FA7B17"/>
          </p15:clr>
        </p15:guide>
        <p15:guide id="9" pos="2304">
          <p15:clr>
            <a:srgbClr val="FA7B17"/>
          </p15:clr>
        </p15:guide>
        <p15:guide id="10" pos="2880">
          <p15:clr>
            <a:srgbClr val="FA7B17"/>
          </p15:clr>
        </p15:guide>
        <p15:guide id="11" pos="3456">
          <p15:clr>
            <a:srgbClr val="FA7B17"/>
          </p15:clr>
        </p15:guide>
        <p15:guide id="12" pos="4032">
          <p15:clr>
            <a:srgbClr val="FA7B17"/>
          </p15:clr>
        </p15:guide>
        <p15:guide id="13" pos="4612">
          <p15:clr>
            <a:srgbClr val="FA7B17"/>
          </p15:clr>
        </p15:guide>
        <p15:guide id="14" pos="6912">
          <p15:clr>
            <a:srgbClr val="FA7B17"/>
          </p15:clr>
        </p15:guide>
        <p15:guide id="15" pos="7488">
          <p15:clr>
            <a:srgbClr val="FA7B17"/>
          </p15:clr>
        </p15:guide>
        <p15:guide id="16" pos="8064">
          <p15:clr>
            <a:srgbClr val="FA7B17"/>
          </p15:clr>
        </p15:guide>
        <p15:guide id="17" pos="8640">
          <p15:clr>
            <a:srgbClr val="FA7B17"/>
          </p15:clr>
        </p15:guide>
        <p15:guide id="18" pos="9216">
          <p15:clr>
            <a:srgbClr val="FA7B17"/>
          </p15:clr>
        </p15:guide>
        <p15:guide id="19" pos="9792">
          <p15:clr>
            <a:srgbClr val="FA7B17"/>
          </p15:clr>
        </p15:guide>
        <p15:guide id="20" pos="10368">
          <p15:clr>
            <a:srgbClr val="FA7B17"/>
          </p15:clr>
        </p15:guide>
        <p15:guide id="21" orient="horz" pos="2592">
          <p15:clr>
            <a:srgbClr val="FA7B17"/>
          </p15:clr>
        </p15:guide>
        <p15:guide id="22" orient="horz" pos="1944">
          <p15:clr>
            <a:srgbClr val="FA7B17"/>
          </p15:clr>
        </p15:guide>
        <p15:guide id="23" orient="horz" pos="1296">
          <p15:clr>
            <a:srgbClr val="FA7B17"/>
          </p15:clr>
        </p15:guide>
        <p15:guide id="24" orient="horz" pos="648">
          <p15:clr>
            <a:srgbClr val="FA7B17"/>
          </p15:clr>
        </p15:guide>
        <p15:guide id="25" orient="horz" pos="3888">
          <p15:clr>
            <a:srgbClr val="FA7B17"/>
          </p15:clr>
        </p15:guide>
        <p15:guide id="26" orient="horz" pos="4536">
          <p15:clr>
            <a:srgbClr val="FA7B17"/>
          </p15:clr>
        </p15:guide>
        <p15:guide id="27" orient="horz" pos="5184">
          <p15:clr>
            <a:srgbClr val="FA7B17"/>
          </p15:clr>
        </p15:guide>
        <p15:guide id="28" orient="horz" pos="5832">
          <p15:clr>
            <a:srgbClr val="FA7B17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5 - Moodboards ">
  <p:cSld name="TITLE_3_1_1_1_1_1"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p55"/>
          <p:cNvSpPr/>
          <p:nvPr/>
        </p:nvSpPr>
        <p:spPr>
          <a:xfrm>
            <a:off x="16857175" y="1029000"/>
            <a:ext cx="516714" cy="507192"/>
          </a:xfrm>
          <a:custGeom>
            <a:rect b="b" l="l" r="r" t="t"/>
            <a:pathLst>
              <a:path extrusionOk="0" h="589758" w="600830">
                <a:moveTo>
                  <a:pt x="544572" y="201585"/>
                </a:moveTo>
                <a:cubicBezTo>
                  <a:pt x="547332" y="189641"/>
                  <a:pt x="548843" y="177233"/>
                  <a:pt x="548843" y="164447"/>
                </a:cubicBezTo>
                <a:cubicBezTo>
                  <a:pt x="548843" y="73636"/>
                  <a:pt x="475207" y="0"/>
                  <a:pt x="384368" y="0"/>
                </a:cubicBezTo>
                <a:cubicBezTo>
                  <a:pt x="353419" y="0"/>
                  <a:pt x="324447" y="8573"/>
                  <a:pt x="299718" y="23451"/>
                </a:cubicBezTo>
                <a:cubicBezTo>
                  <a:pt x="275017" y="8573"/>
                  <a:pt x="246045" y="0"/>
                  <a:pt x="215097" y="0"/>
                </a:cubicBezTo>
                <a:cubicBezTo>
                  <a:pt x="124287" y="0"/>
                  <a:pt x="50650" y="73636"/>
                  <a:pt x="50650" y="164447"/>
                </a:cubicBezTo>
                <a:cubicBezTo>
                  <a:pt x="50650" y="177582"/>
                  <a:pt x="52249" y="190339"/>
                  <a:pt x="55155" y="202573"/>
                </a:cubicBezTo>
                <a:cubicBezTo>
                  <a:pt x="21330" y="232707"/>
                  <a:pt x="0" y="276558"/>
                  <a:pt x="0" y="325406"/>
                </a:cubicBezTo>
                <a:cubicBezTo>
                  <a:pt x="0" y="410957"/>
                  <a:pt x="65325" y="481222"/>
                  <a:pt x="148813" y="489097"/>
                </a:cubicBezTo>
                <a:cubicBezTo>
                  <a:pt x="173717" y="548233"/>
                  <a:pt x="232213" y="589759"/>
                  <a:pt x="300415" y="589759"/>
                </a:cubicBezTo>
                <a:cubicBezTo>
                  <a:pt x="368617" y="589759"/>
                  <a:pt x="427114" y="548233"/>
                  <a:pt x="452018" y="489097"/>
                </a:cubicBezTo>
                <a:cubicBezTo>
                  <a:pt x="535505" y="481222"/>
                  <a:pt x="600830" y="410957"/>
                  <a:pt x="600830" y="325406"/>
                </a:cubicBezTo>
                <a:cubicBezTo>
                  <a:pt x="600860" y="276005"/>
                  <a:pt x="579065" y="231719"/>
                  <a:pt x="544572" y="201585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90" name="Google Shape;690;p5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4" y="0"/>
            <a:ext cx="18284798" cy="10285194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55"/>
          <p:cNvSpPr txBox="1"/>
          <p:nvPr/>
        </p:nvSpPr>
        <p:spPr>
          <a:xfrm>
            <a:off x="1828850" y="2126550"/>
            <a:ext cx="12245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692" name="Google Shape;692;p55"/>
          <p:cNvGrpSpPr/>
          <p:nvPr/>
        </p:nvGrpSpPr>
        <p:grpSpPr>
          <a:xfrm>
            <a:off x="13932113" y="9450575"/>
            <a:ext cx="4067897" cy="536147"/>
            <a:chOff x="13906313" y="246425"/>
            <a:chExt cx="4067897" cy="536147"/>
          </a:xfrm>
        </p:grpSpPr>
        <p:sp>
          <p:nvSpPr>
            <p:cNvPr id="693" name="Google Shape;693;p55"/>
            <p:cNvSpPr/>
            <p:nvPr/>
          </p:nvSpPr>
          <p:spPr>
            <a:xfrm>
              <a:off x="16422650" y="2464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lang="es-419" sz="2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grpSp>
          <p:nvGrpSpPr>
            <p:cNvPr id="694" name="Google Shape;694;p55"/>
            <p:cNvGrpSpPr/>
            <p:nvPr/>
          </p:nvGrpSpPr>
          <p:grpSpPr>
            <a:xfrm>
              <a:off x="13906313" y="424500"/>
              <a:ext cx="2251983" cy="179993"/>
              <a:chOff x="4935498" y="1642212"/>
              <a:chExt cx="2734980" cy="217042"/>
            </a:xfrm>
          </p:grpSpPr>
          <p:sp>
            <p:nvSpPr>
              <p:cNvPr id="695" name="Google Shape;695;p55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50" lIns="91450" spcFirstLastPara="1" rIns="91450" wrap="square" tIns="914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rgbClr val="FFFFFF"/>
                  </a:solidFill>
                </a:endParaRPr>
              </a:p>
            </p:txBody>
          </p:sp>
          <p:sp>
            <p:nvSpPr>
              <p:cNvPr id="696" name="Google Shape;696;p55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50" lIns="91450" spcFirstLastPara="1" rIns="91450" wrap="square" tIns="914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rgbClr val="FFFFFF"/>
                  </a:solidFill>
                </a:endParaRPr>
              </a:p>
            </p:txBody>
          </p:sp>
          <p:sp>
            <p:nvSpPr>
              <p:cNvPr id="697" name="Google Shape;697;p55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50" lIns="91450" spcFirstLastPara="1" rIns="91450" wrap="square" tIns="914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rgbClr val="FFFFFF"/>
                  </a:solidFill>
                </a:endParaRPr>
              </a:p>
            </p:txBody>
          </p:sp>
          <p:sp>
            <p:nvSpPr>
              <p:cNvPr id="698" name="Google Shape;698;p55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50" lIns="91450" spcFirstLastPara="1" rIns="91450" wrap="square" tIns="914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rgbClr val="FFFFFF"/>
                  </a:solidFill>
                </a:endParaRPr>
              </a:p>
            </p:txBody>
          </p:sp>
          <p:sp>
            <p:nvSpPr>
              <p:cNvPr id="699" name="Google Shape;699;p55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50" lIns="91450" spcFirstLastPara="1" rIns="91450" wrap="square" tIns="914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rgbClr val="FFFFFF"/>
                  </a:solidFill>
                </a:endParaRPr>
              </a:p>
            </p:txBody>
          </p:sp>
          <p:sp>
            <p:nvSpPr>
              <p:cNvPr id="700" name="Google Shape;700;p55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50" lIns="91450" spcFirstLastPara="1" rIns="91450" wrap="square" tIns="914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rgbClr val="FFFFFF"/>
                  </a:solidFill>
                </a:endParaRPr>
              </a:p>
            </p:txBody>
          </p:sp>
          <p:sp>
            <p:nvSpPr>
              <p:cNvPr id="701" name="Google Shape;701;p55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50" lIns="91450" spcFirstLastPara="1" rIns="91450" wrap="square" tIns="914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rgbClr val="FFFFFF"/>
                  </a:solidFill>
                </a:endParaRPr>
              </a:p>
            </p:txBody>
          </p:sp>
          <p:sp>
            <p:nvSpPr>
              <p:cNvPr id="702" name="Google Shape;702;p55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50" lIns="91450" spcFirstLastPara="1" rIns="91450" wrap="square" tIns="914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rgbClr val="FFFFFF"/>
                  </a:solidFill>
                </a:endParaRPr>
              </a:p>
            </p:txBody>
          </p:sp>
          <p:sp>
            <p:nvSpPr>
              <p:cNvPr id="703" name="Google Shape;703;p55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50" lIns="91450" spcFirstLastPara="1" rIns="91450" wrap="square" tIns="914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rgbClr val="FFFFFF"/>
                  </a:solidFill>
                </a:endParaRPr>
              </a:p>
            </p:txBody>
          </p:sp>
          <p:sp>
            <p:nvSpPr>
              <p:cNvPr id="704" name="Google Shape;704;p55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50" lIns="91450" spcFirstLastPara="1" rIns="91450" wrap="square" tIns="914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rgbClr val="FFFFFF"/>
                  </a:solidFill>
                </a:endParaRPr>
              </a:p>
            </p:txBody>
          </p:sp>
          <p:sp>
            <p:nvSpPr>
              <p:cNvPr id="705" name="Google Shape;705;p55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50" lIns="91450" spcFirstLastPara="1" rIns="91450" wrap="square" tIns="914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rgbClr val="FFFFFF"/>
                  </a:solidFill>
                </a:endParaRPr>
              </a:p>
            </p:txBody>
          </p:sp>
          <p:sp>
            <p:nvSpPr>
              <p:cNvPr id="706" name="Google Shape;706;p55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50" lIns="91450" spcFirstLastPara="1" rIns="91450" wrap="square" tIns="914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rgbClr val="FFFFFF"/>
                  </a:solidFill>
                </a:endParaRPr>
              </a:p>
            </p:txBody>
          </p:sp>
        </p:grpSp>
      </p:grpSp>
      <p:sp>
        <p:nvSpPr>
          <p:cNvPr id="707" name="Google Shape;707;p55"/>
          <p:cNvSpPr txBox="1"/>
          <p:nvPr/>
        </p:nvSpPr>
        <p:spPr>
          <a:xfrm>
            <a:off x="1828850" y="5939300"/>
            <a:ext cx="13715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50" lIns="91450" spcFirstLastPara="1" rIns="91450" wrap="square" tIns="91450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708" name="Google Shape;708;p55"/>
          <p:cNvSpPr/>
          <p:nvPr/>
        </p:nvSpPr>
        <p:spPr>
          <a:xfrm flipH="1" rot="10800000">
            <a:off x="-15850" y="10017300"/>
            <a:ext cx="8370000" cy="270000"/>
          </a:xfrm>
          <a:prstGeom prst="rect">
            <a:avLst/>
          </a:prstGeom>
          <a:solidFill>
            <a:srgbClr val="FDCF49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3240">
          <p15:clr>
            <a:srgbClr val="FA7B17"/>
          </p15:clr>
        </p15:guide>
        <p15:guide id="2" pos="5760">
          <p15:clr>
            <a:srgbClr val="FA7B17"/>
          </p15:clr>
        </p15:guide>
        <p15:guide id="3" pos="576">
          <p15:clr>
            <a:srgbClr val="FA7B17"/>
          </p15:clr>
        </p15:guide>
        <p15:guide id="4" pos="5184">
          <p15:clr>
            <a:srgbClr val="FA7B17"/>
          </p15:clr>
        </p15:guide>
        <p15:guide id="5" pos="6336">
          <p15:clr>
            <a:srgbClr val="FA7B17"/>
          </p15:clr>
        </p15:guide>
        <p15:guide id="6" pos="10944">
          <p15:clr>
            <a:srgbClr val="FA7B17"/>
          </p15:clr>
        </p15:guide>
        <p15:guide id="7" pos="1152">
          <p15:clr>
            <a:srgbClr val="FA7B17"/>
          </p15:clr>
        </p15:guide>
        <p15:guide id="8" pos="1728">
          <p15:clr>
            <a:srgbClr val="FA7B17"/>
          </p15:clr>
        </p15:guide>
        <p15:guide id="9" pos="2304">
          <p15:clr>
            <a:srgbClr val="FA7B17"/>
          </p15:clr>
        </p15:guide>
        <p15:guide id="10" pos="2880">
          <p15:clr>
            <a:srgbClr val="FA7B17"/>
          </p15:clr>
        </p15:guide>
        <p15:guide id="11" pos="3456">
          <p15:clr>
            <a:srgbClr val="FA7B17"/>
          </p15:clr>
        </p15:guide>
        <p15:guide id="12" pos="4032">
          <p15:clr>
            <a:srgbClr val="FA7B17"/>
          </p15:clr>
        </p15:guide>
        <p15:guide id="13" pos="4612">
          <p15:clr>
            <a:srgbClr val="FA7B17"/>
          </p15:clr>
        </p15:guide>
        <p15:guide id="14" pos="6912">
          <p15:clr>
            <a:srgbClr val="FA7B17"/>
          </p15:clr>
        </p15:guide>
        <p15:guide id="15" pos="7488">
          <p15:clr>
            <a:srgbClr val="FA7B17"/>
          </p15:clr>
        </p15:guide>
        <p15:guide id="16" pos="8064">
          <p15:clr>
            <a:srgbClr val="FA7B17"/>
          </p15:clr>
        </p15:guide>
        <p15:guide id="17" pos="8640">
          <p15:clr>
            <a:srgbClr val="FA7B17"/>
          </p15:clr>
        </p15:guide>
        <p15:guide id="18" pos="9216">
          <p15:clr>
            <a:srgbClr val="FA7B17"/>
          </p15:clr>
        </p15:guide>
        <p15:guide id="19" pos="9792">
          <p15:clr>
            <a:srgbClr val="FA7B17"/>
          </p15:clr>
        </p15:guide>
        <p15:guide id="20" pos="10368">
          <p15:clr>
            <a:srgbClr val="FA7B17"/>
          </p15:clr>
        </p15:guide>
        <p15:guide id="21" orient="horz" pos="2592">
          <p15:clr>
            <a:srgbClr val="FA7B17"/>
          </p15:clr>
        </p15:guide>
        <p15:guide id="22" orient="horz" pos="1944">
          <p15:clr>
            <a:srgbClr val="FA7B17"/>
          </p15:clr>
        </p15:guide>
        <p15:guide id="23" orient="horz" pos="1296">
          <p15:clr>
            <a:srgbClr val="FA7B17"/>
          </p15:clr>
        </p15:guide>
        <p15:guide id="24" orient="horz" pos="648">
          <p15:clr>
            <a:srgbClr val="FA7B17"/>
          </p15:clr>
        </p15:guide>
        <p15:guide id="25" orient="horz" pos="3888">
          <p15:clr>
            <a:srgbClr val="FA7B17"/>
          </p15:clr>
        </p15:guide>
        <p15:guide id="26" orient="horz" pos="4536">
          <p15:clr>
            <a:srgbClr val="FA7B17"/>
          </p15:clr>
        </p15:guide>
        <p15:guide id="27" orient="horz" pos="5184">
          <p15:clr>
            <a:srgbClr val="FA7B17"/>
          </p15:clr>
        </p15:guide>
        <p15:guide id="28" orient="horz" pos="5832">
          <p15:clr>
            <a:srgbClr val="FA7B17"/>
          </p15:clr>
        </p15:guide>
        <p15:guide id="29" orient="horz" pos="3888">
          <p15:clr>
            <a:srgbClr val="FA7B17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2 - Quote">
  <p:cSld name="TITLE_2"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0" name="Google Shape;710;p5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-12652" y="0"/>
            <a:ext cx="18284798" cy="10285199"/>
          </a:xfrm>
          <a:prstGeom prst="rect">
            <a:avLst/>
          </a:prstGeom>
          <a:noFill/>
          <a:ln>
            <a:noFill/>
          </a:ln>
        </p:spPr>
      </p:pic>
      <p:sp>
        <p:nvSpPr>
          <p:cNvPr id="711" name="Google Shape;711;p56"/>
          <p:cNvSpPr txBox="1"/>
          <p:nvPr/>
        </p:nvSpPr>
        <p:spPr>
          <a:xfrm>
            <a:off x="8592725" y="3043638"/>
            <a:ext cx="10782600" cy="3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9400">
                <a:latin typeface="Montserrat"/>
                <a:ea typeface="Montserrat"/>
                <a:cs typeface="Montserrat"/>
                <a:sym typeface="Montserrat"/>
              </a:rPr>
              <a:t>¿Preguntas?</a:t>
            </a:r>
            <a:endParaRPr b="0" sz="94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12" name="Google Shape;712;p56"/>
          <p:cNvSpPr txBox="1"/>
          <p:nvPr/>
        </p:nvSpPr>
        <p:spPr>
          <a:xfrm>
            <a:off x="10061600" y="5146700"/>
            <a:ext cx="10522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713" name="Google Shape;713;p56"/>
          <p:cNvSpPr/>
          <p:nvPr/>
        </p:nvSpPr>
        <p:spPr>
          <a:xfrm flipH="1" rot="10800000">
            <a:off x="-15850" y="10017300"/>
            <a:ext cx="8370000" cy="270000"/>
          </a:xfrm>
          <a:prstGeom prst="rect">
            <a:avLst/>
          </a:prstGeom>
          <a:solidFill>
            <a:srgbClr val="FDCF49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14" name="Google Shape;714;p56"/>
          <p:cNvGrpSpPr/>
          <p:nvPr/>
        </p:nvGrpSpPr>
        <p:grpSpPr>
          <a:xfrm>
            <a:off x="13932113" y="9450575"/>
            <a:ext cx="4067897" cy="536147"/>
            <a:chOff x="13906313" y="246425"/>
            <a:chExt cx="4067897" cy="536147"/>
          </a:xfrm>
        </p:grpSpPr>
        <p:sp>
          <p:nvSpPr>
            <p:cNvPr id="715" name="Google Shape;715;p56"/>
            <p:cNvSpPr/>
            <p:nvPr/>
          </p:nvSpPr>
          <p:spPr>
            <a:xfrm>
              <a:off x="16422650" y="2464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lang="es-419" sz="2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grpSp>
          <p:nvGrpSpPr>
            <p:cNvPr id="716" name="Google Shape;716;p56"/>
            <p:cNvGrpSpPr/>
            <p:nvPr/>
          </p:nvGrpSpPr>
          <p:grpSpPr>
            <a:xfrm>
              <a:off x="13906313" y="424500"/>
              <a:ext cx="2251983" cy="179993"/>
              <a:chOff x="4935498" y="1642212"/>
              <a:chExt cx="2734980" cy="217042"/>
            </a:xfrm>
          </p:grpSpPr>
          <p:sp>
            <p:nvSpPr>
              <p:cNvPr id="717" name="Google Shape;717;p56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50" lIns="91450" spcFirstLastPara="1" rIns="91450" wrap="square" tIns="914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rgbClr val="FFFFFF"/>
                  </a:solidFill>
                </a:endParaRPr>
              </a:p>
            </p:txBody>
          </p:sp>
          <p:sp>
            <p:nvSpPr>
              <p:cNvPr id="718" name="Google Shape;718;p56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50" lIns="91450" spcFirstLastPara="1" rIns="91450" wrap="square" tIns="914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rgbClr val="FFFFFF"/>
                  </a:solidFill>
                </a:endParaRPr>
              </a:p>
            </p:txBody>
          </p:sp>
          <p:sp>
            <p:nvSpPr>
              <p:cNvPr id="719" name="Google Shape;719;p56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50" lIns="91450" spcFirstLastPara="1" rIns="91450" wrap="square" tIns="914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rgbClr val="FFFFFF"/>
                  </a:solidFill>
                </a:endParaRPr>
              </a:p>
            </p:txBody>
          </p:sp>
          <p:sp>
            <p:nvSpPr>
              <p:cNvPr id="720" name="Google Shape;720;p56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50" lIns="91450" spcFirstLastPara="1" rIns="91450" wrap="square" tIns="914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rgbClr val="FFFFFF"/>
                  </a:solidFill>
                </a:endParaRPr>
              </a:p>
            </p:txBody>
          </p:sp>
          <p:sp>
            <p:nvSpPr>
              <p:cNvPr id="721" name="Google Shape;721;p56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50" lIns="91450" spcFirstLastPara="1" rIns="91450" wrap="square" tIns="914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rgbClr val="FFFFFF"/>
                  </a:solidFill>
                </a:endParaRPr>
              </a:p>
            </p:txBody>
          </p:sp>
          <p:sp>
            <p:nvSpPr>
              <p:cNvPr id="722" name="Google Shape;722;p56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50" lIns="91450" spcFirstLastPara="1" rIns="91450" wrap="square" tIns="914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rgbClr val="FFFFFF"/>
                  </a:solidFill>
                </a:endParaRPr>
              </a:p>
            </p:txBody>
          </p:sp>
          <p:sp>
            <p:nvSpPr>
              <p:cNvPr id="723" name="Google Shape;723;p56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50" lIns="91450" spcFirstLastPara="1" rIns="91450" wrap="square" tIns="914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rgbClr val="FFFFFF"/>
                  </a:solidFill>
                </a:endParaRPr>
              </a:p>
            </p:txBody>
          </p:sp>
          <p:sp>
            <p:nvSpPr>
              <p:cNvPr id="724" name="Google Shape;724;p56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50" lIns="91450" spcFirstLastPara="1" rIns="91450" wrap="square" tIns="914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rgbClr val="FFFFFF"/>
                  </a:solidFill>
                </a:endParaRPr>
              </a:p>
            </p:txBody>
          </p:sp>
          <p:sp>
            <p:nvSpPr>
              <p:cNvPr id="725" name="Google Shape;725;p56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50" lIns="91450" spcFirstLastPara="1" rIns="91450" wrap="square" tIns="914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rgbClr val="FFFFFF"/>
                  </a:solidFill>
                </a:endParaRPr>
              </a:p>
            </p:txBody>
          </p:sp>
          <p:sp>
            <p:nvSpPr>
              <p:cNvPr id="726" name="Google Shape;726;p56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50" lIns="91450" spcFirstLastPara="1" rIns="91450" wrap="square" tIns="914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rgbClr val="FFFFFF"/>
                  </a:solidFill>
                </a:endParaRPr>
              </a:p>
            </p:txBody>
          </p:sp>
          <p:sp>
            <p:nvSpPr>
              <p:cNvPr id="727" name="Google Shape;727;p56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50" lIns="91450" spcFirstLastPara="1" rIns="91450" wrap="square" tIns="914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rgbClr val="FFFFFF"/>
                  </a:solidFill>
                </a:endParaRPr>
              </a:p>
            </p:txBody>
          </p:sp>
          <p:sp>
            <p:nvSpPr>
              <p:cNvPr id="728" name="Google Shape;728;p56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50" lIns="91450" spcFirstLastPara="1" rIns="91450" wrap="square" tIns="914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rgbClr val="FFFFFF"/>
                  </a:solidFill>
                </a:endParaRPr>
              </a:p>
            </p:txBody>
          </p:sp>
        </p:grpSp>
      </p:grpSp>
    </p:spTree>
  </p:cSld>
  <p:clrMapOvr>
    <a:masterClrMapping/>
  </p:clrMapOvr>
  <p:extLst>
    <p:ext uri="{DCECCB84-F9BA-43D5-87BE-67443E8EF086}">
      <p15:sldGuideLst>
        <p15:guide id="1" orient="horz" pos="3240">
          <p15:clr>
            <a:srgbClr val="FA7B17"/>
          </p15:clr>
        </p15:guide>
        <p15:guide id="2" pos="5760">
          <p15:clr>
            <a:srgbClr val="FA7B17"/>
          </p15:clr>
        </p15:guide>
        <p15:guide id="3" pos="576">
          <p15:clr>
            <a:srgbClr val="FA7B17"/>
          </p15:clr>
        </p15:guide>
        <p15:guide id="4" pos="5184">
          <p15:clr>
            <a:srgbClr val="FA7B17"/>
          </p15:clr>
        </p15:guide>
        <p15:guide id="5" pos="6336">
          <p15:clr>
            <a:srgbClr val="FA7B17"/>
          </p15:clr>
        </p15:guide>
        <p15:guide id="6" pos="10944">
          <p15:clr>
            <a:srgbClr val="FA7B17"/>
          </p15:clr>
        </p15:guide>
        <p15:guide id="7" pos="1152">
          <p15:clr>
            <a:srgbClr val="FA7B17"/>
          </p15:clr>
        </p15:guide>
        <p15:guide id="8" pos="1728">
          <p15:clr>
            <a:srgbClr val="FA7B17"/>
          </p15:clr>
        </p15:guide>
        <p15:guide id="9" pos="2304">
          <p15:clr>
            <a:srgbClr val="FA7B17"/>
          </p15:clr>
        </p15:guide>
        <p15:guide id="10" pos="2880">
          <p15:clr>
            <a:srgbClr val="FA7B17"/>
          </p15:clr>
        </p15:guide>
        <p15:guide id="11" pos="3456">
          <p15:clr>
            <a:srgbClr val="FA7B17"/>
          </p15:clr>
        </p15:guide>
        <p15:guide id="12" pos="4032">
          <p15:clr>
            <a:srgbClr val="FA7B17"/>
          </p15:clr>
        </p15:guide>
        <p15:guide id="13" pos="4612">
          <p15:clr>
            <a:srgbClr val="FA7B17"/>
          </p15:clr>
        </p15:guide>
        <p15:guide id="14" pos="6912">
          <p15:clr>
            <a:srgbClr val="FA7B17"/>
          </p15:clr>
        </p15:guide>
        <p15:guide id="15" pos="7488">
          <p15:clr>
            <a:srgbClr val="FA7B17"/>
          </p15:clr>
        </p15:guide>
        <p15:guide id="16" pos="8064">
          <p15:clr>
            <a:srgbClr val="FA7B17"/>
          </p15:clr>
        </p15:guide>
        <p15:guide id="17" pos="8640">
          <p15:clr>
            <a:srgbClr val="FA7B17"/>
          </p15:clr>
        </p15:guide>
        <p15:guide id="18" pos="9216">
          <p15:clr>
            <a:srgbClr val="FA7B17"/>
          </p15:clr>
        </p15:guide>
        <p15:guide id="19" pos="9792">
          <p15:clr>
            <a:srgbClr val="FA7B17"/>
          </p15:clr>
        </p15:guide>
        <p15:guide id="20" pos="10368">
          <p15:clr>
            <a:srgbClr val="FA7B17"/>
          </p15:clr>
        </p15:guide>
        <p15:guide id="21" orient="horz" pos="2592">
          <p15:clr>
            <a:srgbClr val="FA7B17"/>
          </p15:clr>
        </p15:guide>
        <p15:guide id="22" orient="horz" pos="1944">
          <p15:clr>
            <a:srgbClr val="FA7B17"/>
          </p15:clr>
        </p15:guide>
        <p15:guide id="23" orient="horz" pos="1296">
          <p15:clr>
            <a:srgbClr val="FA7B17"/>
          </p15:clr>
        </p15:guide>
        <p15:guide id="24" orient="horz" pos="648">
          <p15:clr>
            <a:srgbClr val="FA7B17"/>
          </p15:clr>
        </p15:guide>
        <p15:guide id="25" orient="horz" pos="3888">
          <p15:clr>
            <a:srgbClr val="FA7B17"/>
          </p15:clr>
        </p15:guide>
        <p15:guide id="26" orient="horz" pos="4536">
          <p15:clr>
            <a:srgbClr val="FA7B17"/>
          </p15:clr>
        </p15:guide>
        <p15:guide id="27" orient="horz" pos="5184">
          <p15:clr>
            <a:srgbClr val="FA7B17"/>
          </p15:clr>
        </p15:guide>
        <p15:guide id="28" orient="horz" pos="5832">
          <p15:clr>
            <a:srgbClr val="FA7B17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0 - Client / Orchid cover light">
  <p:cSld name="TITLE_1">
    <p:spTree>
      <p:nvGrpSpPr>
        <p:cNvPr id="729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0" name="Google Shape;730;p5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4" y="0"/>
            <a:ext cx="18284798" cy="10285194"/>
          </a:xfrm>
          <a:prstGeom prst="rect">
            <a:avLst/>
          </a:prstGeom>
          <a:noFill/>
          <a:ln>
            <a:noFill/>
          </a:ln>
        </p:spPr>
      </p:pic>
      <p:sp>
        <p:nvSpPr>
          <p:cNvPr id="731" name="Google Shape;731;p57"/>
          <p:cNvSpPr txBox="1"/>
          <p:nvPr/>
        </p:nvSpPr>
        <p:spPr>
          <a:xfrm>
            <a:off x="703450" y="3189075"/>
            <a:ext cx="10782600" cy="3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9400">
                <a:latin typeface="Montserrat"/>
                <a:ea typeface="Montserrat"/>
                <a:cs typeface="Montserrat"/>
                <a:sym typeface="Montserrat"/>
              </a:rPr>
              <a:t>¡A trabajar!</a:t>
            </a:r>
            <a:endParaRPr b="0" sz="34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32" name="Google Shape;732;p57"/>
          <p:cNvSpPr txBox="1"/>
          <p:nvPr/>
        </p:nvSpPr>
        <p:spPr>
          <a:xfrm>
            <a:off x="10061600" y="5146700"/>
            <a:ext cx="10522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733" name="Google Shape;733;p57"/>
          <p:cNvSpPr/>
          <p:nvPr/>
        </p:nvSpPr>
        <p:spPr>
          <a:xfrm flipH="1" rot="10800000">
            <a:off x="-15850" y="10017300"/>
            <a:ext cx="8370000" cy="270000"/>
          </a:xfrm>
          <a:prstGeom prst="rect">
            <a:avLst/>
          </a:prstGeom>
          <a:solidFill>
            <a:srgbClr val="FDCF49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34" name="Google Shape;734;p57"/>
          <p:cNvGrpSpPr/>
          <p:nvPr/>
        </p:nvGrpSpPr>
        <p:grpSpPr>
          <a:xfrm>
            <a:off x="13932113" y="9450575"/>
            <a:ext cx="4067897" cy="536147"/>
            <a:chOff x="13906313" y="246425"/>
            <a:chExt cx="4067897" cy="536147"/>
          </a:xfrm>
        </p:grpSpPr>
        <p:sp>
          <p:nvSpPr>
            <p:cNvPr id="735" name="Google Shape;735;p57"/>
            <p:cNvSpPr/>
            <p:nvPr/>
          </p:nvSpPr>
          <p:spPr>
            <a:xfrm>
              <a:off x="16422650" y="2464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lang="es-419" sz="2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grpSp>
          <p:nvGrpSpPr>
            <p:cNvPr id="736" name="Google Shape;736;p57"/>
            <p:cNvGrpSpPr/>
            <p:nvPr/>
          </p:nvGrpSpPr>
          <p:grpSpPr>
            <a:xfrm>
              <a:off x="13906313" y="424500"/>
              <a:ext cx="2251983" cy="179993"/>
              <a:chOff x="4935498" y="1642212"/>
              <a:chExt cx="2734980" cy="217042"/>
            </a:xfrm>
          </p:grpSpPr>
          <p:sp>
            <p:nvSpPr>
              <p:cNvPr id="737" name="Google Shape;737;p57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50" lIns="91450" spcFirstLastPara="1" rIns="91450" wrap="square" tIns="914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rgbClr val="FFFFFF"/>
                  </a:solidFill>
                </a:endParaRPr>
              </a:p>
            </p:txBody>
          </p:sp>
          <p:sp>
            <p:nvSpPr>
              <p:cNvPr id="738" name="Google Shape;738;p57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50" lIns="91450" spcFirstLastPara="1" rIns="91450" wrap="square" tIns="914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rgbClr val="FFFFFF"/>
                  </a:solidFill>
                </a:endParaRPr>
              </a:p>
            </p:txBody>
          </p:sp>
          <p:sp>
            <p:nvSpPr>
              <p:cNvPr id="739" name="Google Shape;739;p57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50" lIns="91450" spcFirstLastPara="1" rIns="91450" wrap="square" tIns="914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rgbClr val="FFFFFF"/>
                  </a:solidFill>
                </a:endParaRPr>
              </a:p>
            </p:txBody>
          </p:sp>
          <p:sp>
            <p:nvSpPr>
              <p:cNvPr id="740" name="Google Shape;740;p57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50" lIns="91450" spcFirstLastPara="1" rIns="91450" wrap="square" tIns="914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rgbClr val="FFFFFF"/>
                  </a:solidFill>
                </a:endParaRPr>
              </a:p>
            </p:txBody>
          </p:sp>
          <p:sp>
            <p:nvSpPr>
              <p:cNvPr id="741" name="Google Shape;741;p57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50" lIns="91450" spcFirstLastPara="1" rIns="91450" wrap="square" tIns="914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rgbClr val="FFFFFF"/>
                  </a:solidFill>
                </a:endParaRPr>
              </a:p>
            </p:txBody>
          </p:sp>
          <p:sp>
            <p:nvSpPr>
              <p:cNvPr id="742" name="Google Shape;742;p57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50" lIns="91450" spcFirstLastPara="1" rIns="91450" wrap="square" tIns="914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rgbClr val="FFFFFF"/>
                  </a:solidFill>
                </a:endParaRPr>
              </a:p>
            </p:txBody>
          </p:sp>
          <p:sp>
            <p:nvSpPr>
              <p:cNvPr id="743" name="Google Shape;743;p57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50" lIns="91450" spcFirstLastPara="1" rIns="91450" wrap="square" tIns="914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rgbClr val="FFFFFF"/>
                  </a:solidFill>
                </a:endParaRPr>
              </a:p>
            </p:txBody>
          </p:sp>
          <p:sp>
            <p:nvSpPr>
              <p:cNvPr id="744" name="Google Shape;744;p57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50" lIns="91450" spcFirstLastPara="1" rIns="91450" wrap="square" tIns="914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rgbClr val="FFFFFF"/>
                  </a:solidFill>
                </a:endParaRPr>
              </a:p>
            </p:txBody>
          </p:sp>
          <p:sp>
            <p:nvSpPr>
              <p:cNvPr id="745" name="Google Shape;745;p57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50" lIns="91450" spcFirstLastPara="1" rIns="91450" wrap="square" tIns="914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rgbClr val="FFFFFF"/>
                  </a:solidFill>
                </a:endParaRPr>
              </a:p>
            </p:txBody>
          </p:sp>
          <p:sp>
            <p:nvSpPr>
              <p:cNvPr id="746" name="Google Shape;746;p57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50" lIns="91450" spcFirstLastPara="1" rIns="91450" wrap="square" tIns="914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rgbClr val="FFFFFF"/>
                  </a:solidFill>
                </a:endParaRPr>
              </a:p>
            </p:txBody>
          </p:sp>
          <p:sp>
            <p:nvSpPr>
              <p:cNvPr id="747" name="Google Shape;747;p57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50" lIns="91450" spcFirstLastPara="1" rIns="91450" wrap="square" tIns="914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rgbClr val="FFFFFF"/>
                  </a:solidFill>
                </a:endParaRPr>
              </a:p>
            </p:txBody>
          </p:sp>
          <p:sp>
            <p:nvSpPr>
              <p:cNvPr id="748" name="Google Shape;748;p57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50" lIns="91450" spcFirstLastPara="1" rIns="91450" wrap="square" tIns="914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rgbClr val="FFFFFF"/>
                  </a:solidFill>
                </a:endParaRPr>
              </a:p>
            </p:txBody>
          </p:sp>
        </p:grpSp>
      </p:grpSp>
    </p:spTree>
  </p:cSld>
  <p:clrMapOvr>
    <a:masterClrMapping/>
  </p:clrMapOvr>
  <p:extLst>
    <p:ext uri="{DCECCB84-F9BA-43D5-87BE-67443E8EF086}">
      <p15:sldGuideLst>
        <p15:guide id="1" orient="horz" pos="3240">
          <p15:clr>
            <a:srgbClr val="FA7B17"/>
          </p15:clr>
        </p15:guide>
        <p15:guide id="2" pos="5760">
          <p15:clr>
            <a:srgbClr val="FA7B17"/>
          </p15:clr>
        </p15:guide>
        <p15:guide id="3" pos="576">
          <p15:clr>
            <a:srgbClr val="FA7B17"/>
          </p15:clr>
        </p15:guide>
        <p15:guide id="4" pos="5184">
          <p15:clr>
            <a:srgbClr val="FA7B17"/>
          </p15:clr>
        </p15:guide>
        <p15:guide id="5" pos="6336">
          <p15:clr>
            <a:srgbClr val="FA7B17"/>
          </p15:clr>
        </p15:guide>
        <p15:guide id="6" pos="10944">
          <p15:clr>
            <a:srgbClr val="FA7B17"/>
          </p15:clr>
        </p15:guide>
        <p15:guide id="7" pos="1152">
          <p15:clr>
            <a:srgbClr val="FA7B17"/>
          </p15:clr>
        </p15:guide>
        <p15:guide id="8" pos="1728">
          <p15:clr>
            <a:srgbClr val="FA7B17"/>
          </p15:clr>
        </p15:guide>
        <p15:guide id="9" pos="2304">
          <p15:clr>
            <a:srgbClr val="FA7B17"/>
          </p15:clr>
        </p15:guide>
        <p15:guide id="10" pos="2880">
          <p15:clr>
            <a:srgbClr val="FA7B17"/>
          </p15:clr>
        </p15:guide>
        <p15:guide id="11" pos="3456">
          <p15:clr>
            <a:srgbClr val="FA7B17"/>
          </p15:clr>
        </p15:guide>
        <p15:guide id="12" pos="4032">
          <p15:clr>
            <a:srgbClr val="FA7B17"/>
          </p15:clr>
        </p15:guide>
        <p15:guide id="13" pos="4612">
          <p15:clr>
            <a:srgbClr val="FA7B17"/>
          </p15:clr>
        </p15:guide>
        <p15:guide id="14" pos="6912">
          <p15:clr>
            <a:srgbClr val="FA7B17"/>
          </p15:clr>
        </p15:guide>
        <p15:guide id="15" pos="7488">
          <p15:clr>
            <a:srgbClr val="FA7B17"/>
          </p15:clr>
        </p15:guide>
        <p15:guide id="16" pos="8064">
          <p15:clr>
            <a:srgbClr val="FA7B17"/>
          </p15:clr>
        </p15:guide>
        <p15:guide id="17" pos="8640">
          <p15:clr>
            <a:srgbClr val="FA7B17"/>
          </p15:clr>
        </p15:guide>
        <p15:guide id="18" pos="9216">
          <p15:clr>
            <a:srgbClr val="FA7B17"/>
          </p15:clr>
        </p15:guide>
        <p15:guide id="19" pos="9792">
          <p15:clr>
            <a:srgbClr val="FA7B17"/>
          </p15:clr>
        </p15:guide>
        <p15:guide id="20" pos="10368">
          <p15:clr>
            <a:srgbClr val="FA7B17"/>
          </p15:clr>
        </p15:guide>
        <p15:guide id="21" orient="horz" pos="2592">
          <p15:clr>
            <a:srgbClr val="FA7B17"/>
          </p15:clr>
        </p15:guide>
        <p15:guide id="22" orient="horz" pos="1944">
          <p15:clr>
            <a:srgbClr val="FA7B17"/>
          </p15:clr>
        </p15:guide>
        <p15:guide id="23" orient="horz" pos="1296">
          <p15:clr>
            <a:srgbClr val="FA7B17"/>
          </p15:clr>
        </p15:guide>
        <p15:guide id="24" orient="horz" pos="648">
          <p15:clr>
            <a:srgbClr val="FA7B17"/>
          </p15:clr>
        </p15:guide>
        <p15:guide id="25" orient="horz" pos="3888">
          <p15:clr>
            <a:srgbClr val="FA7B17"/>
          </p15:clr>
        </p15:guide>
        <p15:guide id="26" orient="horz" pos="4536">
          <p15:clr>
            <a:srgbClr val="FA7B17"/>
          </p15:clr>
        </p15:guide>
        <p15:guide id="27" orient="horz" pos="5184">
          <p15:clr>
            <a:srgbClr val="FA7B17"/>
          </p15:clr>
        </p15:guide>
        <p15:guide id="28" orient="horz" pos="5832">
          <p15:clr>
            <a:srgbClr val="FA7B17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 1 1">
  <p:cSld name="TITLE_1_1_2_3"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>
        <p15:guide id="1" pos="11066">
          <p15:clr>
            <a:srgbClr val="F9AD4C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4 - 3 blocks">
  <p:cSld name="TITLE_3_1">
    <p:bg>
      <p:bgPr>
        <a:solidFill>
          <a:schemeClr val="lt1"/>
        </a:solidFill>
      </p:bgPr>
    </p:bg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p59"/>
          <p:cNvSpPr txBox="1"/>
          <p:nvPr/>
        </p:nvSpPr>
        <p:spPr>
          <a:xfrm>
            <a:off x="829800" y="1916213"/>
            <a:ext cx="16628400" cy="7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400"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752" name="Google Shape;752;p59"/>
          <p:cNvSpPr/>
          <p:nvPr/>
        </p:nvSpPr>
        <p:spPr>
          <a:xfrm flipH="1" rot="10800000">
            <a:off x="0" y="349075"/>
            <a:ext cx="18279300" cy="1120500"/>
          </a:xfrm>
          <a:prstGeom prst="rect">
            <a:avLst/>
          </a:prstGeom>
          <a:solidFill>
            <a:srgbClr val="FDBF00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3" name="Google Shape;753;p59"/>
          <p:cNvSpPr txBox="1"/>
          <p:nvPr/>
        </p:nvSpPr>
        <p:spPr>
          <a:xfrm>
            <a:off x="1384125" y="500238"/>
            <a:ext cx="139479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50" lIns="91450" spcFirstLastPara="1" rIns="91450" wrap="square" tIns="914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000">
              <a:solidFill>
                <a:srgbClr val="16161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54" name="Google Shape;754;p59"/>
          <p:cNvSpPr/>
          <p:nvPr/>
        </p:nvSpPr>
        <p:spPr>
          <a:xfrm>
            <a:off x="385800" y="645313"/>
            <a:ext cx="528000" cy="528000"/>
          </a:xfrm>
          <a:prstGeom prst="ellipse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55" name="Google Shape;755;p59"/>
          <p:cNvGrpSpPr/>
          <p:nvPr/>
        </p:nvGrpSpPr>
        <p:grpSpPr>
          <a:xfrm>
            <a:off x="506749" y="742640"/>
            <a:ext cx="286007" cy="315576"/>
            <a:chOff x="1438525" y="7114399"/>
            <a:chExt cx="1138564" cy="1256274"/>
          </a:xfrm>
        </p:grpSpPr>
        <p:sp>
          <p:nvSpPr>
            <p:cNvPr id="756" name="Google Shape;756;p59"/>
            <p:cNvSpPr/>
            <p:nvPr/>
          </p:nvSpPr>
          <p:spPr>
            <a:xfrm>
              <a:off x="1438525" y="7801266"/>
              <a:ext cx="1138564" cy="569407"/>
            </a:xfrm>
            <a:custGeom>
              <a:rect b="b" l="l" r="r" t="t"/>
              <a:pathLst>
                <a:path extrusionOk="0" h="3534" w="7067">
                  <a:moveTo>
                    <a:pt x="3534" y="1"/>
                  </a:moveTo>
                  <a:cubicBezTo>
                    <a:pt x="1584" y="1"/>
                    <a:pt x="1" y="1584"/>
                    <a:pt x="1" y="3534"/>
                  </a:cubicBezTo>
                  <a:lnTo>
                    <a:pt x="7067" y="3534"/>
                  </a:lnTo>
                  <a:cubicBezTo>
                    <a:pt x="7067" y="1584"/>
                    <a:pt x="5484" y="1"/>
                    <a:pt x="35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7" name="Google Shape;757;p59"/>
            <p:cNvSpPr/>
            <p:nvPr/>
          </p:nvSpPr>
          <p:spPr>
            <a:xfrm>
              <a:off x="1680348" y="7114399"/>
              <a:ext cx="654912" cy="654157"/>
            </a:xfrm>
            <a:custGeom>
              <a:rect b="b" l="l" r="r" t="t"/>
              <a:pathLst>
                <a:path extrusionOk="0" h="4060" w="4065">
                  <a:moveTo>
                    <a:pt x="2033" y="0"/>
                  </a:moveTo>
                  <a:cubicBezTo>
                    <a:pt x="913" y="0"/>
                    <a:pt x="1" y="907"/>
                    <a:pt x="1" y="2028"/>
                  </a:cubicBezTo>
                  <a:cubicBezTo>
                    <a:pt x="1" y="3152"/>
                    <a:pt x="913" y="4060"/>
                    <a:pt x="2033" y="4060"/>
                  </a:cubicBezTo>
                  <a:cubicBezTo>
                    <a:pt x="3153" y="4060"/>
                    <a:pt x="4065" y="3152"/>
                    <a:pt x="4065" y="2028"/>
                  </a:cubicBezTo>
                  <a:cubicBezTo>
                    <a:pt x="4065" y="907"/>
                    <a:pt x="3153" y="0"/>
                    <a:pt x="2033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58" name="Google Shape;758;p59"/>
          <p:cNvGrpSpPr/>
          <p:nvPr/>
        </p:nvGrpSpPr>
        <p:grpSpPr>
          <a:xfrm>
            <a:off x="385788" y="9413600"/>
            <a:ext cx="3957972" cy="536147"/>
            <a:chOff x="913788" y="717625"/>
            <a:chExt cx="3957972" cy="536147"/>
          </a:xfrm>
        </p:grpSpPr>
        <p:grpSp>
          <p:nvGrpSpPr>
            <p:cNvPr id="759" name="Google Shape;759;p59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760" name="Google Shape;760;p59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50" lIns="91450" spcFirstLastPara="1" rIns="91450" wrap="square" tIns="914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1" name="Google Shape;761;p59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50" lIns="91450" spcFirstLastPara="1" rIns="91450" wrap="square" tIns="914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2" name="Google Shape;762;p59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50" lIns="91450" spcFirstLastPara="1" rIns="91450" wrap="square" tIns="914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3" name="Google Shape;763;p59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50" lIns="91450" spcFirstLastPara="1" rIns="91450" wrap="square" tIns="914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4" name="Google Shape;764;p59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50" lIns="91450" spcFirstLastPara="1" rIns="91450" wrap="square" tIns="914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5" name="Google Shape;765;p59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50" lIns="91450" spcFirstLastPara="1" rIns="91450" wrap="square" tIns="914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6" name="Google Shape;766;p59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50" lIns="91450" spcFirstLastPara="1" rIns="91450" wrap="square" tIns="914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7" name="Google Shape;767;p59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50" lIns="91450" spcFirstLastPara="1" rIns="91450" wrap="square" tIns="914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8" name="Google Shape;768;p59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50" lIns="91450" spcFirstLastPara="1" rIns="91450" wrap="square" tIns="914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9" name="Google Shape;769;p59"/>
              <p:cNvSpPr/>
              <p:nvPr/>
            </p:nvSpPr>
            <p:spPr>
              <a:xfrm>
                <a:off x="7223792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50" lIns="91450" spcFirstLastPara="1" rIns="91450" wrap="square" tIns="914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0" name="Google Shape;770;p59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50" lIns="91450" spcFirstLastPara="1" rIns="91450" wrap="square" tIns="914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1" name="Google Shape;771;p59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50" lIns="91450" spcFirstLastPara="1" rIns="91450" wrap="square" tIns="914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772" name="Google Shape;772;p59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lang="es-419" sz="2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>
        <p15:guide id="1" orient="horz" pos="3240">
          <p15:clr>
            <a:srgbClr val="FA7B17"/>
          </p15:clr>
        </p15:guide>
        <p15:guide id="2" pos="5760">
          <p15:clr>
            <a:srgbClr val="FA7B17"/>
          </p15:clr>
        </p15:guide>
        <p15:guide id="3" pos="576">
          <p15:clr>
            <a:srgbClr val="FA7B17"/>
          </p15:clr>
        </p15:guide>
        <p15:guide id="4" pos="5184">
          <p15:clr>
            <a:srgbClr val="FA7B17"/>
          </p15:clr>
        </p15:guide>
        <p15:guide id="5" pos="6336">
          <p15:clr>
            <a:srgbClr val="FA7B17"/>
          </p15:clr>
        </p15:guide>
        <p15:guide id="6" pos="10944">
          <p15:clr>
            <a:srgbClr val="FA7B17"/>
          </p15:clr>
        </p15:guide>
        <p15:guide id="7" pos="1152">
          <p15:clr>
            <a:srgbClr val="FA7B17"/>
          </p15:clr>
        </p15:guide>
        <p15:guide id="8" pos="1728">
          <p15:clr>
            <a:srgbClr val="FA7B17"/>
          </p15:clr>
        </p15:guide>
        <p15:guide id="9" pos="2304">
          <p15:clr>
            <a:srgbClr val="FA7B17"/>
          </p15:clr>
        </p15:guide>
        <p15:guide id="10" pos="2880">
          <p15:clr>
            <a:srgbClr val="FA7B17"/>
          </p15:clr>
        </p15:guide>
        <p15:guide id="11" pos="3456">
          <p15:clr>
            <a:srgbClr val="FA7B17"/>
          </p15:clr>
        </p15:guide>
        <p15:guide id="12" pos="4032">
          <p15:clr>
            <a:srgbClr val="FA7B17"/>
          </p15:clr>
        </p15:guide>
        <p15:guide id="13" pos="4612">
          <p15:clr>
            <a:srgbClr val="FA7B17"/>
          </p15:clr>
        </p15:guide>
        <p15:guide id="14" pos="6912">
          <p15:clr>
            <a:srgbClr val="FA7B17"/>
          </p15:clr>
        </p15:guide>
        <p15:guide id="15" pos="7488">
          <p15:clr>
            <a:srgbClr val="FA7B17"/>
          </p15:clr>
        </p15:guide>
        <p15:guide id="16" pos="8064">
          <p15:clr>
            <a:srgbClr val="FA7B17"/>
          </p15:clr>
        </p15:guide>
        <p15:guide id="17" pos="8640">
          <p15:clr>
            <a:srgbClr val="FA7B17"/>
          </p15:clr>
        </p15:guide>
        <p15:guide id="18" pos="9216">
          <p15:clr>
            <a:srgbClr val="FA7B17"/>
          </p15:clr>
        </p15:guide>
        <p15:guide id="19" pos="9792">
          <p15:clr>
            <a:srgbClr val="FA7B17"/>
          </p15:clr>
        </p15:guide>
        <p15:guide id="20" pos="10368">
          <p15:clr>
            <a:srgbClr val="FA7B17"/>
          </p15:clr>
        </p15:guide>
        <p15:guide id="21" orient="horz" pos="2592">
          <p15:clr>
            <a:srgbClr val="FA7B17"/>
          </p15:clr>
        </p15:guide>
        <p15:guide id="22" orient="horz" pos="1944">
          <p15:clr>
            <a:srgbClr val="FA7B17"/>
          </p15:clr>
        </p15:guide>
        <p15:guide id="23" orient="horz" pos="1296">
          <p15:clr>
            <a:srgbClr val="FA7B17"/>
          </p15:clr>
        </p15:guide>
        <p15:guide id="24" orient="horz" pos="648">
          <p15:clr>
            <a:srgbClr val="FA7B17"/>
          </p15:clr>
        </p15:guide>
        <p15:guide id="25" orient="horz" pos="3888">
          <p15:clr>
            <a:srgbClr val="FA7B17"/>
          </p15:clr>
        </p15:guide>
        <p15:guide id="26" orient="horz" pos="4536">
          <p15:clr>
            <a:srgbClr val="FA7B17"/>
          </p15:clr>
        </p15:guide>
        <p15:guide id="27" orient="horz" pos="5184">
          <p15:clr>
            <a:srgbClr val="FA7B17"/>
          </p15:clr>
        </p15:guide>
        <p15:guide id="28" orient="horz" pos="5832">
          <p15:clr>
            <a:srgbClr val="FA7B17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theme" Target="../theme/theme4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theme" Target="../theme/theme3.xml"/><Relationship Id="rId11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28.xml"/><Relationship Id="rId13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19.xml"/><Relationship Id="rId2" Type="http://schemas.openxmlformats.org/officeDocument/2006/relationships/slideLayout" Target="../slideLayouts/slideLayout20.xml"/><Relationship Id="rId3" Type="http://schemas.openxmlformats.org/officeDocument/2006/relationships/slideLayout" Target="../slideLayouts/slideLayout21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Relationship Id="rId15" Type="http://schemas.openxmlformats.org/officeDocument/2006/relationships/slideLayout" Target="../slideLayouts/slideLayout33.xml"/><Relationship Id="rId14" Type="http://schemas.openxmlformats.org/officeDocument/2006/relationships/slideLayout" Target="../slideLayouts/slideLayout32.xml"/><Relationship Id="rId17" Type="http://schemas.openxmlformats.org/officeDocument/2006/relationships/slideLayout" Target="../slideLayouts/slideLayout35.xml"/><Relationship Id="rId16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3.xml"/><Relationship Id="rId19" Type="http://schemas.openxmlformats.org/officeDocument/2006/relationships/slideLayout" Target="../slideLayouts/slideLayout37.xml"/><Relationship Id="rId6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36.xml"/><Relationship Id="rId7" Type="http://schemas.openxmlformats.org/officeDocument/2006/relationships/slideLayout" Target="../slideLayouts/slideLayout25.xml"/><Relationship Id="rId8" Type="http://schemas.openxmlformats.org/officeDocument/2006/relationships/slideLayout" Target="../slideLayouts/slideLayout26.xml"/></Relationships>
</file>

<file path=ppt/slideMasters/_rels/slideMaster3.xml.rels><?xml version="1.0" encoding="UTF-8" standalone="yes"?><Relationships xmlns="http://schemas.openxmlformats.org/package/2006/relationships"><Relationship Id="rId20" Type="http://schemas.openxmlformats.org/officeDocument/2006/relationships/theme" Target="../theme/theme1.xml"/><Relationship Id="rId11" Type="http://schemas.openxmlformats.org/officeDocument/2006/relationships/slideLayout" Target="../slideLayouts/slideLayout48.xml"/><Relationship Id="rId10" Type="http://schemas.openxmlformats.org/officeDocument/2006/relationships/slideLayout" Target="../slideLayouts/slideLayout47.xml"/><Relationship Id="rId13" Type="http://schemas.openxmlformats.org/officeDocument/2006/relationships/slideLayout" Target="../slideLayouts/slideLayout50.xml"/><Relationship Id="rId12" Type="http://schemas.openxmlformats.org/officeDocument/2006/relationships/slideLayout" Target="../slideLayouts/slideLayout49.xml"/><Relationship Id="rId1" Type="http://schemas.openxmlformats.org/officeDocument/2006/relationships/slideLayout" Target="../slideLayouts/slideLayout38.xml"/><Relationship Id="rId2" Type="http://schemas.openxmlformats.org/officeDocument/2006/relationships/slideLayout" Target="../slideLayouts/slideLayout39.xml"/><Relationship Id="rId3" Type="http://schemas.openxmlformats.org/officeDocument/2006/relationships/slideLayout" Target="../slideLayouts/slideLayout40.xml"/><Relationship Id="rId4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6.xml"/><Relationship Id="rId15" Type="http://schemas.openxmlformats.org/officeDocument/2006/relationships/slideLayout" Target="../slideLayouts/slideLayout52.xml"/><Relationship Id="rId14" Type="http://schemas.openxmlformats.org/officeDocument/2006/relationships/slideLayout" Target="../slideLayouts/slideLayout51.xml"/><Relationship Id="rId17" Type="http://schemas.openxmlformats.org/officeDocument/2006/relationships/slideLayout" Target="../slideLayouts/slideLayout54.xml"/><Relationship Id="rId16" Type="http://schemas.openxmlformats.org/officeDocument/2006/relationships/slideLayout" Target="../slideLayouts/slideLayout53.xml"/><Relationship Id="rId5" Type="http://schemas.openxmlformats.org/officeDocument/2006/relationships/slideLayout" Target="../slideLayouts/slideLayout42.xml"/><Relationship Id="rId19" Type="http://schemas.openxmlformats.org/officeDocument/2006/relationships/slideLayout" Target="../slideLayouts/slideLayout56.xml"/><Relationship Id="rId6" Type="http://schemas.openxmlformats.org/officeDocument/2006/relationships/slideLayout" Target="../slideLayouts/slideLayout43.xml"/><Relationship Id="rId18" Type="http://schemas.openxmlformats.org/officeDocument/2006/relationships/slideLayout" Target="../slideLayouts/slideLayout55.xml"/><Relationship Id="rId7" Type="http://schemas.openxmlformats.org/officeDocument/2006/relationships/slideLayout" Target="../slideLayouts/slideLayout44.xml"/><Relationship Id="rId8" Type="http://schemas.openxmlformats.org/officeDocument/2006/relationships/slideLayout" Target="../slideLayouts/slideLayout4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oogle Shape;6;p1"/>
          <p:cNvGrpSpPr/>
          <p:nvPr/>
        </p:nvGrpSpPr>
        <p:grpSpPr>
          <a:xfrm>
            <a:off x="17493237" y="9740090"/>
            <a:ext cx="429608" cy="178308"/>
            <a:chOff x="1207700" y="4333950"/>
            <a:chExt cx="334325" cy="138750"/>
          </a:xfrm>
        </p:grpSpPr>
        <p:sp>
          <p:nvSpPr>
            <p:cNvPr id="7" name="Google Shape;7;p1"/>
            <p:cNvSpPr/>
            <p:nvPr/>
          </p:nvSpPr>
          <p:spPr>
            <a:xfrm>
              <a:off x="1207700" y="4333950"/>
              <a:ext cx="139850" cy="138750"/>
            </a:xfrm>
            <a:custGeom>
              <a:rect b="b" l="l" r="r" t="t"/>
              <a:pathLst>
                <a:path extrusionOk="0" h="5550" w="5594">
                  <a:moveTo>
                    <a:pt x="3390" y="438"/>
                  </a:moveTo>
                  <a:cubicBezTo>
                    <a:pt x="4363" y="438"/>
                    <a:pt x="5148" y="1232"/>
                    <a:pt x="5148" y="2196"/>
                  </a:cubicBezTo>
                  <a:lnTo>
                    <a:pt x="5148" y="3346"/>
                  </a:lnTo>
                  <a:cubicBezTo>
                    <a:pt x="5148" y="4319"/>
                    <a:pt x="4363" y="5104"/>
                    <a:pt x="3390" y="5104"/>
                  </a:cubicBezTo>
                  <a:lnTo>
                    <a:pt x="437" y="5104"/>
                  </a:lnTo>
                  <a:lnTo>
                    <a:pt x="437" y="438"/>
                  </a:lnTo>
                  <a:close/>
                  <a:moveTo>
                    <a:pt x="0" y="1"/>
                  </a:moveTo>
                  <a:lnTo>
                    <a:pt x="0" y="5550"/>
                  </a:lnTo>
                  <a:lnTo>
                    <a:pt x="3390" y="5550"/>
                  </a:lnTo>
                  <a:cubicBezTo>
                    <a:pt x="4604" y="5550"/>
                    <a:pt x="5594" y="4560"/>
                    <a:pt x="5594" y="3346"/>
                  </a:cubicBezTo>
                  <a:lnTo>
                    <a:pt x="5594" y="2196"/>
                  </a:lnTo>
                  <a:cubicBezTo>
                    <a:pt x="5594" y="982"/>
                    <a:pt x="4604" y="1"/>
                    <a:pt x="339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" name="Google Shape;8;p1"/>
            <p:cNvSpPr/>
            <p:nvPr/>
          </p:nvSpPr>
          <p:spPr>
            <a:xfrm>
              <a:off x="1403300" y="4333950"/>
              <a:ext cx="138725" cy="138750"/>
            </a:xfrm>
            <a:custGeom>
              <a:rect b="b" l="l" r="r" t="t"/>
              <a:pathLst>
                <a:path extrusionOk="0" h="5550" w="5549">
                  <a:moveTo>
                    <a:pt x="0" y="1"/>
                  </a:moveTo>
                  <a:lnTo>
                    <a:pt x="0" y="5550"/>
                  </a:lnTo>
                  <a:lnTo>
                    <a:pt x="5549" y="5550"/>
                  </a:lnTo>
                  <a:lnTo>
                    <a:pt x="554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3240">
          <p15:clr>
            <a:srgbClr val="EA4335"/>
          </p15:clr>
        </p15:guide>
        <p15:guide id="2" pos="5480">
          <p15:clr>
            <a:srgbClr val="EA4335"/>
          </p15:clr>
        </p15:guide>
        <p15:guide id="3" pos="576">
          <p15:clr>
            <a:srgbClr val="EA4335"/>
          </p15:clr>
        </p15:guide>
        <p15:guide id="4" pos="10944">
          <p15:clr>
            <a:srgbClr val="EA4335"/>
          </p15:clr>
        </p15:guide>
        <p15:guide id="5" orient="horz" pos="850">
          <p15:clr>
            <a:srgbClr val="EA4335"/>
          </p15:clr>
        </p15:guide>
        <p15:guide id="6" orient="horz" pos="5953">
          <p15:clr>
            <a:srgbClr val="EA4335"/>
          </p15:clr>
        </p15:guide>
        <p15:guide id="7" pos="6039">
          <p15:clr>
            <a:srgbClr val="EA4335"/>
          </p15:clr>
        </p15:guide>
        <p15:guide id="8" pos="5760">
          <p15:clr>
            <a:srgbClr val="EA4335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6" name="Google Shape;246;p20"/>
          <p:cNvGrpSpPr/>
          <p:nvPr/>
        </p:nvGrpSpPr>
        <p:grpSpPr>
          <a:xfrm>
            <a:off x="17493237" y="9740090"/>
            <a:ext cx="429608" cy="178308"/>
            <a:chOff x="1207700" y="4333950"/>
            <a:chExt cx="334325" cy="138750"/>
          </a:xfrm>
        </p:grpSpPr>
        <p:sp>
          <p:nvSpPr>
            <p:cNvPr id="247" name="Google Shape;247;p20"/>
            <p:cNvSpPr/>
            <p:nvPr/>
          </p:nvSpPr>
          <p:spPr>
            <a:xfrm>
              <a:off x="1207700" y="4333950"/>
              <a:ext cx="139850" cy="138750"/>
            </a:xfrm>
            <a:custGeom>
              <a:rect b="b" l="l" r="r" t="t"/>
              <a:pathLst>
                <a:path extrusionOk="0" h="5550" w="5594">
                  <a:moveTo>
                    <a:pt x="3390" y="438"/>
                  </a:moveTo>
                  <a:cubicBezTo>
                    <a:pt x="4363" y="438"/>
                    <a:pt x="5148" y="1232"/>
                    <a:pt x="5148" y="2196"/>
                  </a:cubicBezTo>
                  <a:lnTo>
                    <a:pt x="5148" y="3346"/>
                  </a:lnTo>
                  <a:cubicBezTo>
                    <a:pt x="5148" y="4319"/>
                    <a:pt x="4363" y="5104"/>
                    <a:pt x="3390" y="5104"/>
                  </a:cubicBezTo>
                  <a:lnTo>
                    <a:pt x="437" y="5104"/>
                  </a:lnTo>
                  <a:lnTo>
                    <a:pt x="437" y="438"/>
                  </a:lnTo>
                  <a:close/>
                  <a:moveTo>
                    <a:pt x="0" y="1"/>
                  </a:moveTo>
                  <a:lnTo>
                    <a:pt x="0" y="5550"/>
                  </a:lnTo>
                  <a:lnTo>
                    <a:pt x="3390" y="5550"/>
                  </a:lnTo>
                  <a:cubicBezTo>
                    <a:pt x="4604" y="5550"/>
                    <a:pt x="5594" y="4560"/>
                    <a:pt x="5594" y="3346"/>
                  </a:cubicBezTo>
                  <a:lnTo>
                    <a:pt x="5594" y="2196"/>
                  </a:lnTo>
                  <a:cubicBezTo>
                    <a:pt x="5594" y="982"/>
                    <a:pt x="4604" y="1"/>
                    <a:pt x="339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20"/>
            <p:cNvSpPr/>
            <p:nvPr/>
          </p:nvSpPr>
          <p:spPr>
            <a:xfrm>
              <a:off x="1403300" y="4333950"/>
              <a:ext cx="138725" cy="138750"/>
            </a:xfrm>
            <a:custGeom>
              <a:rect b="b" l="l" r="r" t="t"/>
              <a:pathLst>
                <a:path extrusionOk="0" h="5550" w="5549">
                  <a:moveTo>
                    <a:pt x="0" y="1"/>
                  </a:moveTo>
                  <a:lnTo>
                    <a:pt x="0" y="5550"/>
                  </a:lnTo>
                  <a:lnTo>
                    <a:pt x="5549" y="5550"/>
                  </a:lnTo>
                  <a:lnTo>
                    <a:pt x="554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  <p:sldLayoutId id="2147483677" r:id="rId12"/>
    <p:sldLayoutId id="2147483678" r:id="rId13"/>
    <p:sldLayoutId id="2147483679" r:id="rId14"/>
    <p:sldLayoutId id="2147483680" r:id="rId15"/>
    <p:sldLayoutId id="2147483681" r:id="rId16"/>
    <p:sldLayoutId id="2147483682" r:id="rId17"/>
    <p:sldLayoutId id="2147483683" r:id="rId18"/>
    <p:sldLayoutId id="2147483684" r:id="rId1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3240">
          <p15:clr>
            <a:srgbClr val="EA4335"/>
          </p15:clr>
        </p15:guide>
        <p15:guide id="2" pos="5480">
          <p15:clr>
            <a:srgbClr val="EA4335"/>
          </p15:clr>
        </p15:guide>
        <p15:guide id="3" pos="576">
          <p15:clr>
            <a:srgbClr val="EA4335"/>
          </p15:clr>
        </p15:guide>
        <p15:guide id="4" pos="10944">
          <p15:clr>
            <a:srgbClr val="EA4335"/>
          </p15:clr>
        </p15:guide>
        <p15:guide id="5" orient="horz" pos="850">
          <p15:clr>
            <a:srgbClr val="EA4335"/>
          </p15:clr>
        </p15:guide>
        <p15:guide id="6" orient="horz" pos="5953">
          <p15:clr>
            <a:srgbClr val="EA4335"/>
          </p15:clr>
        </p15:guide>
        <p15:guide id="7" pos="6039">
          <p15:clr>
            <a:srgbClr val="EA4335"/>
          </p15:clr>
        </p15:guide>
        <p15:guide id="8" pos="5760">
          <p15:clr>
            <a:srgbClr val="EA4335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0" name="Google Shape;510;p40"/>
          <p:cNvGrpSpPr/>
          <p:nvPr/>
        </p:nvGrpSpPr>
        <p:grpSpPr>
          <a:xfrm>
            <a:off x="17493237" y="9739656"/>
            <a:ext cx="429608" cy="178294"/>
            <a:chOff x="1207700" y="4333950"/>
            <a:chExt cx="334325" cy="138750"/>
          </a:xfrm>
        </p:grpSpPr>
        <p:sp>
          <p:nvSpPr>
            <p:cNvPr id="511" name="Google Shape;511;p40"/>
            <p:cNvSpPr/>
            <p:nvPr/>
          </p:nvSpPr>
          <p:spPr>
            <a:xfrm>
              <a:off x="1207700" y="4333950"/>
              <a:ext cx="139850" cy="138750"/>
            </a:xfrm>
            <a:custGeom>
              <a:rect b="b" l="l" r="r" t="t"/>
              <a:pathLst>
                <a:path extrusionOk="0" h="5550" w="5594">
                  <a:moveTo>
                    <a:pt x="3390" y="438"/>
                  </a:moveTo>
                  <a:cubicBezTo>
                    <a:pt x="4363" y="438"/>
                    <a:pt x="5148" y="1232"/>
                    <a:pt x="5148" y="2196"/>
                  </a:cubicBezTo>
                  <a:lnTo>
                    <a:pt x="5148" y="3346"/>
                  </a:lnTo>
                  <a:cubicBezTo>
                    <a:pt x="5148" y="4319"/>
                    <a:pt x="4363" y="5104"/>
                    <a:pt x="3390" y="5104"/>
                  </a:cubicBezTo>
                  <a:lnTo>
                    <a:pt x="437" y="5104"/>
                  </a:lnTo>
                  <a:lnTo>
                    <a:pt x="437" y="438"/>
                  </a:lnTo>
                  <a:close/>
                  <a:moveTo>
                    <a:pt x="0" y="1"/>
                  </a:moveTo>
                  <a:lnTo>
                    <a:pt x="0" y="5550"/>
                  </a:lnTo>
                  <a:lnTo>
                    <a:pt x="3390" y="5550"/>
                  </a:lnTo>
                  <a:cubicBezTo>
                    <a:pt x="4604" y="5550"/>
                    <a:pt x="5594" y="4560"/>
                    <a:pt x="5594" y="3346"/>
                  </a:cubicBezTo>
                  <a:lnTo>
                    <a:pt x="5594" y="2196"/>
                  </a:lnTo>
                  <a:cubicBezTo>
                    <a:pt x="5594" y="982"/>
                    <a:pt x="4604" y="1"/>
                    <a:pt x="339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2" name="Google Shape;512;p40"/>
            <p:cNvSpPr/>
            <p:nvPr/>
          </p:nvSpPr>
          <p:spPr>
            <a:xfrm>
              <a:off x="1403300" y="4333950"/>
              <a:ext cx="138725" cy="138750"/>
            </a:xfrm>
            <a:custGeom>
              <a:rect b="b" l="l" r="r" t="t"/>
              <a:pathLst>
                <a:path extrusionOk="0" h="5550" w="5549">
                  <a:moveTo>
                    <a:pt x="0" y="1"/>
                  </a:moveTo>
                  <a:lnTo>
                    <a:pt x="0" y="5550"/>
                  </a:lnTo>
                  <a:lnTo>
                    <a:pt x="5549" y="5550"/>
                  </a:lnTo>
                  <a:lnTo>
                    <a:pt x="554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  <p:sldLayoutId id="2147483700" r:id="rId16"/>
    <p:sldLayoutId id="2147483701" r:id="rId17"/>
    <p:sldLayoutId id="2147483702" r:id="rId18"/>
    <p:sldLayoutId id="2147483703" r:id="rId1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3240">
          <p15:clr>
            <a:srgbClr val="EA4335"/>
          </p15:clr>
        </p15:guide>
        <p15:guide id="2" pos="5480">
          <p15:clr>
            <a:srgbClr val="EA4335"/>
          </p15:clr>
        </p15:guide>
        <p15:guide id="3" pos="576">
          <p15:clr>
            <a:srgbClr val="EA4335"/>
          </p15:clr>
        </p15:guide>
        <p15:guide id="4" pos="10944">
          <p15:clr>
            <a:srgbClr val="EA4335"/>
          </p15:clr>
        </p15:guide>
        <p15:guide id="5" orient="horz" pos="850">
          <p15:clr>
            <a:srgbClr val="EA4335"/>
          </p15:clr>
        </p15:guide>
        <p15:guide id="6" orient="horz" pos="5953">
          <p15:clr>
            <a:srgbClr val="EA4335"/>
          </p15:clr>
        </p15:guide>
        <p15:guide id="7" pos="6039">
          <p15:clr>
            <a:srgbClr val="EA4335"/>
          </p15:clr>
        </p15:guide>
        <p15:guide id="8" pos="5760">
          <p15:clr>
            <a:srgbClr val="EA4335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docs.google.com/presentation/d/1vMBL4sU25b7wHnV_-phcApt0xQwhEvM6GzNlTQMTAQo/edit?usp=sharing" TargetMode="External"/><Relationship Id="rId4" Type="http://schemas.openxmlformats.org/officeDocument/2006/relationships/hyperlink" Target="https://media.giphy.com/media/v1.Y2lkPTc5MGI3NjExcTk1bnZtMGYzenRwajQ0aDBlenp3cHYyMWhqZjZwYjB3YWgycDRnbiZlcD12MV9pbnRlcm5hbF9naWZfYnlfaWQmY3Q9cw/GlHV2O0IpxAsRjVsNb/giphy.gif" TargetMode="External"/><Relationship Id="rId5" Type="http://schemas.openxmlformats.org/officeDocument/2006/relationships/image" Target="../media/image20.gif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6.xml"/><Relationship Id="rId2" Type="http://schemas.openxmlformats.org/officeDocument/2006/relationships/notesSlide" Target="../notesSlides/notesSlide5.xml"/><Relationship Id="rId3" Type="http://schemas.openxmlformats.org/officeDocument/2006/relationships/comments" Target="../comments/comment1.xml"/><Relationship Id="rId4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media.giphy.com/media/v1.Y2lkPTc5MGI3NjExeWtsbWN3djJiOWc2aXlzanQ2bHp3MTB4M2NtbzU3NTB3ZGtnODlzZyZlcD12MV9pbnRlcm5hbF9naWZfYnlfaWQmY3Q9cw/QsnO63xQGssgEVFWIM/giphy.gif" TargetMode="External"/><Relationship Id="rId4" Type="http://schemas.openxmlformats.org/officeDocument/2006/relationships/image" Target="../media/image17.gif"/><Relationship Id="rId5" Type="http://schemas.openxmlformats.org/officeDocument/2006/relationships/hyperlink" Target="https://docs.google.com/spreadsheets/d/1WtSUD-JKCdzuRoT-86PrspkPlLqewQXC9vTiVSiddIY/copy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media.giphy.com/media/v1.Y2lkPTc5MGI3NjExYjFmZTF6ZjdqaW03bWl2NzY1b3l1NXhteWdxaDc1d2Yya2ppb3A1ayZlcD12MV9pbnRlcm5hbF9naWZfYnlfaWQmY3Q9cw/HaIwu1gneibV3td7z1/giphy.gif" TargetMode="External"/><Relationship Id="rId4" Type="http://schemas.openxmlformats.org/officeDocument/2006/relationships/image" Target="../media/image21.gif"/><Relationship Id="rId5" Type="http://schemas.openxmlformats.org/officeDocument/2006/relationships/hyperlink" Target="https://docs.google.com/spreadsheets/d/12uLm2NAdBiD_jxCuW-GPvtnzUIMn21LAh0Y5JxgTmdQ/copy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media.giphy.com/media/v1.Y2lkPTc5MGI3NjExeG5waXg5M3FzaHE4M2hndjczeTN4MXl2djEzbGpsdmZ1anBwOGpyNiZlcD12MV9pbnRlcm5hbF9naWZfYnlfaWQmY3Q9cw/2Yj2vRSHrhZIUyVPGl/giphy.gif" TargetMode="External"/><Relationship Id="rId4" Type="http://schemas.openxmlformats.org/officeDocument/2006/relationships/image" Target="../media/image22.gif"/><Relationship Id="rId5" Type="http://schemas.openxmlformats.org/officeDocument/2006/relationships/hyperlink" Target="https://docs.google.com/spreadsheets/d/1fYeWDZoC6DfYsj6KiT-YFD0fGULx1yHN66HsIbhyEWE/copy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0C0C"/>
        </a:solidFill>
      </p:bgPr>
    </p:bg>
    <p:spTree>
      <p:nvGrpSpPr>
        <p:cNvPr id="776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p60"/>
          <p:cNvSpPr/>
          <p:nvPr/>
        </p:nvSpPr>
        <p:spPr>
          <a:xfrm>
            <a:off x="11300" y="0"/>
            <a:ext cx="18288000" cy="1029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8" name="Google Shape;778;p60"/>
          <p:cNvSpPr/>
          <p:nvPr/>
        </p:nvSpPr>
        <p:spPr>
          <a:xfrm>
            <a:off x="718775" y="3982125"/>
            <a:ext cx="5605500" cy="13461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9" name="Google Shape;779;p60"/>
          <p:cNvSpPr txBox="1"/>
          <p:nvPr/>
        </p:nvSpPr>
        <p:spPr>
          <a:xfrm>
            <a:off x="990400" y="2952700"/>
            <a:ext cx="11912100" cy="22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70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Proyecto integrador</a:t>
            </a:r>
            <a:r>
              <a:rPr lang="es-419" sz="70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:</a:t>
            </a:r>
            <a:endParaRPr sz="70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70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Estadística</a:t>
            </a:r>
            <a:endParaRPr sz="70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grpSp>
        <p:nvGrpSpPr>
          <p:cNvPr id="780" name="Google Shape;780;p60"/>
          <p:cNvGrpSpPr/>
          <p:nvPr/>
        </p:nvGrpSpPr>
        <p:grpSpPr>
          <a:xfrm flipH="1">
            <a:off x="-154943" y="6653656"/>
            <a:ext cx="5298541" cy="3633434"/>
            <a:chOff x="2914650" y="3280000"/>
            <a:chExt cx="1371400" cy="942525"/>
          </a:xfrm>
        </p:grpSpPr>
        <p:sp>
          <p:nvSpPr>
            <p:cNvPr id="781" name="Google Shape;781;p60"/>
            <p:cNvSpPr/>
            <p:nvPr/>
          </p:nvSpPr>
          <p:spPr>
            <a:xfrm>
              <a:off x="3081700" y="3927650"/>
              <a:ext cx="1164000" cy="292875"/>
            </a:xfrm>
            <a:custGeom>
              <a:rect b="b" l="l" r="r" t="t"/>
              <a:pathLst>
                <a:path extrusionOk="0" h="11715" w="46560">
                  <a:moveTo>
                    <a:pt x="2079" y="1"/>
                  </a:moveTo>
                  <a:cubicBezTo>
                    <a:pt x="928" y="1"/>
                    <a:pt x="0" y="938"/>
                    <a:pt x="0" y="2088"/>
                  </a:cubicBezTo>
                  <a:lnTo>
                    <a:pt x="0" y="11714"/>
                  </a:lnTo>
                  <a:lnTo>
                    <a:pt x="46559" y="11714"/>
                  </a:lnTo>
                  <a:lnTo>
                    <a:pt x="46559" y="2088"/>
                  </a:lnTo>
                  <a:cubicBezTo>
                    <a:pt x="46559" y="938"/>
                    <a:pt x="45631" y="1"/>
                    <a:pt x="44481" y="1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2" name="Google Shape;782;p60"/>
            <p:cNvSpPr/>
            <p:nvPr/>
          </p:nvSpPr>
          <p:spPr>
            <a:xfrm>
              <a:off x="3079700" y="3925650"/>
              <a:ext cx="1168000" cy="296875"/>
            </a:xfrm>
            <a:custGeom>
              <a:rect b="b" l="l" r="r" t="t"/>
              <a:pathLst>
                <a:path extrusionOk="0" h="11875" w="46720">
                  <a:moveTo>
                    <a:pt x="44561" y="161"/>
                  </a:moveTo>
                  <a:cubicBezTo>
                    <a:pt x="45658" y="161"/>
                    <a:pt x="46559" y="1062"/>
                    <a:pt x="46559" y="2168"/>
                  </a:cubicBezTo>
                  <a:lnTo>
                    <a:pt x="46559" y="11714"/>
                  </a:lnTo>
                  <a:lnTo>
                    <a:pt x="161" y="11714"/>
                  </a:lnTo>
                  <a:lnTo>
                    <a:pt x="161" y="2168"/>
                  </a:lnTo>
                  <a:cubicBezTo>
                    <a:pt x="161" y="1062"/>
                    <a:pt x="1053" y="161"/>
                    <a:pt x="2159" y="161"/>
                  </a:cubicBezTo>
                  <a:close/>
                  <a:moveTo>
                    <a:pt x="2159" y="1"/>
                  </a:moveTo>
                  <a:cubicBezTo>
                    <a:pt x="972" y="1"/>
                    <a:pt x="0" y="973"/>
                    <a:pt x="0" y="2168"/>
                  </a:cubicBezTo>
                  <a:lnTo>
                    <a:pt x="0" y="11874"/>
                  </a:lnTo>
                  <a:lnTo>
                    <a:pt x="46720" y="11874"/>
                  </a:lnTo>
                  <a:lnTo>
                    <a:pt x="46720" y="2168"/>
                  </a:lnTo>
                  <a:cubicBezTo>
                    <a:pt x="46720" y="973"/>
                    <a:pt x="45747" y="1"/>
                    <a:pt x="4456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3" name="Google Shape;783;p60"/>
            <p:cNvSpPr/>
            <p:nvPr/>
          </p:nvSpPr>
          <p:spPr>
            <a:xfrm>
              <a:off x="3062075" y="3346450"/>
              <a:ext cx="17200" cy="17650"/>
            </a:xfrm>
            <a:custGeom>
              <a:rect b="b" l="l" r="r" t="t"/>
              <a:pathLst>
                <a:path extrusionOk="0" h="706" w="688">
                  <a:moveTo>
                    <a:pt x="339" y="1"/>
                  </a:moveTo>
                  <a:cubicBezTo>
                    <a:pt x="339" y="1"/>
                    <a:pt x="330" y="358"/>
                    <a:pt x="0" y="358"/>
                  </a:cubicBezTo>
                  <a:cubicBezTo>
                    <a:pt x="330" y="358"/>
                    <a:pt x="339" y="706"/>
                    <a:pt x="339" y="706"/>
                  </a:cubicBezTo>
                  <a:cubicBezTo>
                    <a:pt x="339" y="706"/>
                    <a:pt x="348" y="358"/>
                    <a:pt x="687" y="358"/>
                  </a:cubicBezTo>
                  <a:cubicBezTo>
                    <a:pt x="348" y="358"/>
                    <a:pt x="339" y="1"/>
                    <a:pt x="339" y="1"/>
                  </a:cubicBezTo>
                  <a:close/>
                </a:path>
              </a:pathLst>
            </a:custGeom>
            <a:solidFill>
              <a:srgbClr val="00CC7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4" name="Google Shape;784;p60"/>
            <p:cNvSpPr/>
            <p:nvPr/>
          </p:nvSpPr>
          <p:spPr>
            <a:xfrm>
              <a:off x="4268875" y="3730950"/>
              <a:ext cx="17175" cy="17650"/>
            </a:xfrm>
            <a:custGeom>
              <a:rect b="b" l="l" r="r" t="t"/>
              <a:pathLst>
                <a:path extrusionOk="0" h="706" w="687">
                  <a:moveTo>
                    <a:pt x="339" y="1"/>
                  </a:moveTo>
                  <a:cubicBezTo>
                    <a:pt x="339" y="1"/>
                    <a:pt x="330" y="357"/>
                    <a:pt x="0" y="357"/>
                  </a:cubicBezTo>
                  <a:cubicBezTo>
                    <a:pt x="330" y="357"/>
                    <a:pt x="339" y="705"/>
                    <a:pt x="339" y="705"/>
                  </a:cubicBezTo>
                  <a:cubicBezTo>
                    <a:pt x="339" y="705"/>
                    <a:pt x="348" y="357"/>
                    <a:pt x="687" y="357"/>
                  </a:cubicBezTo>
                  <a:cubicBezTo>
                    <a:pt x="348" y="357"/>
                    <a:pt x="339" y="1"/>
                    <a:pt x="339" y="1"/>
                  </a:cubicBezTo>
                  <a:close/>
                </a:path>
              </a:pathLst>
            </a:custGeom>
            <a:solidFill>
              <a:srgbClr val="53419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5" name="Google Shape;785;p60"/>
            <p:cNvSpPr/>
            <p:nvPr/>
          </p:nvSpPr>
          <p:spPr>
            <a:xfrm>
              <a:off x="3055825" y="3509525"/>
              <a:ext cx="66050" cy="121750"/>
            </a:xfrm>
            <a:custGeom>
              <a:rect b="b" l="l" r="r" t="t"/>
              <a:pathLst>
                <a:path extrusionOk="0" h="4870" w="2642">
                  <a:moveTo>
                    <a:pt x="2561" y="1"/>
                  </a:moveTo>
                  <a:cubicBezTo>
                    <a:pt x="2391" y="1"/>
                    <a:pt x="2228" y="96"/>
                    <a:pt x="2150" y="258"/>
                  </a:cubicBezTo>
                  <a:lnTo>
                    <a:pt x="0" y="4870"/>
                  </a:lnTo>
                  <a:cubicBezTo>
                    <a:pt x="66" y="4846"/>
                    <a:pt x="135" y="4835"/>
                    <a:pt x="203" y="4835"/>
                  </a:cubicBezTo>
                  <a:cubicBezTo>
                    <a:pt x="264" y="4835"/>
                    <a:pt x="325" y="4844"/>
                    <a:pt x="384" y="4861"/>
                  </a:cubicBezTo>
                  <a:lnTo>
                    <a:pt x="2641" y="8"/>
                  </a:lnTo>
                  <a:cubicBezTo>
                    <a:pt x="2614" y="3"/>
                    <a:pt x="2587" y="1"/>
                    <a:pt x="2561" y="1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6" name="Google Shape;786;p60"/>
            <p:cNvSpPr/>
            <p:nvPr/>
          </p:nvSpPr>
          <p:spPr>
            <a:xfrm>
              <a:off x="3048025" y="3635975"/>
              <a:ext cx="117775" cy="68250"/>
            </a:xfrm>
            <a:custGeom>
              <a:rect b="b" l="l" r="r" t="t"/>
              <a:pathLst>
                <a:path extrusionOk="0" h="2730" w="4711">
                  <a:moveTo>
                    <a:pt x="515" y="0"/>
                  </a:moveTo>
                  <a:cubicBezTo>
                    <a:pt x="347" y="0"/>
                    <a:pt x="185" y="96"/>
                    <a:pt x="107" y="258"/>
                  </a:cubicBezTo>
                  <a:cubicBezTo>
                    <a:pt x="0" y="490"/>
                    <a:pt x="98" y="758"/>
                    <a:pt x="321" y="865"/>
                  </a:cubicBezTo>
                  <a:lnTo>
                    <a:pt x="4336" y="2729"/>
                  </a:lnTo>
                  <a:cubicBezTo>
                    <a:pt x="4282" y="2568"/>
                    <a:pt x="4291" y="2399"/>
                    <a:pt x="4363" y="2247"/>
                  </a:cubicBezTo>
                  <a:cubicBezTo>
                    <a:pt x="4443" y="2087"/>
                    <a:pt x="4568" y="1971"/>
                    <a:pt x="4711" y="1908"/>
                  </a:cubicBezTo>
                  <a:lnTo>
                    <a:pt x="705" y="44"/>
                  </a:lnTo>
                  <a:cubicBezTo>
                    <a:pt x="644" y="14"/>
                    <a:pt x="579" y="0"/>
                    <a:pt x="515" y="0"/>
                  </a:cubicBezTo>
                  <a:close/>
                </a:path>
              </a:pathLst>
            </a:custGeom>
            <a:solidFill>
              <a:srgbClr val="99761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7" name="Google Shape;787;p60"/>
            <p:cNvSpPr/>
            <p:nvPr/>
          </p:nvSpPr>
          <p:spPr>
            <a:xfrm>
              <a:off x="3070550" y="3511725"/>
              <a:ext cx="163050" cy="171075"/>
            </a:xfrm>
            <a:custGeom>
              <a:rect b="b" l="l" r="r" t="t"/>
              <a:pathLst>
                <a:path extrusionOk="0" h="6843" w="6522">
                  <a:moveTo>
                    <a:pt x="2257" y="0"/>
                  </a:moveTo>
                  <a:lnTo>
                    <a:pt x="0" y="4853"/>
                  </a:lnTo>
                  <a:lnTo>
                    <a:pt x="4265" y="6843"/>
                  </a:lnTo>
                  <a:lnTo>
                    <a:pt x="6522" y="1981"/>
                  </a:lnTo>
                  <a:lnTo>
                    <a:pt x="2257" y="0"/>
                  </a:ln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8" name="Google Shape;788;p60"/>
            <p:cNvSpPr/>
            <p:nvPr/>
          </p:nvSpPr>
          <p:spPr>
            <a:xfrm>
              <a:off x="3177600" y="3625200"/>
              <a:ext cx="378500" cy="115150"/>
            </a:xfrm>
            <a:custGeom>
              <a:rect b="b" l="l" r="r" t="t"/>
              <a:pathLst>
                <a:path extrusionOk="0" h="4606" w="15140">
                  <a:moveTo>
                    <a:pt x="13513" y="1"/>
                  </a:moveTo>
                  <a:cubicBezTo>
                    <a:pt x="13372" y="1"/>
                    <a:pt x="13229" y="21"/>
                    <a:pt x="13088" y="64"/>
                  </a:cubicBezTo>
                  <a:lnTo>
                    <a:pt x="7985" y="1661"/>
                  </a:lnTo>
                  <a:lnTo>
                    <a:pt x="1945" y="172"/>
                  </a:lnTo>
                  <a:cubicBezTo>
                    <a:pt x="1830" y="144"/>
                    <a:pt x="1716" y="131"/>
                    <a:pt x="1602" y="131"/>
                  </a:cubicBezTo>
                  <a:cubicBezTo>
                    <a:pt x="950" y="131"/>
                    <a:pt x="355" y="572"/>
                    <a:pt x="188" y="1233"/>
                  </a:cubicBezTo>
                  <a:cubicBezTo>
                    <a:pt x="0" y="2009"/>
                    <a:pt x="473" y="2794"/>
                    <a:pt x="1249" y="2982"/>
                  </a:cubicBezTo>
                  <a:lnTo>
                    <a:pt x="7690" y="4570"/>
                  </a:lnTo>
                  <a:cubicBezTo>
                    <a:pt x="7797" y="4596"/>
                    <a:pt x="7913" y="4605"/>
                    <a:pt x="8029" y="4605"/>
                  </a:cubicBezTo>
                  <a:cubicBezTo>
                    <a:pt x="8181" y="4605"/>
                    <a:pt x="8324" y="4587"/>
                    <a:pt x="8466" y="4543"/>
                  </a:cubicBezTo>
                  <a:lnTo>
                    <a:pt x="13944" y="2830"/>
                  </a:lnTo>
                  <a:cubicBezTo>
                    <a:pt x="14711" y="2589"/>
                    <a:pt x="15139" y="1777"/>
                    <a:pt x="14899" y="1019"/>
                  </a:cubicBezTo>
                  <a:cubicBezTo>
                    <a:pt x="14702" y="395"/>
                    <a:pt x="14128" y="1"/>
                    <a:pt x="13513" y="1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9" name="Google Shape;789;p60"/>
            <p:cNvSpPr/>
            <p:nvPr/>
          </p:nvSpPr>
          <p:spPr>
            <a:xfrm>
              <a:off x="3043325" y="3770350"/>
              <a:ext cx="644575" cy="337550"/>
            </a:xfrm>
            <a:custGeom>
              <a:rect b="b" l="l" r="r" t="t"/>
              <a:pathLst>
                <a:path extrusionOk="0" h="13502" w="25783">
                  <a:moveTo>
                    <a:pt x="11695" y="0"/>
                  </a:moveTo>
                  <a:cubicBezTo>
                    <a:pt x="11072" y="0"/>
                    <a:pt x="10473" y="248"/>
                    <a:pt x="10037" y="699"/>
                  </a:cubicBezTo>
                  <a:lnTo>
                    <a:pt x="4488" y="6436"/>
                  </a:lnTo>
                  <a:lnTo>
                    <a:pt x="1517" y="8077"/>
                  </a:lnTo>
                  <a:cubicBezTo>
                    <a:pt x="402" y="8693"/>
                    <a:pt x="1" y="10093"/>
                    <a:pt x="616" y="11208"/>
                  </a:cubicBezTo>
                  <a:cubicBezTo>
                    <a:pt x="670" y="11315"/>
                    <a:pt x="732" y="11414"/>
                    <a:pt x="804" y="11503"/>
                  </a:cubicBezTo>
                  <a:cubicBezTo>
                    <a:pt x="875" y="12002"/>
                    <a:pt x="1098" y="12475"/>
                    <a:pt x="1491" y="12850"/>
                  </a:cubicBezTo>
                  <a:cubicBezTo>
                    <a:pt x="1937" y="13287"/>
                    <a:pt x="2517" y="13501"/>
                    <a:pt x="3097" y="13501"/>
                  </a:cubicBezTo>
                  <a:cubicBezTo>
                    <a:pt x="3694" y="13501"/>
                    <a:pt x="4301" y="13269"/>
                    <a:pt x="4756" y="12796"/>
                  </a:cubicBezTo>
                  <a:lnTo>
                    <a:pt x="7325" y="10147"/>
                  </a:lnTo>
                  <a:lnTo>
                    <a:pt x="14453" y="6204"/>
                  </a:lnTo>
                  <a:lnTo>
                    <a:pt x="20930" y="6213"/>
                  </a:lnTo>
                  <a:lnTo>
                    <a:pt x="23401" y="6213"/>
                  </a:lnTo>
                  <a:cubicBezTo>
                    <a:pt x="24614" y="6213"/>
                    <a:pt x="25622" y="5276"/>
                    <a:pt x="25702" y="4063"/>
                  </a:cubicBezTo>
                  <a:cubicBezTo>
                    <a:pt x="25783" y="2849"/>
                    <a:pt x="24917" y="1779"/>
                    <a:pt x="23713" y="1618"/>
                  </a:cubicBezTo>
                  <a:lnTo>
                    <a:pt x="12009" y="21"/>
                  </a:lnTo>
                  <a:cubicBezTo>
                    <a:pt x="11904" y="7"/>
                    <a:pt x="11799" y="0"/>
                    <a:pt x="11695" y="0"/>
                  </a:cubicBezTo>
                  <a:close/>
                </a:path>
              </a:pathLst>
            </a:custGeom>
            <a:solidFill>
              <a:srgbClr val="FFD1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0" name="Google Shape;790;p60"/>
            <p:cNvSpPr/>
            <p:nvPr/>
          </p:nvSpPr>
          <p:spPr>
            <a:xfrm>
              <a:off x="3509900" y="3624800"/>
              <a:ext cx="165950" cy="164375"/>
            </a:xfrm>
            <a:custGeom>
              <a:rect b="b" l="l" r="r" t="t"/>
              <a:pathLst>
                <a:path extrusionOk="0" h="6575" w="6638">
                  <a:moveTo>
                    <a:pt x="1" y="0"/>
                  </a:moveTo>
                  <a:lnTo>
                    <a:pt x="1018" y="5540"/>
                  </a:lnTo>
                  <a:cubicBezTo>
                    <a:pt x="1107" y="6147"/>
                    <a:pt x="1482" y="6575"/>
                    <a:pt x="2053" y="6575"/>
                  </a:cubicBezTo>
                  <a:lnTo>
                    <a:pt x="5603" y="6575"/>
                  </a:lnTo>
                  <a:cubicBezTo>
                    <a:pt x="6174" y="6575"/>
                    <a:pt x="6638" y="6111"/>
                    <a:pt x="6638" y="5540"/>
                  </a:cubicBezTo>
                  <a:lnTo>
                    <a:pt x="5871" y="1347"/>
                  </a:lnTo>
                  <a:cubicBezTo>
                    <a:pt x="5728" y="571"/>
                    <a:pt x="5050" y="0"/>
                    <a:pt x="4256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1" name="Google Shape;791;p60"/>
            <p:cNvSpPr/>
            <p:nvPr/>
          </p:nvSpPr>
          <p:spPr>
            <a:xfrm>
              <a:off x="2919100" y="3953975"/>
              <a:ext cx="215250" cy="176875"/>
            </a:xfrm>
            <a:custGeom>
              <a:rect b="b" l="l" r="r" t="t"/>
              <a:pathLst>
                <a:path extrusionOk="0" h="7075" w="8610">
                  <a:moveTo>
                    <a:pt x="1" y="1"/>
                  </a:moveTo>
                  <a:lnTo>
                    <a:pt x="3989" y="7075"/>
                  </a:lnTo>
                  <a:lnTo>
                    <a:pt x="8610" y="4773"/>
                  </a:lnTo>
                  <a:lnTo>
                    <a:pt x="7298" y="224"/>
                  </a:lnTo>
                  <a:cubicBezTo>
                    <a:pt x="6154" y="790"/>
                    <a:pt x="5021" y="986"/>
                    <a:pt x="4002" y="986"/>
                  </a:cubicBezTo>
                  <a:cubicBezTo>
                    <a:pt x="1716" y="986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2" name="Google Shape;792;p60"/>
            <p:cNvSpPr/>
            <p:nvPr/>
          </p:nvSpPr>
          <p:spPr>
            <a:xfrm>
              <a:off x="2914650" y="3949525"/>
              <a:ext cx="221925" cy="183575"/>
            </a:xfrm>
            <a:custGeom>
              <a:rect b="b" l="l" r="r" t="t"/>
              <a:pathLst>
                <a:path extrusionOk="0" h="7343" w="8877">
                  <a:moveTo>
                    <a:pt x="357" y="348"/>
                  </a:moveTo>
                  <a:lnTo>
                    <a:pt x="357" y="348"/>
                  </a:lnTo>
                  <a:cubicBezTo>
                    <a:pt x="881" y="601"/>
                    <a:pt x="2354" y="1225"/>
                    <a:pt x="4183" y="1225"/>
                  </a:cubicBezTo>
                  <a:cubicBezTo>
                    <a:pt x="5191" y="1225"/>
                    <a:pt x="6307" y="1036"/>
                    <a:pt x="7432" y="491"/>
                  </a:cubicBezTo>
                  <a:lnTo>
                    <a:pt x="8707" y="4916"/>
                  </a:lnTo>
                  <a:lnTo>
                    <a:pt x="4193" y="7164"/>
                  </a:lnTo>
                  <a:lnTo>
                    <a:pt x="357" y="348"/>
                  </a:lnTo>
                  <a:close/>
                  <a:moveTo>
                    <a:pt x="0" y="0"/>
                  </a:moveTo>
                  <a:lnTo>
                    <a:pt x="4140" y="7342"/>
                  </a:lnTo>
                  <a:lnTo>
                    <a:pt x="8877" y="4987"/>
                  </a:lnTo>
                  <a:lnTo>
                    <a:pt x="7512" y="295"/>
                  </a:lnTo>
                  <a:lnTo>
                    <a:pt x="7441" y="339"/>
                  </a:lnTo>
                  <a:cubicBezTo>
                    <a:pt x="6314" y="898"/>
                    <a:pt x="5194" y="1092"/>
                    <a:pt x="4184" y="1092"/>
                  </a:cubicBezTo>
                  <a:cubicBezTo>
                    <a:pt x="1940" y="1092"/>
                    <a:pt x="239" y="137"/>
                    <a:pt x="215" y="125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16161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3" name="Google Shape;793;p60"/>
            <p:cNvSpPr/>
            <p:nvPr/>
          </p:nvSpPr>
          <p:spPr>
            <a:xfrm>
              <a:off x="3189650" y="3825525"/>
              <a:ext cx="403250" cy="238200"/>
            </a:xfrm>
            <a:custGeom>
              <a:rect b="b" l="l" r="r" t="t"/>
              <a:pathLst>
                <a:path extrusionOk="0" h="9528" w="16130">
                  <a:moveTo>
                    <a:pt x="8564" y="0"/>
                  </a:moveTo>
                  <a:lnTo>
                    <a:pt x="0" y="9394"/>
                  </a:lnTo>
                  <a:lnTo>
                    <a:pt x="152" y="9528"/>
                  </a:lnTo>
                  <a:lnTo>
                    <a:pt x="8654" y="205"/>
                  </a:lnTo>
                  <a:lnTo>
                    <a:pt x="16129" y="205"/>
                  </a:lnTo>
                  <a:lnTo>
                    <a:pt x="1612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4" name="Google Shape;794;p60"/>
            <p:cNvSpPr/>
            <p:nvPr/>
          </p:nvSpPr>
          <p:spPr>
            <a:xfrm>
              <a:off x="3616300" y="3669625"/>
              <a:ext cx="45075" cy="121350"/>
            </a:xfrm>
            <a:custGeom>
              <a:rect b="b" l="l" r="r" t="t"/>
              <a:pathLst>
                <a:path extrusionOk="0" h="4854" w="1803">
                  <a:moveTo>
                    <a:pt x="1606" y="0"/>
                  </a:moveTo>
                  <a:lnTo>
                    <a:pt x="0" y="4782"/>
                  </a:lnTo>
                  <a:lnTo>
                    <a:pt x="196" y="4853"/>
                  </a:lnTo>
                  <a:lnTo>
                    <a:pt x="1802" y="63"/>
                  </a:lnTo>
                  <a:lnTo>
                    <a:pt x="160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5" name="Google Shape;795;p60"/>
            <p:cNvSpPr/>
            <p:nvPr/>
          </p:nvSpPr>
          <p:spPr>
            <a:xfrm>
              <a:off x="3337500" y="3634175"/>
              <a:ext cx="317175" cy="229950"/>
            </a:xfrm>
            <a:custGeom>
              <a:rect b="b" l="l" r="r" t="t"/>
              <a:pathLst>
                <a:path extrusionOk="0" h="9198" w="12687">
                  <a:moveTo>
                    <a:pt x="11076" y="0"/>
                  </a:moveTo>
                  <a:cubicBezTo>
                    <a:pt x="10457" y="0"/>
                    <a:pt x="9879" y="405"/>
                    <a:pt x="9689" y="1026"/>
                  </a:cubicBezTo>
                  <a:lnTo>
                    <a:pt x="8208" y="5861"/>
                  </a:lnTo>
                  <a:lnTo>
                    <a:pt x="2142" y="3604"/>
                  </a:lnTo>
                  <a:cubicBezTo>
                    <a:pt x="1977" y="3543"/>
                    <a:pt x="1808" y="3514"/>
                    <a:pt x="1642" y="3514"/>
                  </a:cubicBezTo>
                  <a:cubicBezTo>
                    <a:pt x="1053" y="3514"/>
                    <a:pt x="500" y="3876"/>
                    <a:pt x="277" y="4460"/>
                  </a:cubicBezTo>
                  <a:cubicBezTo>
                    <a:pt x="1" y="5210"/>
                    <a:pt x="384" y="6039"/>
                    <a:pt x="1134" y="6325"/>
                  </a:cubicBezTo>
                  <a:lnTo>
                    <a:pt x="8636" y="9108"/>
                  </a:lnTo>
                  <a:cubicBezTo>
                    <a:pt x="8806" y="9171"/>
                    <a:pt x="8975" y="9197"/>
                    <a:pt x="9145" y="9197"/>
                  </a:cubicBezTo>
                  <a:cubicBezTo>
                    <a:pt x="9368" y="9197"/>
                    <a:pt x="9582" y="9153"/>
                    <a:pt x="9787" y="9055"/>
                  </a:cubicBezTo>
                  <a:cubicBezTo>
                    <a:pt x="10144" y="8876"/>
                    <a:pt x="10412" y="8555"/>
                    <a:pt x="10528" y="8180"/>
                  </a:cubicBezTo>
                  <a:lnTo>
                    <a:pt x="12455" y="1873"/>
                  </a:lnTo>
                  <a:cubicBezTo>
                    <a:pt x="12686" y="1106"/>
                    <a:pt x="12258" y="303"/>
                    <a:pt x="11491" y="62"/>
                  </a:cubicBezTo>
                  <a:cubicBezTo>
                    <a:pt x="11353" y="20"/>
                    <a:pt x="11213" y="0"/>
                    <a:pt x="11076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6" name="Google Shape;796;p60"/>
            <p:cNvSpPr/>
            <p:nvPr/>
          </p:nvSpPr>
          <p:spPr>
            <a:xfrm>
              <a:off x="3196550" y="3711425"/>
              <a:ext cx="199200" cy="84900"/>
            </a:xfrm>
            <a:custGeom>
              <a:rect b="b" l="l" r="r" t="t"/>
              <a:pathLst>
                <a:path extrusionOk="0" h="3396" w="7968">
                  <a:moveTo>
                    <a:pt x="5337" y="0"/>
                  </a:moveTo>
                  <a:cubicBezTo>
                    <a:pt x="4554" y="0"/>
                    <a:pt x="3656" y="148"/>
                    <a:pt x="2731" y="594"/>
                  </a:cubicBezTo>
                  <a:cubicBezTo>
                    <a:pt x="1" y="1915"/>
                    <a:pt x="4907" y="2414"/>
                    <a:pt x="7200" y="3395"/>
                  </a:cubicBezTo>
                  <a:lnTo>
                    <a:pt x="7967" y="567"/>
                  </a:lnTo>
                  <a:cubicBezTo>
                    <a:pt x="7967" y="567"/>
                    <a:pt x="6872" y="0"/>
                    <a:pt x="5337" y="0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7" name="Google Shape;797;p60"/>
            <p:cNvSpPr/>
            <p:nvPr/>
          </p:nvSpPr>
          <p:spPr>
            <a:xfrm>
              <a:off x="3241825" y="3699550"/>
              <a:ext cx="95925" cy="28975"/>
            </a:xfrm>
            <a:custGeom>
              <a:rect b="b" l="l" r="r" t="t"/>
              <a:pathLst>
                <a:path extrusionOk="0" h="1159" w="3837">
                  <a:moveTo>
                    <a:pt x="631" y="0"/>
                  </a:moveTo>
                  <a:cubicBezTo>
                    <a:pt x="1" y="0"/>
                    <a:pt x="468" y="1062"/>
                    <a:pt x="2873" y="1158"/>
                  </a:cubicBezTo>
                  <a:lnTo>
                    <a:pt x="3837" y="498"/>
                  </a:lnTo>
                  <a:cubicBezTo>
                    <a:pt x="3837" y="498"/>
                    <a:pt x="1696" y="284"/>
                    <a:pt x="884" y="43"/>
                  </a:cubicBezTo>
                  <a:cubicBezTo>
                    <a:pt x="786" y="14"/>
                    <a:pt x="702" y="0"/>
                    <a:pt x="631" y="0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8" name="Google Shape;798;p60"/>
            <p:cNvSpPr/>
            <p:nvPr/>
          </p:nvSpPr>
          <p:spPr>
            <a:xfrm>
              <a:off x="3240725" y="3734425"/>
              <a:ext cx="78975" cy="10375"/>
            </a:xfrm>
            <a:custGeom>
              <a:rect b="b" l="l" r="r" t="t"/>
              <a:pathLst>
                <a:path extrusionOk="0" h="415" w="3159">
                  <a:moveTo>
                    <a:pt x="2191" y="1"/>
                  </a:moveTo>
                  <a:cubicBezTo>
                    <a:pt x="979" y="1"/>
                    <a:pt x="14" y="211"/>
                    <a:pt x="0" y="218"/>
                  </a:cubicBezTo>
                  <a:lnTo>
                    <a:pt x="45" y="415"/>
                  </a:lnTo>
                  <a:cubicBezTo>
                    <a:pt x="59" y="415"/>
                    <a:pt x="1015" y="209"/>
                    <a:pt x="2206" y="209"/>
                  </a:cubicBezTo>
                  <a:cubicBezTo>
                    <a:pt x="2503" y="209"/>
                    <a:pt x="2816" y="222"/>
                    <a:pt x="3131" y="254"/>
                  </a:cubicBezTo>
                  <a:lnTo>
                    <a:pt x="3158" y="49"/>
                  </a:lnTo>
                  <a:cubicBezTo>
                    <a:pt x="2827" y="14"/>
                    <a:pt x="2501" y="1"/>
                    <a:pt x="219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9" name="Google Shape;799;p60"/>
            <p:cNvSpPr/>
            <p:nvPr/>
          </p:nvSpPr>
          <p:spPr>
            <a:xfrm>
              <a:off x="3257675" y="3716225"/>
              <a:ext cx="61800" cy="10725"/>
            </a:xfrm>
            <a:custGeom>
              <a:rect b="b" l="l" r="r" t="t"/>
              <a:pathLst>
                <a:path extrusionOk="0" h="429" w="2472">
                  <a:moveTo>
                    <a:pt x="2402" y="1"/>
                  </a:moveTo>
                  <a:cubicBezTo>
                    <a:pt x="1203" y="1"/>
                    <a:pt x="9" y="224"/>
                    <a:pt x="0" y="224"/>
                  </a:cubicBezTo>
                  <a:lnTo>
                    <a:pt x="36" y="429"/>
                  </a:lnTo>
                  <a:cubicBezTo>
                    <a:pt x="44" y="421"/>
                    <a:pt x="1137" y="213"/>
                    <a:pt x="2267" y="213"/>
                  </a:cubicBezTo>
                  <a:cubicBezTo>
                    <a:pt x="2332" y="213"/>
                    <a:pt x="2397" y="213"/>
                    <a:pt x="2462" y="215"/>
                  </a:cubicBezTo>
                  <a:lnTo>
                    <a:pt x="2471" y="1"/>
                  </a:lnTo>
                  <a:cubicBezTo>
                    <a:pt x="2448" y="1"/>
                    <a:pt x="2425" y="1"/>
                    <a:pt x="240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0" name="Google Shape;800;p60"/>
            <p:cNvSpPr/>
            <p:nvPr/>
          </p:nvSpPr>
          <p:spPr>
            <a:xfrm>
              <a:off x="3415800" y="3623225"/>
              <a:ext cx="184675" cy="157700"/>
            </a:xfrm>
            <a:custGeom>
              <a:rect b="b" l="l" r="r" t="t"/>
              <a:pathLst>
                <a:path extrusionOk="0" h="6308" w="7387">
                  <a:moveTo>
                    <a:pt x="7190" y="1"/>
                  </a:moveTo>
                  <a:lnTo>
                    <a:pt x="5058" y="6040"/>
                  </a:lnTo>
                  <a:lnTo>
                    <a:pt x="71" y="4336"/>
                  </a:lnTo>
                  <a:lnTo>
                    <a:pt x="0" y="4533"/>
                  </a:lnTo>
                  <a:lnTo>
                    <a:pt x="5183" y="6308"/>
                  </a:lnTo>
                  <a:lnTo>
                    <a:pt x="7387" y="63"/>
                  </a:lnTo>
                  <a:lnTo>
                    <a:pt x="7190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1" name="Google Shape;801;p60"/>
            <p:cNvSpPr/>
            <p:nvPr/>
          </p:nvSpPr>
          <p:spPr>
            <a:xfrm>
              <a:off x="2966625" y="3968475"/>
              <a:ext cx="224825" cy="162600"/>
            </a:xfrm>
            <a:custGeom>
              <a:rect b="b" l="l" r="r" t="t"/>
              <a:pathLst>
                <a:path extrusionOk="0" h="6504" w="8993">
                  <a:moveTo>
                    <a:pt x="6147" y="0"/>
                  </a:moveTo>
                  <a:cubicBezTo>
                    <a:pt x="4709" y="1547"/>
                    <a:pt x="2159" y="1764"/>
                    <a:pt x="841" y="1764"/>
                  </a:cubicBezTo>
                  <a:cubicBezTo>
                    <a:pt x="327" y="1764"/>
                    <a:pt x="0" y="1731"/>
                    <a:pt x="0" y="1731"/>
                  </a:cubicBezTo>
                  <a:lnTo>
                    <a:pt x="0" y="1731"/>
                  </a:lnTo>
                  <a:lnTo>
                    <a:pt x="6450" y="6504"/>
                  </a:lnTo>
                  <a:lnTo>
                    <a:pt x="8992" y="3747"/>
                  </a:lnTo>
                  <a:lnTo>
                    <a:pt x="614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2" name="Google Shape;802;p60"/>
            <p:cNvSpPr/>
            <p:nvPr/>
          </p:nvSpPr>
          <p:spPr>
            <a:xfrm>
              <a:off x="2960600" y="3965800"/>
              <a:ext cx="233075" cy="167525"/>
            </a:xfrm>
            <a:custGeom>
              <a:rect b="b" l="l" r="r" t="t"/>
              <a:pathLst>
                <a:path extrusionOk="0" h="6701" w="9323">
                  <a:moveTo>
                    <a:pt x="6379" y="214"/>
                  </a:moveTo>
                  <a:lnTo>
                    <a:pt x="9144" y="3845"/>
                  </a:lnTo>
                  <a:lnTo>
                    <a:pt x="6682" y="6513"/>
                  </a:lnTo>
                  <a:lnTo>
                    <a:pt x="473" y="1927"/>
                  </a:lnTo>
                  <a:lnTo>
                    <a:pt x="473" y="1927"/>
                  </a:lnTo>
                  <a:cubicBezTo>
                    <a:pt x="610" y="1934"/>
                    <a:pt x="801" y="1941"/>
                    <a:pt x="1033" y="1941"/>
                  </a:cubicBezTo>
                  <a:cubicBezTo>
                    <a:pt x="2332" y="1941"/>
                    <a:pt x="4911" y="1736"/>
                    <a:pt x="6379" y="214"/>
                  </a:cubicBezTo>
                  <a:close/>
                  <a:moveTo>
                    <a:pt x="6397" y="0"/>
                  </a:moveTo>
                  <a:lnTo>
                    <a:pt x="6334" y="63"/>
                  </a:lnTo>
                  <a:cubicBezTo>
                    <a:pt x="4922" y="1585"/>
                    <a:pt x="2372" y="1800"/>
                    <a:pt x="1067" y="1800"/>
                  </a:cubicBezTo>
                  <a:cubicBezTo>
                    <a:pt x="575" y="1800"/>
                    <a:pt x="260" y="1769"/>
                    <a:pt x="250" y="1767"/>
                  </a:cubicBezTo>
                  <a:lnTo>
                    <a:pt x="0" y="1740"/>
                  </a:lnTo>
                  <a:lnTo>
                    <a:pt x="6700" y="6700"/>
                  </a:lnTo>
                  <a:lnTo>
                    <a:pt x="9323" y="3854"/>
                  </a:lnTo>
                  <a:lnTo>
                    <a:pt x="6397" y="0"/>
                  </a:lnTo>
                  <a:close/>
                </a:path>
              </a:pathLst>
            </a:custGeom>
            <a:solidFill>
              <a:srgbClr val="16161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3" name="Google Shape;803;p60"/>
            <p:cNvSpPr/>
            <p:nvPr/>
          </p:nvSpPr>
          <p:spPr>
            <a:xfrm>
              <a:off x="3515700" y="3670075"/>
              <a:ext cx="23000" cy="104850"/>
            </a:xfrm>
            <a:custGeom>
              <a:rect b="b" l="l" r="r" t="t"/>
              <a:pathLst>
                <a:path extrusionOk="0" h="4194" w="920">
                  <a:moveTo>
                    <a:pt x="206" y="0"/>
                  </a:moveTo>
                  <a:lnTo>
                    <a:pt x="1" y="36"/>
                  </a:lnTo>
                  <a:lnTo>
                    <a:pt x="714" y="4193"/>
                  </a:lnTo>
                  <a:lnTo>
                    <a:pt x="920" y="4157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4" name="Google Shape;804;p60"/>
            <p:cNvSpPr/>
            <p:nvPr/>
          </p:nvSpPr>
          <p:spPr>
            <a:xfrm>
              <a:off x="3177600" y="3613650"/>
              <a:ext cx="55550" cy="88550"/>
            </a:xfrm>
            <a:custGeom>
              <a:rect b="b" l="l" r="r" t="t"/>
              <a:pathLst>
                <a:path extrusionOk="0" h="3542" w="2222">
                  <a:moveTo>
                    <a:pt x="1330" y="0"/>
                  </a:moveTo>
                  <a:lnTo>
                    <a:pt x="0" y="2578"/>
                  </a:lnTo>
                  <a:cubicBezTo>
                    <a:pt x="0" y="2578"/>
                    <a:pt x="134" y="2980"/>
                    <a:pt x="553" y="3212"/>
                  </a:cubicBezTo>
                  <a:cubicBezTo>
                    <a:pt x="759" y="3328"/>
                    <a:pt x="1419" y="3542"/>
                    <a:pt x="1419" y="3542"/>
                  </a:cubicBezTo>
                  <a:lnTo>
                    <a:pt x="2222" y="598"/>
                  </a:lnTo>
                  <a:lnTo>
                    <a:pt x="1330" y="0"/>
                  </a:ln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5" name="Google Shape;805;p60"/>
            <p:cNvSpPr/>
            <p:nvPr/>
          </p:nvSpPr>
          <p:spPr>
            <a:xfrm>
              <a:off x="3177600" y="3606500"/>
              <a:ext cx="12725" cy="19650"/>
            </a:xfrm>
            <a:custGeom>
              <a:rect b="b" l="l" r="r" t="t"/>
              <a:pathLst>
                <a:path extrusionOk="0" h="786" w="509">
                  <a:moveTo>
                    <a:pt x="0" y="1"/>
                  </a:moveTo>
                  <a:lnTo>
                    <a:pt x="0" y="1"/>
                  </a:lnTo>
                  <a:cubicBezTo>
                    <a:pt x="90" y="277"/>
                    <a:pt x="250" y="527"/>
                    <a:pt x="455" y="732"/>
                  </a:cubicBezTo>
                  <a:cubicBezTo>
                    <a:pt x="473" y="750"/>
                    <a:pt x="491" y="768"/>
                    <a:pt x="509" y="786"/>
                  </a:cubicBezTo>
                  <a:cubicBezTo>
                    <a:pt x="339" y="572"/>
                    <a:pt x="206" y="322"/>
                    <a:pt x="143" y="45"/>
                  </a:cubicBezTo>
                  <a:cubicBezTo>
                    <a:pt x="99" y="27"/>
                    <a:pt x="54" y="10"/>
                    <a:pt x="0" y="1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6" name="Google Shape;806;p60"/>
            <p:cNvSpPr/>
            <p:nvPr/>
          </p:nvSpPr>
          <p:spPr>
            <a:xfrm>
              <a:off x="3181175" y="3607625"/>
              <a:ext cx="43725" cy="30350"/>
            </a:xfrm>
            <a:custGeom>
              <a:rect b="b" l="l" r="r" t="t"/>
              <a:pathLst>
                <a:path extrusionOk="0" h="1214" w="1749">
                  <a:moveTo>
                    <a:pt x="0" y="0"/>
                  </a:moveTo>
                  <a:cubicBezTo>
                    <a:pt x="63" y="277"/>
                    <a:pt x="196" y="527"/>
                    <a:pt x="366" y="741"/>
                  </a:cubicBezTo>
                  <a:cubicBezTo>
                    <a:pt x="598" y="955"/>
                    <a:pt x="883" y="1115"/>
                    <a:pt x="1178" y="1214"/>
                  </a:cubicBezTo>
                  <a:cubicBezTo>
                    <a:pt x="1365" y="1008"/>
                    <a:pt x="1561" y="794"/>
                    <a:pt x="1749" y="589"/>
                  </a:cubicBezTo>
                  <a:cubicBezTo>
                    <a:pt x="1142" y="437"/>
                    <a:pt x="553" y="232"/>
                    <a:pt x="0" y="0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7" name="Google Shape;807;p60"/>
            <p:cNvSpPr/>
            <p:nvPr/>
          </p:nvSpPr>
          <p:spPr>
            <a:xfrm>
              <a:off x="3175375" y="3589550"/>
              <a:ext cx="5825" cy="18100"/>
            </a:xfrm>
            <a:custGeom>
              <a:rect b="b" l="l" r="r" t="t"/>
              <a:pathLst>
                <a:path extrusionOk="0" h="724" w="233">
                  <a:moveTo>
                    <a:pt x="36" y="1"/>
                  </a:moveTo>
                  <a:cubicBezTo>
                    <a:pt x="0" y="233"/>
                    <a:pt x="18" y="465"/>
                    <a:pt x="89" y="679"/>
                  </a:cubicBezTo>
                  <a:cubicBezTo>
                    <a:pt x="143" y="688"/>
                    <a:pt x="188" y="705"/>
                    <a:pt x="232" y="723"/>
                  </a:cubicBezTo>
                  <a:cubicBezTo>
                    <a:pt x="152" y="509"/>
                    <a:pt x="116" y="277"/>
                    <a:pt x="143" y="54"/>
                  </a:cubicBezTo>
                  <a:cubicBezTo>
                    <a:pt x="107" y="27"/>
                    <a:pt x="72" y="1"/>
                    <a:pt x="36" y="1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8" name="Google Shape;808;p60"/>
            <p:cNvSpPr/>
            <p:nvPr/>
          </p:nvSpPr>
          <p:spPr>
            <a:xfrm>
              <a:off x="3178275" y="3590900"/>
              <a:ext cx="46625" cy="31475"/>
            </a:xfrm>
            <a:custGeom>
              <a:rect b="b" l="l" r="r" t="t"/>
              <a:pathLst>
                <a:path extrusionOk="0" h="1259" w="1865">
                  <a:moveTo>
                    <a:pt x="27" y="0"/>
                  </a:moveTo>
                  <a:lnTo>
                    <a:pt x="27" y="0"/>
                  </a:lnTo>
                  <a:cubicBezTo>
                    <a:pt x="0" y="223"/>
                    <a:pt x="36" y="455"/>
                    <a:pt x="116" y="669"/>
                  </a:cubicBezTo>
                  <a:cubicBezTo>
                    <a:pt x="669" y="901"/>
                    <a:pt x="1258" y="1106"/>
                    <a:pt x="1865" y="1258"/>
                  </a:cubicBezTo>
                  <a:cubicBezTo>
                    <a:pt x="1677" y="1133"/>
                    <a:pt x="1490" y="1008"/>
                    <a:pt x="1303" y="874"/>
                  </a:cubicBezTo>
                  <a:cubicBezTo>
                    <a:pt x="857" y="607"/>
                    <a:pt x="428" y="312"/>
                    <a:pt x="27" y="0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9" name="Google Shape;809;p60"/>
            <p:cNvSpPr/>
            <p:nvPr/>
          </p:nvSpPr>
          <p:spPr>
            <a:xfrm>
              <a:off x="3176250" y="3586425"/>
              <a:ext cx="4500" cy="4500"/>
            </a:xfrm>
            <a:custGeom>
              <a:rect b="b" l="l" r="r" t="t"/>
              <a:pathLst>
                <a:path extrusionOk="0" h="180" w="180">
                  <a:moveTo>
                    <a:pt x="90" y="1"/>
                  </a:moveTo>
                  <a:cubicBezTo>
                    <a:pt x="37" y="1"/>
                    <a:pt x="10" y="72"/>
                    <a:pt x="1" y="126"/>
                  </a:cubicBezTo>
                  <a:cubicBezTo>
                    <a:pt x="37" y="126"/>
                    <a:pt x="72" y="152"/>
                    <a:pt x="108" y="179"/>
                  </a:cubicBezTo>
                  <a:cubicBezTo>
                    <a:pt x="108" y="126"/>
                    <a:pt x="135" y="54"/>
                    <a:pt x="179" y="54"/>
                  </a:cubicBezTo>
                  <a:cubicBezTo>
                    <a:pt x="161" y="28"/>
                    <a:pt x="126" y="1"/>
                    <a:pt x="90" y="1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0" name="Google Shape;810;p60"/>
            <p:cNvSpPr/>
            <p:nvPr/>
          </p:nvSpPr>
          <p:spPr>
            <a:xfrm>
              <a:off x="3178925" y="3587775"/>
              <a:ext cx="31925" cy="25000"/>
            </a:xfrm>
            <a:custGeom>
              <a:rect b="b" l="l" r="r" t="t"/>
              <a:pathLst>
                <a:path extrusionOk="0" h="1000" w="1277">
                  <a:moveTo>
                    <a:pt x="72" y="0"/>
                  </a:moveTo>
                  <a:cubicBezTo>
                    <a:pt x="28" y="0"/>
                    <a:pt x="1" y="72"/>
                    <a:pt x="1" y="125"/>
                  </a:cubicBezTo>
                  <a:cubicBezTo>
                    <a:pt x="402" y="437"/>
                    <a:pt x="831" y="732"/>
                    <a:pt x="1277" y="999"/>
                  </a:cubicBezTo>
                  <a:cubicBezTo>
                    <a:pt x="1232" y="964"/>
                    <a:pt x="1178" y="928"/>
                    <a:pt x="1134" y="892"/>
                  </a:cubicBezTo>
                  <a:cubicBezTo>
                    <a:pt x="768" y="616"/>
                    <a:pt x="411" y="321"/>
                    <a:pt x="72" y="0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1" name="Google Shape;811;p60"/>
            <p:cNvSpPr/>
            <p:nvPr/>
          </p:nvSpPr>
          <p:spPr>
            <a:xfrm>
              <a:off x="3527075" y="3467550"/>
              <a:ext cx="42175" cy="42175"/>
            </a:xfrm>
            <a:custGeom>
              <a:rect b="b" l="l" r="r" t="t"/>
              <a:pathLst>
                <a:path extrusionOk="0" h="1687" w="1687">
                  <a:moveTo>
                    <a:pt x="848" y="1"/>
                  </a:moveTo>
                  <a:cubicBezTo>
                    <a:pt x="375" y="1"/>
                    <a:pt x="1" y="376"/>
                    <a:pt x="1" y="839"/>
                  </a:cubicBezTo>
                  <a:cubicBezTo>
                    <a:pt x="1" y="1312"/>
                    <a:pt x="375" y="1687"/>
                    <a:pt x="848" y="1687"/>
                  </a:cubicBezTo>
                  <a:cubicBezTo>
                    <a:pt x="1312" y="1687"/>
                    <a:pt x="1687" y="1312"/>
                    <a:pt x="1687" y="839"/>
                  </a:cubicBezTo>
                  <a:cubicBezTo>
                    <a:pt x="1687" y="376"/>
                    <a:pt x="1312" y="1"/>
                    <a:pt x="848" y="1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2" name="Google Shape;812;p60"/>
            <p:cNvSpPr/>
            <p:nvPr/>
          </p:nvSpPr>
          <p:spPr>
            <a:xfrm>
              <a:off x="3520825" y="3494750"/>
              <a:ext cx="123150" cy="114000"/>
            </a:xfrm>
            <a:custGeom>
              <a:rect b="b" l="l" r="r" t="t"/>
              <a:pathLst>
                <a:path extrusionOk="0" h="4560" w="4926">
                  <a:moveTo>
                    <a:pt x="2402" y="1"/>
                  </a:moveTo>
                  <a:cubicBezTo>
                    <a:pt x="1385" y="1"/>
                    <a:pt x="459" y="683"/>
                    <a:pt x="188" y="1714"/>
                  </a:cubicBezTo>
                  <a:cubicBezTo>
                    <a:pt x="1" y="2446"/>
                    <a:pt x="197" y="3195"/>
                    <a:pt x="652" y="3739"/>
                  </a:cubicBezTo>
                  <a:cubicBezTo>
                    <a:pt x="947" y="4096"/>
                    <a:pt x="1348" y="4364"/>
                    <a:pt x="1830" y="4489"/>
                  </a:cubicBezTo>
                  <a:cubicBezTo>
                    <a:pt x="2017" y="4537"/>
                    <a:pt x="2205" y="4560"/>
                    <a:pt x="2391" y="4560"/>
                  </a:cubicBezTo>
                  <a:cubicBezTo>
                    <a:pt x="2684" y="4560"/>
                    <a:pt x="2972" y="4503"/>
                    <a:pt x="3239" y="4399"/>
                  </a:cubicBezTo>
                  <a:cubicBezTo>
                    <a:pt x="3890" y="4141"/>
                    <a:pt x="4417" y="3579"/>
                    <a:pt x="4604" y="2847"/>
                  </a:cubicBezTo>
                  <a:cubicBezTo>
                    <a:pt x="4925" y="1625"/>
                    <a:pt x="4185" y="385"/>
                    <a:pt x="2972" y="73"/>
                  </a:cubicBezTo>
                  <a:cubicBezTo>
                    <a:pt x="2781" y="24"/>
                    <a:pt x="2590" y="1"/>
                    <a:pt x="2402" y="1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3" name="Google Shape;813;p60"/>
            <p:cNvSpPr/>
            <p:nvPr/>
          </p:nvSpPr>
          <p:spPr>
            <a:xfrm>
              <a:off x="3576150" y="3542050"/>
              <a:ext cx="18525" cy="10050"/>
            </a:xfrm>
            <a:custGeom>
              <a:rect b="b" l="l" r="r" t="t"/>
              <a:pathLst>
                <a:path extrusionOk="0" h="402" w="741">
                  <a:moveTo>
                    <a:pt x="130" y="0"/>
                  </a:moveTo>
                  <a:cubicBezTo>
                    <a:pt x="86" y="0"/>
                    <a:pt x="41" y="31"/>
                    <a:pt x="27" y="72"/>
                  </a:cubicBezTo>
                  <a:cubicBezTo>
                    <a:pt x="0" y="134"/>
                    <a:pt x="36" y="197"/>
                    <a:pt x="90" y="224"/>
                  </a:cubicBezTo>
                  <a:lnTo>
                    <a:pt x="571" y="402"/>
                  </a:lnTo>
                  <a:lnTo>
                    <a:pt x="607" y="402"/>
                  </a:lnTo>
                  <a:cubicBezTo>
                    <a:pt x="660" y="402"/>
                    <a:pt x="696" y="375"/>
                    <a:pt x="714" y="331"/>
                  </a:cubicBezTo>
                  <a:cubicBezTo>
                    <a:pt x="741" y="277"/>
                    <a:pt x="705" y="206"/>
                    <a:pt x="652" y="188"/>
                  </a:cubicBezTo>
                  <a:lnTo>
                    <a:pt x="170" y="9"/>
                  </a:lnTo>
                  <a:cubicBezTo>
                    <a:pt x="157" y="3"/>
                    <a:pt x="144" y="0"/>
                    <a:pt x="13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4" name="Google Shape;814;p60"/>
            <p:cNvSpPr/>
            <p:nvPr/>
          </p:nvSpPr>
          <p:spPr>
            <a:xfrm>
              <a:off x="3533775" y="3533575"/>
              <a:ext cx="16750" cy="6050"/>
            </a:xfrm>
            <a:custGeom>
              <a:rect b="b" l="l" r="r" t="t"/>
              <a:pathLst>
                <a:path extrusionOk="0" h="242" w="670">
                  <a:moveTo>
                    <a:pt x="116" y="1"/>
                  </a:moveTo>
                  <a:cubicBezTo>
                    <a:pt x="54" y="1"/>
                    <a:pt x="0" y="54"/>
                    <a:pt x="0" y="116"/>
                  </a:cubicBezTo>
                  <a:cubicBezTo>
                    <a:pt x="0" y="179"/>
                    <a:pt x="45" y="224"/>
                    <a:pt x="107" y="232"/>
                  </a:cubicBezTo>
                  <a:lnTo>
                    <a:pt x="544" y="241"/>
                  </a:lnTo>
                  <a:lnTo>
                    <a:pt x="553" y="241"/>
                  </a:lnTo>
                  <a:cubicBezTo>
                    <a:pt x="607" y="241"/>
                    <a:pt x="660" y="197"/>
                    <a:pt x="660" y="134"/>
                  </a:cubicBezTo>
                  <a:cubicBezTo>
                    <a:pt x="669" y="72"/>
                    <a:pt x="616" y="18"/>
                    <a:pt x="553" y="18"/>
                  </a:cubicBezTo>
                  <a:lnTo>
                    <a:pt x="116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5" name="Google Shape;815;p60"/>
            <p:cNvSpPr/>
            <p:nvPr/>
          </p:nvSpPr>
          <p:spPr>
            <a:xfrm>
              <a:off x="3545150" y="3558600"/>
              <a:ext cx="23650" cy="10900"/>
            </a:xfrm>
            <a:custGeom>
              <a:rect b="b" l="l" r="r" t="t"/>
              <a:pathLst>
                <a:path extrusionOk="0" h="436" w="946">
                  <a:moveTo>
                    <a:pt x="125" y="1"/>
                  </a:moveTo>
                  <a:cubicBezTo>
                    <a:pt x="96" y="1"/>
                    <a:pt x="67" y="12"/>
                    <a:pt x="45" y="34"/>
                  </a:cubicBezTo>
                  <a:cubicBezTo>
                    <a:pt x="0" y="79"/>
                    <a:pt x="0" y="150"/>
                    <a:pt x="36" y="195"/>
                  </a:cubicBezTo>
                  <a:cubicBezTo>
                    <a:pt x="232" y="391"/>
                    <a:pt x="455" y="436"/>
                    <a:pt x="616" y="436"/>
                  </a:cubicBezTo>
                  <a:cubicBezTo>
                    <a:pt x="750" y="436"/>
                    <a:pt x="839" y="400"/>
                    <a:pt x="848" y="400"/>
                  </a:cubicBezTo>
                  <a:cubicBezTo>
                    <a:pt x="910" y="382"/>
                    <a:pt x="946" y="320"/>
                    <a:pt x="928" y="257"/>
                  </a:cubicBezTo>
                  <a:cubicBezTo>
                    <a:pt x="913" y="213"/>
                    <a:pt x="868" y="181"/>
                    <a:pt x="818" y="181"/>
                  </a:cubicBezTo>
                  <a:cubicBezTo>
                    <a:pt x="807" y="181"/>
                    <a:pt x="796" y="183"/>
                    <a:pt x="785" y="186"/>
                  </a:cubicBezTo>
                  <a:cubicBezTo>
                    <a:pt x="785" y="186"/>
                    <a:pt x="720" y="205"/>
                    <a:pt x="626" y="205"/>
                  </a:cubicBezTo>
                  <a:cubicBezTo>
                    <a:pt x="506" y="205"/>
                    <a:pt x="340" y="174"/>
                    <a:pt x="205" y="34"/>
                  </a:cubicBezTo>
                  <a:cubicBezTo>
                    <a:pt x="183" y="12"/>
                    <a:pt x="154" y="1"/>
                    <a:pt x="1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6" name="Google Shape;816;p60"/>
            <p:cNvSpPr/>
            <p:nvPr/>
          </p:nvSpPr>
          <p:spPr>
            <a:xfrm>
              <a:off x="3623425" y="3548325"/>
              <a:ext cx="28800" cy="26075"/>
            </a:xfrm>
            <a:custGeom>
              <a:rect b="b" l="l" r="r" t="t"/>
              <a:pathLst>
                <a:path extrusionOk="0" h="1043" w="1152">
                  <a:moveTo>
                    <a:pt x="577" y="1"/>
                  </a:moveTo>
                  <a:cubicBezTo>
                    <a:pt x="346" y="1"/>
                    <a:pt x="132" y="158"/>
                    <a:pt x="72" y="392"/>
                  </a:cubicBezTo>
                  <a:cubicBezTo>
                    <a:pt x="1" y="668"/>
                    <a:pt x="170" y="954"/>
                    <a:pt x="447" y="1025"/>
                  </a:cubicBezTo>
                  <a:cubicBezTo>
                    <a:pt x="491" y="1037"/>
                    <a:pt x="535" y="1042"/>
                    <a:pt x="579" y="1042"/>
                  </a:cubicBezTo>
                  <a:cubicBezTo>
                    <a:pt x="809" y="1042"/>
                    <a:pt x="1020" y="890"/>
                    <a:pt x="1080" y="651"/>
                  </a:cubicBezTo>
                  <a:cubicBezTo>
                    <a:pt x="1151" y="374"/>
                    <a:pt x="982" y="89"/>
                    <a:pt x="705" y="17"/>
                  </a:cubicBezTo>
                  <a:cubicBezTo>
                    <a:pt x="663" y="6"/>
                    <a:pt x="619" y="1"/>
                    <a:pt x="577" y="1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7" name="Google Shape;817;p60"/>
            <p:cNvSpPr/>
            <p:nvPr/>
          </p:nvSpPr>
          <p:spPr>
            <a:xfrm>
              <a:off x="3614050" y="3480950"/>
              <a:ext cx="42175" cy="42175"/>
            </a:xfrm>
            <a:custGeom>
              <a:rect b="b" l="l" r="r" t="t"/>
              <a:pathLst>
                <a:path extrusionOk="0" h="1687" w="1687">
                  <a:moveTo>
                    <a:pt x="848" y="0"/>
                  </a:moveTo>
                  <a:cubicBezTo>
                    <a:pt x="376" y="0"/>
                    <a:pt x="1" y="375"/>
                    <a:pt x="1" y="839"/>
                  </a:cubicBezTo>
                  <a:cubicBezTo>
                    <a:pt x="1" y="1312"/>
                    <a:pt x="376" y="1686"/>
                    <a:pt x="848" y="1686"/>
                  </a:cubicBezTo>
                  <a:cubicBezTo>
                    <a:pt x="1312" y="1686"/>
                    <a:pt x="1687" y="1312"/>
                    <a:pt x="1687" y="839"/>
                  </a:cubicBezTo>
                  <a:cubicBezTo>
                    <a:pt x="1687" y="375"/>
                    <a:pt x="1312" y="0"/>
                    <a:pt x="848" y="0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8" name="Google Shape;818;p60"/>
            <p:cNvSpPr/>
            <p:nvPr/>
          </p:nvSpPr>
          <p:spPr>
            <a:xfrm>
              <a:off x="3035525" y="3855175"/>
              <a:ext cx="18975" cy="18975"/>
            </a:xfrm>
            <a:custGeom>
              <a:rect b="b" l="l" r="r" t="t"/>
              <a:pathLst>
                <a:path extrusionOk="0" h="759" w="759">
                  <a:moveTo>
                    <a:pt x="384" y="1"/>
                  </a:moveTo>
                  <a:cubicBezTo>
                    <a:pt x="170" y="1"/>
                    <a:pt x="1" y="170"/>
                    <a:pt x="1" y="375"/>
                  </a:cubicBezTo>
                  <a:cubicBezTo>
                    <a:pt x="1" y="589"/>
                    <a:pt x="170" y="759"/>
                    <a:pt x="384" y="759"/>
                  </a:cubicBezTo>
                  <a:cubicBezTo>
                    <a:pt x="589" y="759"/>
                    <a:pt x="759" y="589"/>
                    <a:pt x="759" y="375"/>
                  </a:cubicBezTo>
                  <a:cubicBezTo>
                    <a:pt x="759" y="170"/>
                    <a:pt x="589" y="1"/>
                    <a:pt x="384" y="1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9" name="Google Shape;819;p60"/>
            <p:cNvSpPr/>
            <p:nvPr/>
          </p:nvSpPr>
          <p:spPr>
            <a:xfrm>
              <a:off x="3364050" y="3372100"/>
              <a:ext cx="9400" cy="9625"/>
            </a:xfrm>
            <a:custGeom>
              <a:rect b="b" l="l" r="r" t="t"/>
              <a:pathLst>
                <a:path extrusionOk="0" h="385" w="376">
                  <a:moveTo>
                    <a:pt x="188" y="1"/>
                  </a:moveTo>
                  <a:cubicBezTo>
                    <a:pt x="81" y="1"/>
                    <a:pt x="0" y="90"/>
                    <a:pt x="0" y="197"/>
                  </a:cubicBezTo>
                  <a:cubicBezTo>
                    <a:pt x="0" y="304"/>
                    <a:pt x="81" y="384"/>
                    <a:pt x="188" y="384"/>
                  </a:cubicBezTo>
                  <a:cubicBezTo>
                    <a:pt x="295" y="384"/>
                    <a:pt x="375" y="304"/>
                    <a:pt x="375" y="197"/>
                  </a:cubicBezTo>
                  <a:cubicBezTo>
                    <a:pt x="375" y="90"/>
                    <a:pt x="295" y="1"/>
                    <a:pt x="188" y="1"/>
                  </a:cubicBezTo>
                  <a:close/>
                </a:path>
              </a:pathLst>
            </a:custGeom>
            <a:solidFill>
              <a:srgbClr val="8585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0" name="Google Shape;820;p60"/>
            <p:cNvSpPr/>
            <p:nvPr/>
          </p:nvSpPr>
          <p:spPr>
            <a:xfrm>
              <a:off x="4145525" y="3428075"/>
              <a:ext cx="9625" cy="9625"/>
            </a:xfrm>
            <a:custGeom>
              <a:rect b="b" l="l" r="r" t="t"/>
              <a:pathLst>
                <a:path extrusionOk="0" h="385" w="385">
                  <a:moveTo>
                    <a:pt x="188" y="1"/>
                  </a:moveTo>
                  <a:cubicBezTo>
                    <a:pt x="90" y="1"/>
                    <a:pt x="1" y="81"/>
                    <a:pt x="1" y="188"/>
                  </a:cubicBezTo>
                  <a:cubicBezTo>
                    <a:pt x="1" y="295"/>
                    <a:pt x="90" y="384"/>
                    <a:pt x="188" y="384"/>
                  </a:cubicBezTo>
                  <a:cubicBezTo>
                    <a:pt x="295" y="384"/>
                    <a:pt x="384" y="295"/>
                    <a:pt x="384" y="188"/>
                  </a:cubicBezTo>
                  <a:cubicBezTo>
                    <a:pt x="384" y="81"/>
                    <a:pt x="295" y="1"/>
                    <a:pt x="188" y="1"/>
                  </a:cubicBezTo>
                  <a:close/>
                </a:path>
              </a:pathLst>
            </a:custGeom>
            <a:solidFill>
              <a:srgbClr val="8585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1" name="Google Shape;821;p60"/>
            <p:cNvSpPr/>
            <p:nvPr/>
          </p:nvSpPr>
          <p:spPr>
            <a:xfrm>
              <a:off x="3953725" y="3280000"/>
              <a:ext cx="13625" cy="13625"/>
            </a:xfrm>
            <a:custGeom>
              <a:rect b="b" l="l" r="r" t="t"/>
              <a:pathLst>
                <a:path extrusionOk="0" h="545" w="545">
                  <a:moveTo>
                    <a:pt x="277" y="0"/>
                  </a:moveTo>
                  <a:cubicBezTo>
                    <a:pt x="126" y="0"/>
                    <a:pt x="1" y="125"/>
                    <a:pt x="1" y="268"/>
                  </a:cubicBezTo>
                  <a:cubicBezTo>
                    <a:pt x="1" y="420"/>
                    <a:pt x="126" y="545"/>
                    <a:pt x="277" y="545"/>
                  </a:cubicBezTo>
                  <a:cubicBezTo>
                    <a:pt x="429" y="545"/>
                    <a:pt x="545" y="420"/>
                    <a:pt x="545" y="268"/>
                  </a:cubicBezTo>
                  <a:cubicBezTo>
                    <a:pt x="545" y="125"/>
                    <a:pt x="429" y="0"/>
                    <a:pt x="277" y="0"/>
                  </a:cubicBezTo>
                  <a:close/>
                </a:path>
              </a:pathLst>
            </a:custGeom>
            <a:solidFill>
              <a:srgbClr val="FFAD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2" name="Google Shape;822;p60"/>
            <p:cNvSpPr/>
            <p:nvPr/>
          </p:nvSpPr>
          <p:spPr>
            <a:xfrm>
              <a:off x="3722000" y="3835325"/>
              <a:ext cx="363550" cy="89450"/>
            </a:xfrm>
            <a:custGeom>
              <a:rect b="b" l="l" r="r" t="t"/>
              <a:pathLst>
                <a:path extrusionOk="0" h="3578" w="14542">
                  <a:moveTo>
                    <a:pt x="1" y="1"/>
                  </a:moveTo>
                  <a:lnTo>
                    <a:pt x="1" y="3578"/>
                  </a:lnTo>
                  <a:lnTo>
                    <a:pt x="12686" y="3578"/>
                  </a:lnTo>
                  <a:cubicBezTo>
                    <a:pt x="13712" y="3578"/>
                    <a:pt x="14542" y="2748"/>
                    <a:pt x="14542" y="1722"/>
                  </a:cubicBezTo>
                  <a:cubicBezTo>
                    <a:pt x="14542" y="768"/>
                    <a:pt x="13775" y="1"/>
                    <a:pt x="12820" y="1"/>
                  </a:cubicBezTo>
                  <a:close/>
                </a:path>
              </a:pathLst>
            </a:custGeom>
            <a:solidFill>
              <a:srgbClr val="FDCF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3" name="Google Shape;823;p60"/>
            <p:cNvSpPr/>
            <p:nvPr/>
          </p:nvSpPr>
          <p:spPr>
            <a:xfrm>
              <a:off x="3712425" y="3752800"/>
              <a:ext cx="363550" cy="81000"/>
            </a:xfrm>
            <a:custGeom>
              <a:rect b="b" l="l" r="r" t="t"/>
              <a:pathLst>
                <a:path extrusionOk="0" h="3240" w="14542">
                  <a:moveTo>
                    <a:pt x="1677" y="1"/>
                  </a:moveTo>
                  <a:cubicBezTo>
                    <a:pt x="749" y="1"/>
                    <a:pt x="0" y="750"/>
                    <a:pt x="0" y="1678"/>
                  </a:cubicBezTo>
                  <a:cubicBezTo>
                    <a:pt x="0" y="2543"/>
                    <a:pt x="696" y="3239"/>
                    <a:pt x="1561" y="3239"/>
                  </a:cubicBezTo>
                  <a:lnTo>
                    <a:pt x="14541" y="3239"/>
                  </a:lnTo>
                  <a:lnTo>
                    <a:pt x="1454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4" name="Google Shape;824;p60"/>
            <p:cNvSpPr/>
            <p:nvPr/>
          </p:nvSpPr>
          <p:spPr>
            <a:xfrm>
              <a:off x="3710850" y="3751250"/>
              <a:ext cx="366450" cy="84100"/>
            </a:xfrm>
            <a:custGeom>
              <a:rect b="b" l="l" r="r" t="t"/>
              <a:pathLst>
                <a:path extrusionOk="0" h="3364" w="14658">
                  <a:moveTo>
                    <a:pt x="14542" y="116"/>
                  </a:moveTo>
                  <a:lnTo>
                    <a:pt x="14542" y="3248"/>
                  </a:lnTo>
                  <a:lnTo>
                    <a:pt x="1624" y="3248"/>
                  </a:lnTo>
                  <a:cubicBezTo>
                    <a:pt x="795" y="3248"/>
                    <a:pt x="117" y="2570"/>
                    <a:pt x="117" y="1740"/>
                  </a:cubicBezTo>
                  <a:cubicBezTo>
                    <a:pt x="117" y="848"/>
                    <a:pt x="848" y="116"/>
                    <a:pt x="1740" y="116"/>
                  </a:cubicBezTo>
                  <a:close/>
                  <a:moveTo>
                    <a:pt x="1740" y="0"/>
                  </a:moveTo>
                  <a:cubicBezTo>
                    <a:pt x="786" y="0"/>
                    <a:pt x="1" y="785"/>
                    <a:pt x="1" y="1740"/>
                  </a:cubicBezTo>
                  <a:cubicBezTo>
                    <a:pt x="1" y="2632"/>
                    <a:pt x="732" y="3364"/>
                    <a:pt x="1624" y="3364"/>
                  </a:cubicBezTo>
                  <a:lnTo>
                    <a:pt x="14658" y="3364"/>
                  </a:lnTo>
                  <a:lnTo>
                    <a:pt x="14658" y="0"/>
                  </a:lnTo>
                  <a:close/>
                </a:path>
              </a:pathLst>
            </a:custGeom>
            <a:solidFill>
              <a:srgbClr val="16161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5" name="Google Shape;825;p60"/>
            <p:cNvSpPr/>
            <p:nvPr/>
          </p:nvSpPr>
          <p:spPr>
            <a:xfrm>
              <a:off x="3735375" y="3767750"/>
              <a:ext cx="342825" cy="49750"/>
            </a:xfrm>
            <a:custGeom>
              <a:rect b="b" l="l" r="r" t="t"/>
              <a:pathLst>
                <a:path extrusionOk="0" h="1990" w="13713">
                  <a:moveTo>
                    <a:pt x="1027" y="1"/>
                  </a:moveTo>
                  <a:cubicBezTo>
                    <a:pt x="456" y="1"/>
                    <a:pt x="1" y="464"/>
                    <a:pt x="1" y="1035"/>
                  </a:cubicBezTo>
                  <a:cubicBezTo>
                    <a:pt x="1" y="1562"/>
                    <a:pt x="429" y="1990"/>
                    <a:pt x="955" y="1990"/>
                  </a:cubicBezTo>
                  <a:lnTo>
                    <a:pt x="13713" y="1990"/>
                  </a:lnTo>
                  <a:lnTo>
                    <a:pt x="13713" y="1"/>
                  </a:lnTo>
                  <a:close/>
                </a:path>
              </a:pathLst>
            </a:custGeom>
            <a:solidFill>
              <a:srgbClr val="99761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6" name="Google Shape;826;p60"/>
            <p:cNvSpPr/>
            <p:nvPr/>
          </p:nvSpPr>
          <p:spPr>
            <a:xfrm>
              <a:off x="3722000" y="3855175"/>
              <a:ext cx="342825" cy="49750"/>
            </a:xfrm>
            <a:custGeom>
              <a:rect b="b" l="l" r="r" t="t"/>
              <a:pathLst>
                <a:path extrusionOk="0" h="1990" w="13713">
                  <a:moveTo>
                    <a:pt x="1" y="1"/>
                  </a:moveTo>
                  <a:lnTo>
                    <a:pt x="1" y="1990"/>
                  </a:lnTo>
                  <a:lnTo>
                    <a:pt x="12677" y="1990"/>
                  </a:lnTo>
                  <a:cubicBezTo>
                    <a:pt x="13248" y="1990"/>
                    <a:pt x="13712" y="1526"/>
                    <a:pt x="13712" y="955"/>
                  </a:cubicBezTo>
                  <a:cubicBezTo>
                    <a:pt x="13712" y="429"/>
                    <a:pt x="13284" y="1"/>
                    <a:pt x="12758" y="1"/>
                  </a:cubicBezTo>
                  <a:close/>
                </a:path>
              </a:pathLst>
            </a:custGeom>
            <a:solidFill>
              <a:srgbClr val="99761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7" name="Google Shape;827;p60"/>
            <p:cNvSpPr/>
            <p:nvPr/>
          </p:nvSpPr>
          <p:spPr>
            <a:xfrm>
              <a:off x="3720900" y="3854050"/>
              <a:ext cx="345025" cy="52000"/>
            </a:xfrm>
            <a:custGeom>
              <a:rect b="b" l="l" r="r" t="t"/>
              <a:pathLst>
                <a:path extrusionOk="0" h="2080" w="13801">
                  <a:moveTo>
                    <a:pt x="12802" y="81"/>
                  </a:moveTo>
                  <a:cubicBezTo>
                    <a:pt x="13301" y="81"/>
                    <a:pt x="13712" y="501"/>
                    <a:pt x="13712" y="1000"/>
                  </a:cubicBezTo>
                  <a:cubicBezTo>
                    <a:pt x="13712" y="1544"/>
                    <a:pt x="13275" y="1990"/>
                    <a:pt x="12721" y="1990"/>
                  </a:cubicBezTo>
                  <a:lnTo>
                    <a:pt x="89" y="1990"/>
                  </a:lnTo>
                  <a:lnTo>
                    <a:pt x="89" y="81"/>
                  </a:lnTo>
                  <a:close/>
                  <a:moveTo>
                    <a:pt x="0" y="1"/>
                  </a:moveTo>
                  <a:lnTo>
                    <a:pt x="0" y="2080"/>
                  </a:lnTo>
                  <a:lnTo>
                    <a:pt x="12721" y="2080"/>
                  </a:lnTo>
                  <a:cubicBezTo>
                    <a:pt x="13319" y="2080"/>
                    <a:pt x="13801" y="1598"/>
                    <a:pt x="13801" y="1000"/>
                  </a:cubicBezTo>
                  <a:cubicBezTo>
                    <a:pt x="13801" y="447"/>
                    <a:pt x="13355" y="1"/>
                    <a:pt x="12802" y="1"/>
                  </a:cubicBezTo>
                  <a:close/>
                </a:path>
              </a:pathLst>
            </a:custGeom>
            <a:solidFill>
              <a:srgbClr val="B9A7F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8" name="Google Shape;828;p60"/>
            <p:cNvSpPr/>
            <p:nvPr/>
          </p:nvSpPr>
          <p:spPr>
            <a:xfrm>
              <a:off x="4059225" y="3632600"/>
              <a:ext cx="138075" cy="295750"/>
            </a:xfrm>
            <a:custGeom>
              <a:rect b="b" l="l" r="r" t="t"/>
              <a:pathLst>
                <a:path extrusionOk="0" h="11830" w="5523">
                  <a:moveTo>
                    <a:pt x="3256" y="0"/>
                  </a:moveTo>
                  <a:lnTo>
                    <a:pt x="0" y="661"/>
                  </a:lnTo>
                  <a:lnTo>
                    <a:pt x="2266" y="11830"/>
                  </a:lnTo>
                  <a:lnTo>
                    <a:pt x="5522" y="11170"/>
                  </a:lnTo>
                  <a:lnTo>
                    <a:pt x="325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9" name="Google Shape;829;p60"/>
            <p:cNvSpPr/>
            <p:nvPr/>
          </p:nvSpPr>
          <p:spPr>
            <a:xfrm>
              <a:off x="4057650" y="3630825"/>
              <a:ext cx="141425" cy="299100"/>
            </a:xfrm>
            <a:custGeom>
              <a:rect b="b" l="l" r="r" t="t"/>
              <a:pathLst>
                <a:path extrusionOk="0" h="11964" w="5657">
                  <a:moveTo>
                    <a:pt x="3275" y="143"/>
                  </a:moveTo>
                  <a:lnTo>
                    <a:pt x="5514" y="11196"/>
                  </a:lnTo>
                  <a:lnTo>
                    <a:pt x="2374" y="11829"/>
                  </a:lnTo>
                  <a:lnTo>
                    <a:pt x="135" y="776"/>
                  </a:lnTo>
                  <a:lnTo>
                    <a:pt x="3275" y="143"/>
                  </a:lnTo>
                  <a:close/>
                  <a:moveTo>
                    <a:pt x="3373" y="0"/>
                  </a:moveTo>
                  <a:lnTo>
                    <a:pt x="1" y="687"/>
                  </a:lnTo>
                  <a:lnTo>
                    <a:pt x="2267" y="11910"/>
                  </a:lnTo>
                  <a:lnTo>
                    <a:pt x="2285" y="11963"/>
                  </a:lnTo>
                  <a:lnTo>
                    <a:pt x="5657" y="11285"/>
                  </a:lnTo>
                  <a:lnTo>
                    <a:pt x="3382" y="63"/>
                  </a:lnTo>
                  <a:lnTo>
                    <a:pt x="3373" y="0"/>
                  </a:lnTo>
                  <a:close/>
                </a:path>
              </a:pathLst>
            </a:custGeom>
            <a:solidFill>
              <a:srgbClr val="16161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0" name="Google Shape;830;p60"/>
            <p:cNvSpPr/>
            <p:nvPr/>
          </p:nvSpPr>
          <p:spPr>
            <a:xfrm>
              <a:off x="4078400" y="3689475"/>
              <a:ext cx="65150" cy="31900"/>
            </a:xfrm>
            <a:custGeom>
              <a:rect b="b" l="l" r="r" t="t"/>
              <a:pathLst>
                <a:path extrusionOk="0" h="1276" w="2606">
                  <a:moveTo>
                    <a:pt x="2445" y="0"/>
                  </a:moveTo>
                  <a:lnTo>
                    <a:pt x="0" y="500"/>
                  </a:lnTo>
                  <a:lnTo>
                    <a:pt x="161" y="1276"/>
                  </a:lnTo>
                  <a:lnTo>
                    <a:pt x="2605" y="785"/>
                  </a:lnTo>
                  <a:lnTo>
                    <a:pt x="2445" y="0"/>
                  </a:ln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1" name="Google Shape;831;p60"/>
            <p:cNvSpPr/>
            <p:nvPr/>
          </p:nvSpPr>
          <p:spPr>
            <a:xfrm>
              <a:off x="3532875" y="3493175"/>
              <a:ext cx="106400" cy="54700"/>
            </a:xfrm>
            <a:custGeom>
              <a:rect b="b" l="l" r="r" t="t"/>
              <a:pathLst>
                <a:path extrusionOk="0" h="2188" w="4256">
                  <a:moveTo>
                    <a:pt x="1973" y="1"/>
                  </a:moveTo>
                  <a:cubicBezTo>
                    <a:pt x="1166" y="1"/>
                    <a:pt x="413" y="431"/>
                    <a:pt x="1" y="1126"/>
                  </a:cubicBezTo>
                  <a:lnTo>
                    <a:pt x="1606" y="350"/>
                  </a:lnTo>
                  <a:cubicBezTo>
                    <a:pt x="1740" y="1385"/>
                    <a:pt x="2632" y="2187"/>
                    <a:pt x="3712" y="2187"/>
                  </a:cubicBezTo>
                  <a:cubicBezTo>
                    <a:pt x="3899" y="2187"/>
                    <a:pt x="4078" y="2161"/>
                    <a:pt x="4256" y="2116"/>
                  </a:cubicBezTo>
                  <a:cubicBezTo>
                    <a:pt x="4185" y="1170"/>
                    <a:pt x="3516" y="323"/>
                    <a:pt x="2543" y="73"/>
                  </a:cubicBezTo>
                  <a:cubicBezTo>
                    <a:pt x="2353" y="24"/>
                    <a:pt x="2161" y="1"/>
                    <a:pt x="1973" y="1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32" name="Google Shape;832;p60"/>
          <p:cNvGrpSpPr/>
          <p:nvPr/>
        </p:nvGrpSpPr>
        <p:grpSpPr>
          <a:xfrm>
            <a:off x="13991289" y="246426"/>
            <a:ext cx="4032322" cy="536147"/>
            <a:chOff x="13926838" y="280450"/>
            <a:chExt cx="4032322" cy="536147"/>
          </a:xfrm>
        </p:grpSpPr>
        <p:grpSp>
          <p:nvGrpSpPr>
            <p:cNvPr id="833" name="Google Shape;833;p60"/>
            <p:cNvGrpSpPr/>
            <p:nvPr/>
          </p:nvGrpSpPr>
          <p:grpSpPr>
            <a:xfrm>
              <a:off x="13926838" y="458525"/>
              <a:ext cx="2251983" cy="179993"/>
              <a:chOff x="4935498" y="1642212"/>
              <a:chExt cx="2734980" cy="217042"/>
            </a:xfrm>
          </p:grpSpPr>
          <p:sp>
            <p:nvSpPr>
              <p:cNvPr id="834" name="Google Shape;834;p60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835" name="Google Shape;835;p60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836" name="Google Shape;836;p60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837" name="Google Shape;837;p60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838" name="Google Shape;838;p60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839" name="Google Shape;839;p60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840" name="Google Shape;840;p60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841" name="Google Shape;841;p60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842" name="Google Shape;842;p60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843" name="Google Shape;843;p60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844" name="Google Shape;844;p60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845" name="Google Shape;845;p60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FFFFFF"/>
                  </a:solidFill>
                </a:endParaRPr>
              </a:p>
            </p:txBody>
          </p:sp>
        </p:grpSp>
        <p:sp>
          <p:nvSpPr>
            <p:cNvPr id="846" name="Google Shape;846;p60"/>
            <p:cNvSpPr/>
            <p:nvPr/>
          </p:nvSpPr>
          <p:spPr>
            <a:xfrm>
              <a:off x="16407600" y="280450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lang="es-419" sz="2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847" name="Google Shape;847;p60"/>
          <p:cNvGrpSpPr/>
          <p:nvPr/>
        </p:nvGrpSpPr>
        <p:grpSpPr>
          <a:xfrm>
            <a:off x="10528247" y="3599884"/>
            <a:ext cx="9065849" cy="7119794"/>
            <a:chOff x="10528247" y="3599884"/>
            <a:chExt cx="9065849" cy="7119794"/>
          </a:xfrm>
        </p:grpSpPr>
        <p:sp>
          <p:nvSpPr>
            <p:cNvPr id="848" name="Google Shape;848;p60"/>
            <p:cNvSpPr/>
            <p:nvPr/>
          </p:nvSpPr>
          <p:spPr>
            <a:xfrm flipH="1">
              <a:off x="11435611" y="9164271"/>
              <a:ext cx="2025214" cy="1536275"/>
            </a:xfrm>
            <a:custGeom>
              <a:rect b="b" l="l" r="r" t="t"/>
              <a:pathLst>
                <a:path extrusionOk="0" h="7321" w="9651">
                  <a:moveTo>
                    <a:pt x="1" y="0"/>
                  </a:moveTo>
                  <a:lnTo>
                    <a:pt x="1" y="5079"/>
                  </a:lnTo>
                  <a:cubicBezTo>
                    <a:pt x="1" y="6318"/>
                    <a:pt x="1003" y="7321"/>
                    <a:pt x="2239" y="7321"/>
                  </a:cubicBezTo>
                  <a:lnTo>
                    <a:pt x="7412" y="7321"/>
                  </a:lnTo>
                  <a:cubicBezTo>
                    <a:pt x="8648" y="7321"/>
                    <a:pt x="9651" y="6318"/>
                    <a:pt x="9651" y="5079"/>
                  </a:cubicBezTo>
                  <a:lnTo>
                    <a:pt x="9651" y="0"/>
                  </a:lnTo>
                  <a:close/>
                </a:path>
              </a:pathLst>
            </a:custGeom>
            <a:solidFill>
              <a:srgbClr val="CC9E1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9" name="Google Shape;849;p60"/>
            <p:cNvSpPr/>
            <p:nvPr/>
          </p:nvSpPr>
          <p:spPr>
            <a:xfrm flipH="1">
              <a:off x="12031597" y="7273789"/>
              <a:ext cx="666666" cy="809391"/>
            </a:xfrm>
            <a:custGeom>
              <a:rect b="b" l="l" r="r" t="t"/>
              <a:pathLst>
                <a:path extrusionOk="0" h="3660" w="2954">
                  <a:moveTo>
                    <a:pt x="1517" y="1"/>
                  </a:moveTo>
                  <a:lnTo>
                    <a:pt x="1616" y="15"/>
                  </a:lnTo>
                  <a:cubicBezTo>
                    <a:pt x="1566" y="10"/>
                    <a:pt x="1517" y="8"/>
                    <a:pt x="1469" y="8"/>
                  </a:cubicBezTo>
                  <a:cubicBezTo>
                    <a:pt x="966" y="8"/>
                    <a:pt x="530" y="281"/>
                    <a:pt x="274" y="730"/>
                  </a:cubicBezTo>
                  <a:cubicBezTo>
                    <a:pt x="66" y="1094"/>
                    <a:pt x="1" y="1524"/>
                    <a:pt x="15" y="1944"/>
                  </a:cubicBezTo>
                  <a:cubicBezTo>
                    <a:pt x="30" y="2323"/>
                    <a:pt x="117" y="2709"/>
                    <a:pt x="329" y="3023"/>
                  </a:cubicBezTo>
                  <a:cubicBezTo>
                    <a:pt x="577" y="3387"/>
                    <a:pt x="992" y="3632"/>
                    <a:pt x="1434" y="3657"/>
                  </a:cubicBezTo>
                  <a:cubicBezTo>
                    <a:pt x="1458" y="3659"/>
                    <a:pt x="1483" y="3659"/>
                    <a:pt x="1507" y="3659"/>
                  </a:cubicBezTo>
                  <a:cubicBezTo>
                    <a:pt x="1921" y="3659"/>
                    <a:pt x="2334" y="3459"/>
                    <a:pt x="2578" y="3129"/>
                  </a:cubicBezTo>
                  <a:cubicBezTo>
                    <a:pt x="2768" y="2873"/>
                    <a:pt x="2855" y="2556"/>
                    <a:pt x="2881" y="2243"/>
                  </a:cubicBezTo>
                  <a:cubicBezTo>
                    <a:pt x="2954" y="1371"/>
                    <a:pt x="2545" y="88"/>
                    <a:pt x="1517" y="1"/>
                  </a:cubicBezTo>
                  <a:close/>
                </a:path>
              </a:pathLst>
            </a:custGeom>
            <a:solidFill>
              <a:srgbClr val="96433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0" name="Google Shape;850;p60"/>
            <p:cNvSpPr/>
            <p:nvPr/>
          </p:nvSpPr>
          <p:spPr>
            <a:xfrm flipH="1">
              <a:off x="12529536" y="7607451"/>
              <a:ext cx="649680" cy="628905"/>
            </a:xfrm>
            <a:custGeom>
              <a:rect b="b" l="l" r="r" t="t"/>
              <a:pathLst>
                <a:path extrusionOk="0" h="2997" w="3096">
                  <a:moveTo>
                    <a:pt x="1433" y="0"/>
                  </a:moveTo>
                  <a:lnTo>
                    <a:pt x="0" y="1433"/>
                  </a:lnTo>
                  <a:lnTo>
                    <a:pt x="1265" y="2698"/>
                  </a:lnTo>
                  <a:cubicBezTo>
                    <a:pt x="1462" y="2897"/>
                    <a:pt x="1721" y="2996"/>
                    <a:pt x="1980" y="2996"/>
                  </a:cubicBezTo>
                  <a:cubicBezTo>
                    <a:pt x="2240" y="2996"/>
                    <a:pt x="2499" y="2897"/>
                    <a:pt x="2698" y="2698"/>
                  </a:cubicBezTo>
                  <a:cubicBezTo>
                    <a:pt x="3095" y="2304"/>
                    <a:pt x="3095" y="1659"/>
                    <a:pt x="2698" y="1265"/>
                  </a:cubicBezTo>
                  <a:lnTo>
                    <a:pt x="1433" y="0"/>
                  </a:ln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1" name="Google Shape;851;p60"/>
            <p:cNvSpPr/>
            <p:nvPr/>
          </p:nvSpPr>
          <p:spPr>
            <a:xfrm flipH="1">
              <a:off x="11987091" y="7876679"/>
              <a:ext cx="912196" cy="845466"/>
            </a:xfrm>
            <a:custGeom>
              <a:rect b="b" l="l" r="r" t="t"/>
              <a:pathLst>
                <a:path extrusionOk="0" h="4029" w="4347">
                  <a:moveTo>
                    <a:pt x="1" y="0"/>
                  </a:moveTo>
                  <a:lnTo>
                    <a:pt x="1" y="3107"/>
                  </a:lnTo>
                  <a:cubicBezTo>
                    <a:pt x="1" y="3617"/>
                    <a:pt x="412" y="4029"/>
                    <a:pt x="919" y="4029"/>
                  </a:cubicBezTo>
                  <a:lnTo>
                    <a:pt x="3424" y="4029"/>
                  </a:lnTo>
                  <a:cubicBezTo>
                    <a:pt x="3934" y="4029"/>
                    <a:pt x="4346" y="3617"/>
                    <a:pt x="4346" y="3107"/>
                  </a:cubicBezTo>
                  <a:lnTo>
                    <a:pt x="4346" y="0"/>
                  </a:ln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2" name="Google Shape;852;p60"/>
            <p:cNvSpPr/>
            <p:nvPr/>
          </p:nvSpPr>
          <p:spPr>
            <a:xfrm flipH="1">
              <a:off x="12140910" y="7346407"/>
              <a:ext cx="531118" cy="492506"/>
            </a:xfrm>
            <a:custGeom>
              <a:rect b="b" l="l" r="r" t="t"/>
              <a:pathLst>
                <a:path extrusionOk="0" h="2347" w="2531">
                  <a:moveTo>
                    <a:pt x="1232" y="0"/>
                  </a:moveTo>
                  <a:cubicBezTo>
                    <a:pt x="710" y="0"/>
                    <a:pt x="234" y="350"/>
                    <a:pt x="99" y="880"/>
                  </a:cubicBezTo>
                  <a:cubicBezTo>
                    <a:pt x="0" y="1259"/>
                    <a:pt x="99" y="1645"/>
                    <a:pt x="332" y="1926"/>
                  </a:cubicBezTo>
                  <a:cubicBezTo>
                    <a:pt x="485" y="2108"/>
                    <a:pt x="693" y="2247"/>
                    <a:pt x="941" y="2309"/>
                  </a:cubicBezTo>
                  <a:cubicBezTo>
                    <a:pt x="1039" y="2335"/>
                    <a:pt x="1137" y="2347"/>
                    <a:pt x="1234" y="2347"/>
                  </a:cubicBezTo>
                  <a:cubicBezTo>
                    <a:pt x="1383" y="2347"/>
                    <a:pt x="1528" y="2318"/>
                    <a:pt x="1663" y="2265"/>
                  </a:cubicBezTo>
                  <a:cubicBezTo>
                    <a:pt x="2002" y="2130"/>
                    <a:pt x="2272" y="1842"/>
                    <a:pt x="2366" y="1467"/>
                  </a:cubicBezTo>
                  <a:cubicBezTo>
                    <a:pt x="2530" y="840"/>
                    <a:pt x="2151" y="202"/>
                    <a:pt x="1524" y="37"/>
                  </a:cubicBezTo>
                  <a:cubicBezTo>
                    <a:pt x="1426" y="12"/>
                    <a:pt x="1328" y="0"/>
                    <a:pt x="1232" y="0"/>
                  </a:cubicBezTo>
                  <a:close/>
                </a:path>
              </a:pathLst>
            </a:custGeom>
            <a:solidFill>
              <a:srgbClr val="FDCF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3" name="Google Shape;853;p60"/>
            <p:cNvSpPr/>
            <p:nvPr/>
          </p:nvSpPr>
          <p:spPr>
            <a:xfrm flipH="1">
              <a:off x="12068961" y="7291431"/>
              <a:ext cx="378141" cy="348553"/>
            </a:xfrm>
            <a:custGeom>
              <a:rect b="b" l="l" r="r" t="t"/>
              <a:pathLst>
                <a:path extrusionOk="0" h="1661" w="1802">
                  <a:moveTo>
                    <a:pt x="1" y="1"/>
                  </a:moveTo>
                  <a:lnTo>
                    <a:pt x="1" y="1"/>
                  </a:lnTo>
                  <a:cubicBezTo>
                    <a:pt x="40" y="887"/>
                    <a:pt x="863" y="1660"/>
                    <a:pt x="1747" y="1660"/>
                  </a:cubicBezTo>
                  <a:cubicBezTo>
                    <a:pt x="1765" y="1660"/>
                    <a:pt x="1784" y="1660"/>
                    <a:pt x="1802" y="1659"/>
                  </a:cubicBezTo>
                  <a:lnTo>
                    <a:pt x="1135" y="32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96433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4" name="Google Shape;854;p60"/>
            <p:cNvSpPr/>
            <p:nvPr/>
          </p:nvSpPr>
          <p:spPr>
            <a:xfrm flipH="1">
              <a:off x="12337833" y="7308970"/>
              <a:ext cx="307848" cy="191848"/>
            </a:xfrm>
            <a:custGeom>
              <a:rect b="b" l="l" r="r" t="t"/>
              <a:pathLst>
                <a:path extrusionOk="0" h="1098" w="1762">
                  <a:moveTo>
                    <a:pt x="1762" y="1"/>
                  </a:moveTo>
                  <a:lnTo>
                    <a:pt x="526" y="223"/>
                  </a:lnTo>
                  <a:lnTo>
                    <a:pt x="1" y="1062"/>
                  </a:lnTo>
                  <a:cubicBezTo>
                    <a:pt x="102" y="1086"/>
                    <a:pt x="205" y="1098"/>
                    <a:pt x="308" y="1098"/>
                  </a:cubicBezTo>
                  <a:cubicBezTo>
                    <a:pt x="955" y="1098"/>
                    <a:pt x="1601" y="636"/>
                    <a:pt x="1762" y="1"/>
                  </a:cubicBezTo>
                  <a:close/>
                </a:path>
              </a:pathLst>
            </a:custGeom>
            <a:solidFill>
              <a:srgbClr val="96433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5" name="Google Shape;855;p60"/>
            <p:cNvSpPr/>
            <p:nvPr/>
          </p:nvSpPr>
          <p:spPr>
            <a:xfrm flipH="1">
              <a:off x="12345932" y="7544079"/>
              <a:ext cx="95060" cy="57498"/>
            </a:xfrm>
            <a:custGeom>
              <a:rect b="b" l="l" r="r" t="t"/>
              <a:pathLst>
                <a:path extrusionOk="0" h="274" w="453">
                  <a:moveTo>
                    <a:pt x="103" y="1"/>
                  </a:moveTo>
                  <a:cubicBezTo>
                    <a:pt x="67" y="1"/>
                    <a:pt x="33" y="24"/>
                    <a:pt x="19" y="58"/>
                  </a:cubicBezTo>
                  <a:cubicBezTo>
                    <a:pt x="0" y="105"/>
                    <a:pt x="26" y="160"/>
                    <a:pt x="73" y="178"/>
                  </a:cubicBezTo>
                  <a:lnTo>
                    <a:pt x="317" y="269"/>
                  </a:lnTo>
                  <a:cubicBezTo>
                    <a:pt x="328" y="273"/>
                    <a:pt x="339" y="273"/>
                    <a:pt x="350" y="273"/>
                  </a:cubicBezTo>
                  <a:cubicBezTo>
                    <a:pt x="387" y="273"/>
                    <a:pt x="423" y="251"/>
                    <a:pt x="434" y="215"/>
                  </a:cubicBezTo>
                  <a:cubicBezTo>
                    <a:pt x="452" y="167"/>
                    <a:pt x="431" y="116"/>
                    <a:pt x="383" y="98"/>
                  </a:cubicBezTo>
                  <a:lnTo>
                    <a:pt x="135" y="7"/>
                  </a:lnTo>
                  <a:cubicBezTo>
                    <a:pt x="125" y="3"/>
                    <a:pt x="114" y="1"/>
                    <a:pt x="103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6" name="Google Shape;856;p60"/>
            <p:cNvSpPr/>
            <p:nvPr/>
          </p:nvSpPr>
          <p:spPr>
            <a:xfrm flipH="1">
              <a:off x="12537308" y="7507986"/>
              <a:ext cx="86666" cy="39241"/>
            </a:xfrm>
            <a:custGeom>
              <a:rect b="b" l="l" r="r" t="t"/>
              <a:pathLst>
                <a:path extrusionOk="0" h="187" w="413">
                  <a:moveTo>
                    <a:pt x="96" y="0"/>
                  </a:moveTo>
                  <a:cubicBezTo>
                    <a:pt x="45" y="0"/>
                    <a:pt x="5" y="37"/>
                    <a:pt x="5" y="88"/>
                  </a:cubicBezTo>
                  <a:cubicBezTo>
                    <a:pt x="1" y="139"/>
                    <a:pt x="41" y="179"/>
                    <a:pt x="92" y="183"/>
                  </a:cubicBezTo>
                  <a:lnTo>
                    <a:pt x="318" y="186"/>
                  </a:lnTo>
                  <a:cubicBezTo>
                    <a:pt x="369" y="186"/>
                    <a:pt x="409" y="150"/>
                    <a:pt x="409" y="99"/>
                  </a:cubicBezTo>
                  <a:cubicBezTo>
                    <a:pt x="413" y="48"/>
                    <a:pt x="373" y="8"/>
                    <a:pt x="322" y="4"/>
                  </a:cubicBezTo>
                  <a:lnTo>
                    <a:pt x="9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7" name="Google Shape;857;p60"/>
            <p:cNvSpPr/>
            <p:nvPr/>
          </p:nvSpPr>
          <p:spPr>
            <a:xfrm flipH="1">
              <a:off x="12457567" y="7615215"/>
              <a:ext cx="118143" cy="60435"/>
            </a:xfrm>
            <a:custGeom>
              <a:rect b="b" l="l" r="r" t="t"/>
              <a:pathLst>
                <a:path extrusionOk="0" h="288" w="563">
                  <a:moveTo>
                    <a:pt x="101" y="1"/>
                  </a:moveTo>
                  <a:cubicBezTo>
                    <a:pt x="79" y="1"/>
                    <a:pt x="57" y="9"/>
                    <a:pt x="41" y="25"/>
                  </a:cubicBezTo>
                  <a:cubicBezTo>
                    <a:pt x="4" y="62"/>
                    <a:pt x="1" y="120"/>
                    <a:pt x="37" y="156"/>
                  </a:cubicBezTo>
                  <a:cubicBezTo>
                    <a:pt x="143" y="266"/>
                    <a:pt x="267" y="288"/>
                    <a:pt x="358" y="288"/>
                  </a:cubicBezTo>
                  <a:cubicBezTo>
                    <a:pt x="431" y="288"/>
                    <a:pt x="482" y="273"/>
                    <a:pt x="489" y="273"/>
                  </a:cubicBezTo>
                  <a:cubicBezTo>
                    <a:pt x="537" y="258"/>
                    <a:pt x="562" y="207"/>
                    <a:pt x="548" y="160"/>
                  </a:cubicBezTo>
                  <a:cubicBezTo>
                    <a:pt x="536" y="121"/>
                    <a:pt x="499" y="94"/>
                    <a:pt x="460" y="94"/>
                  </a:cubicBezTo>
                  <a:cubicBezTo>
                    <a:pt x="451" y="94"/>
                    <a:pt x="443" y="96"/>
                    <a:pt x="435" y="98"/>
                  </a:cubicBezTo>
                  <a:cubicBezTo>
                    <a:pt x="431" y="98"/>
                    <a:pt x="401" y="106"/>
                    <a:pt x="359" y="106"/>
                  </a:cubicBezTo>
                  <a:cubicBezTo>
                    <a:pt x="304" y="106"/>
                    <a:pt x="230" y="93"/>
                    <a:pt x="168" y="29"/>
                  </a:cubicBezTo>
                  <a:cubicBezTo>
                    <a:pt x="150" y="10"/>
                    <a:pt x="125" y="1"/>
                    <a:pt x="10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8" name="Google Shape;858;p60"/>
            <p:cNvSpPr/>
            <p:nvPr/>
          </p:nvSpPr>
          <p:spPr>
            <a:xfrm flipH="1">
              <a:off x="12123288" y="7585628"/>
              <a:ext cx="124228" cy="112477"/>
            </a:xfrm>
            <a:custGeom>
              <a:rect b="b" l="l" r="r" t="t"/>
              <a:pathLst>
                <a:path extrusionOk="0" h="536" w="592">
                  <a:moveTo>
                    <a:pt x="294" y="1"/>
                  </a:moveTo>
                  <a:cubicBezTo>
                    <a:pt x="176" y="1"/>
                    <a:pt x="68" y="79"/>
                    <a:pt x="37" y="199"/>
                  </a:cubicBezTo>
                  <a:cubicBezTo>
                    <a:pt x="1" y="345"/>
                    <a:pt x="85" y="491"/>
                    <a:pt x="227" y="527"/>
                  </a:cubicBezTo>
                  <a:cubicBezTo>
                    <a:pt x="249" y="533"/>
                    <a:pt x="272" y="535"/>
                    <a:pt x="294" y="535"/>
                  </a:cubicBezTo>
                  <a:cubicBezTo>
                    <a:pt x="415" y="535"/>
                    <a:pt x="524" y="454"/>
                    <a:pt x="555" y="334"/>
                  </a:cubicBezTo>
                  <a:cubicBezTo>
                    <a:pt x="591" y="192"/>
                    <a:pt x="504" y="46"/>
                    <a:pt x="362" y="9"/>
                  </a:cubicBezTo>
                  <a:cubicBezTo>
                    <a:pt x="339" y="4"/>
                    <a:pt x="317" y="1"/>
                    <a:pt x="294" y="1"/>
                  </a:cubicBezTo>
                  <a:close/>
                </a:path>
              </a:pathLst>
            </a:custGeom>
            <a:solidFill>
              <a:srgbClr val="FDCF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9" name="Google Shape;859;p60"/>
            <p:cNvSpPr/>
            <p:nvPr/>
          </p:nvSpPr>
          <p:spPr>
            <a:xfrm flipH="1">
              <a:off x="12155385" y="8295943"/>
              <a:ext cx="876313" cy="713893"/>
            </a:xfrm>
            <a:custGeom>
              <a:rect b="b" l="l" r="r" t="t"/>
              <a:pathLst>
                <a:path extrusionOk="0" h="3402" w="4176">
                  <a:moveTo>
                    <a:pt x="1" y="0"/>
                  </a:moveTo>
                  <a:lnTo>
                    <a:pt x="1" y="3402"/>
                  </a:lnTo>
                  <a:lnTo>
                    <a:pt x="4175" y="3402"/>
                  </a:lnTo>
                  <a:lnTo>
                    <a:pt x="4175" y="0"/>
                  </a:lnTo>
                  <a:close/>
                </a:path>
              </a:pathLst>
            </a:custGeom>
            <a:solidFill>
              <a:srgbClr val="4A48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0" name="Google Shape;860;p60"/>
            <p:cNvSpPr/>
            <p:nvPr/>
          </p:nvSpPr>
          <p:spPr>
            <a:xfrm flipH="1">
              <a:off x="10528247" y="8334764"/>
              <a:ext cx="2473653" cy="1469964"/>
            </a:xfrm>
            <a:custGeom>
              <a:rect b="b" l="l" r="r" t="t"/>
              <a:pathLst>
                <a:path extrusionOk="0" h="7005" w="11788">
                  <a:moveTo>
                    <a:pt x="9815" y="1"/>
                  </a:moveTo>
                  <a:cubicBezTo>
                    <a:pt x="9577" y="1"/>
                    <a:pt x="9335" y="50"/>
                    <a:pt x="9104" y="154"/>
                  </a:cubicBezTo>
                  <a:lnTo>
                    <a:pt x="1259" y="3691"/>
                  </a:lnTo>
                  <a:cubicBezTo>
                    <a:pt x="387" y="4084"/>
                    <a:pt x="1" y="5109"/>
                    <a:pt x="395" y="5984"/>
                  </a:cubicBezTo>
                  <a:cubicBezTo>
                    <a:pt x="683" y="6622"/>
                    <a:pt x="1313" y="7005"/>
                    <a:pt x="1973" y="7005"/>
                  </a:cubicBezTo>
                  <a:cubicBezTo>
                    <a:pt x="2210" y="7005"/>
                    <a:pt x="2451" y="6954"/>
                    <a:pt x="2684" y="6848"/>
                  </a:cubicBezTo>
                  <a:lnTo>
                    <a:pt x="10530" y="3312"/>
                  </a:lnTo>
                  <a:cubicBezTo>
                    <a:pt x="11401" y="2918"/>
                    <a:pt x="11788" y="1893"/>
                    <a:pt x="11398" y="1022"/>
                  </a:cubicBezTo>
                  <a:cubicBezTo>
                    <a:pt x="11108" y="381"/>
                    <a:pt x="10476" y="1"/>
                    <a:pt x="9815" y="1"/>
                  </a:cubicBezTo>
                  <a:close/>
                </a:path>
              </a:pathLst>
            </a:custGeom>
            <a:solidFill>
              <a:srgbClr val="00E0C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1" name="Google Shape;861;p60"/>
            <p:cNvSpPr/>
            <p:nvPr/>
          </p:nvSpPr>
          <p:spPr>
            <a:xfrm flipH="1">
              <a:off x="12224209" y="9006679"/>
              <a:ext cx="1217521" cy="919751"/>
            </a:xfrm>
            <a:custGeom>
              <a:rect b="b" l="l" r="r" t="t"/>
              <a:pathLst>
                <a:path extrusionOk="0" h="4383" w="5802">
                  <a:moveTo>
                    <a:pt x="4288" y="0"/>
                  </a:moveTo>
                  <a:cubicBezTo>
                    <a:pt x="3605" y="528"/>
                    <a:pt x="2696" y="676"/>
                    <a:pt x="1890" y="676"/>
                  </a:cubicBezTo>
                  <a:cubicBezTo>
                    <a:pt x="861" y="676"/>
                    <a:pt x="1" y="434"/>
                    <a:pt x="1" y="434"/>
                  </a:cubicBezTo>
                  <a:lnTo>
                    <a:pt x="1" y="434"/>
                  </a:lnTo>
                  <a:lnTo>
                    <a:pt x="3810" y="4382"/>
                  </a:lnTo>
                  <a:lnTo>
                    <a:pt x="5801" y="2837"/>
                  </a:lnTo>
                  <a:lnTo>
                    <a:pt x="428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2" name="Google Shape;862;p60"/>
            <p:cNvSpPr/>
            <p:nvPr/>
          </p:nvSpPr>
          <p:spPr>
            <a:xfrm flipH="1">
              <a:off x="12202804" y="8987374"/>
              <a:ext cx="1259490" cy="958152"/>
            </a:xfrm>
            <a:custGeom>
              <a:rect b="b" l="l" r="r" t="t"/>
              <a:pathLst>
                <a:path extrusionOk="0" h="4566" w="6002">
                  <a:moveTo>
                    <a:pt x="4357" y="227"/>
                  </a:moveTo>
                  <a:lnTo>
                    <a:pt x="5782" y="2903"/>
                  </a:lnTo>
                  <a:lnTo>
                    <a:pt x="3916" y="4354"/>
                  </a:lnTo>
                  <a:lnTo>
                    <a:pt x="379" y="686"/>
                  </a:lnTo>
                  <a:lnTo>
                    <a:pt x="379" y="686"/>
                  </a:lnTo>
                  <a:cubicBezTo>
                    <a:pt x="664" y="748"/>
                    <a:pt x="1123" y="829"/>
                    <a:pt x="1655" y="851"/>
                  </a:cubicBezTo>
                  <a:cubicBezTo>
                    <a:pt x="1761" y="856"/>
                    <a:pt x="1873" y="859"/>
                    <a:pt x="1989" y="859"/>
                  </a:cubicBezTo>
                  <a:cubicBezTo>
                    <a:pt x="2732" y="859"/>
                    <a:pt x="3647" y="729"/>
                    <a:pt x="4357" y="227"/>
                  </a:cubicBezTo>
                  <a:close/>
                  <a:moveTo>
                    <a:pt x="4393" y="0"/>
                  </a:moveTo>
                  <a:cubicBezTo>
                    <a:pt x="4370" y="0"/>
                    <a:pt x="4350" y="7"/>
                    <a:pt x="4331" y="19"/>
                  </a:cubicBezTo>
                  <a:cubicBezTo>
                    <a:pt x="3670" y="531"/>
                    <a:pt x="2781" y="675"/>
                    <a:pt x="1990" y="675"/>
                  </a:cubicBezTo>
                  <a:cubicBezTo>
                    <a:pt x="984" y="675"/>
                    <a:pt x="138" y="443"/>
                    <a:pt x="124" y="439"/>
                  </a:cubicBezTo>
                  <a:cubicBezTo>
                    <a:pt x="116" y="436"/>
                    <a:pt x="108" y="435"/>
                    <a:pt x="101" y="435"/>
                  </a:cubicBezTo>
                  <a:cubicBezTo>
                    <a:pt x="68" y="435"/>
                    <a:pt x="36" y="453"/>
                    <a:pt x="18" y="482"/>
                  </a:cubicBezTo>
                  <a:cubicBezTo>
                    <a:pt x="0" y="515"/>
                    <a:pt x="4" y="562"/>
                    <a:pt x="33" y="592"/>
                  </a:cubicBezTo>
                  <a:lnTo>
                    <a:pt x="3843" y="4536"/>
                  </a:lnTo>
                  <a:cubicBezTo>
                    <a:pt x="3861" y="4555"/>
                    <a:pt x="3883" y="4565"/>
                    <a:pt x="3908" y="4565"/>
                  </a:cubicBezTo>
                  <a:cubicBezTo>
                    <a:pt x="3927" y="4565"/>
                    <a:pt x="3949" y="4558"/>
                    <a:pt x="3963" y="4547"/>
                  </a:cubicBezTo>
                  <a:lnTo>
                    <a:pt x="5954" y="2998"/>
                  </a:lnTo>
                  <a:cubicBezTo>
                    <a:pt x="5990" y="2972"/>
                    <a:pt x="6001" y="2925"/>
                    <a:pt x="5979" y="2885"/>
                  </a:cubicBezTo>
                  <a:lnTo>
                    <a:pt x="4466" y="48"/>
                  </a:lnTo>
                  <a:cubicBezTo>
                    <a:pt x="4455" y="27"/>
                    <a:pt x="4433" y="8"/>
                    <a:pt x="4408" y="1"/>
                  </a:cubicBezTo>
                  <a:cubicBezTo>
                    <a:pt x="4403" y="0"/>
                    <a:pt x="4398" y="0"/>
                    <a:pt x="4393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3" name="Google Shape;863;p60"/>
            <p:cNvSpPr/>
            <p:nvPr/>
          </p:nvSpPr>
          <p:spPr>
            <a:xfrm flipH="1">
              <a:off x="11616923" y="8903437"/>
              <a:ext cx="1338182" cy="1012922"/>
            </a:xfrm>
            <a:custGeom>
              <a:rect b="b" l="l" r="r" t="t"/>
              <a:pathLst>
                <a:path extrusionOk="0" h="4827" w="6377">
                  <a:moveTo>
                    <a:pt x="6377" y="0"/>
                  </a:moveTo>
                  <a:lnTo>
                    <a:pt x="6377" y="0"/>
                  </a:lnTo>
                  <a:cubicBezTo>
                    <a:pt x="6377" y="0"/>
                    <a:pt x="4807" y="642"/>
                    <a:pt x="3200" y="642"/>
                  </a:cubicBezTo>
                  <a:cubicBezTo>
                    <a:pt x="2755" y="642"/>
                    <a:pt x="2307" y="592"/>
                    <a:pt x="1889" y="467"/>
                  </a:cubicBezTo>
                  <a:lnTo>
                    <a:pt x="0" y="3110"/>
                  </a:lnTo>
                  <a:lnTo>
                    <a:pt x="2924" y="4827"/>
                  </a:lnTo>
                  <a:lnTo>
                    <a:pt x="3486" y="4043"/>
                  </a:lnTo>
                  <a:lnTo>
                    <a:pt x="2771" y="3533"/>
                  </a:lnTo>
                  <a:lnTo>
                    <a:pt x="2771" y="3533"/>
                  </a:lnTo>
                  <a:cubicBezTo>
                    <a:pt x="2812" y="3536"/>
                    <a:pt x="2853" y="3537"/>
                    <a:pt x="2894" y="3537"/>
                  </a:cubicBezTo>
                  <a:cubicBezTo>
                    <a:pt x="3583" y="3537"/>
                    <a:pt x="4146" y="3121"/>
                    <a:pt x="4146" y="3121"/>
                  </a:cubicBezTo>
                  <a:lnTo>
                    <a:pt x="637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4" name="Google Shape;864;p60"/>
            <p:cNvSpPr/>
            <p:nvPr/>
          </p:nvSpPr>
          <p:spPr>
            <a:xfrm flipH="1">
              <a:off x="11596149" y="8884341"/>
              <a:ext cx="1378891" cy="1051323"/>
            </a:xfrm>
            <a:custGeom>
              <a:rect b="b" l="l" r="r" t="t"/>
              <a:pathLst>
                <a:path extrusionOk="0" h="5010" w="6571">
                  <a:moveTo>
                    <a:pt x="6224" y="281"/>
                  </a:moveTo>
                  <a:lnTo>
                    <a:pt x="4175" y="3146"/>
                  </a:lnTo>
                  <a:cubicBezTo>
                    <a:pt x="4093" y="3204"/>
                    <a:pt x="3588" y="3537"/>
                    <a:pt x="2989" y="3537"/>
                  </a:cubicBezTo>
                  <a:cubicBezTo>
                    <a:pt x="2951" y="3537"/>
                    <a:pt x="2912" y="3535"/>
                    <a:pt x="2873" y="3533"/>
                  </a:cubicBezTo>
                  <a:cubicBezTo>
                    <a:pt x="2871" y="3532"/>
                    <a:pt x="2868" y="3532"/>
                    <a:pt x="2865" y="3532"/>
                  </a:cubicBezTo>
                  <a:cubicBezTo>
                    <a:pt x="2825" y="3532"/>
                    <a:pt x="2792" y="3557"/>
                    <a:pt x="2779" y="3595"/>
                  </a:cubicBezTo>
                  <a:cubicBezTo>
                    <a:pt x="2768" y="3631"/>
                    <a:pt x="2779" y="3675"/>
                    <a:pt x="2811" y="3700"/>
                  </a:cubicBezTo>
                  <a:lnTo>
                    <a:pt x="3453" y="4156"/>
                  </a:lnTo>
                  <a:lnTo>
                    <a:pt x="2994" y="4798"/>
                  </a:lnTo>
                  <a:lnTo>
                    <a:pt x="227" y="3172"/>
                  </a:lnTo>
                  <a:lnTo>
                    <a:pt x="2020" y="663"/>
                  </a:lnTo>
                  <a:cubicBezTo>
                    <a:pt x="2432" y="779"/>
                    <a:pt x="2868" y="823"/>
                    <a:pt x="3295" y="823"/>
                  </a:cubicBezTo>
                  <a:cubicBezTo>
                    <a:pt x="3908" y="823"/>
                    <a:pt x="4501" y="732"/>
                    <a:pt x="4970" y="631"/>
                  </a:cubicBezTo>
                  <a:cubicBezTo>
                    <a:pt x="5502" y="518"/>
                    <a:pt x="5954" y="375"/>
                    <a:pt x="6224" y="281"/>
                  </a:cubicBezTo>
                  <a:close/>
                  <a:moveTo>
                    <a:pt x="6472" y="1"/>
                  </a:moveTo>
                  <a:cubicBezTo>
                    <a:pt x="6461" y="1"/>
                    <a:pt x="6450" y="3"/>
                    <a:pt x="6439" y="7"/>
                  </a:cubicBezTo>
                  <a:cubicBezTo>
                    <a:pt x="6419" y="16"/>
                    <a:pt x="4866" y="641"/>
                    <a:pt x="3294" y="641"/>
                  </a:cubicBezTo>
                  <a:cubicBezTo>
                    <a:pt x="2858" y="641"/>
                    <a:pt x="2420" y="593"/>
                    <a:pt x="2013" y="470"/>
                  </a:cubicBezTo>
                  <a:cubicBezTo>
                    <a:pt x="2004" y="468"/>
                    <a:pt x="1995" y="467"/>
                    <a:pt x="1986" y="467"/>
                  </a:cubicBezTo>
                  <a:cubicBezTo>
                    <a:pt x="1956" y="467"/>
                    <a:pt x="1928" y="480"/>
                    <a:pt x="1911" y="503"/>
                  </a:cubicBezTo>
                  <a:lnTo>
                    <a:pt x="22" y="3146"/>
                  </a:lnTo>
                  <a:cubicBezTo>
                    <a:pt x="8" y="3168"/>
                    <a:pt x="1" y="3194"/>
                    <a:pt x="4" y="3219"/>
                  </a:cubicBezTo>
                  <a:cubicBezTo>
                    <a:pt x="12" y="3245"/>
                    <a:pt x="26" y="3266"/>
                    <a:pt x="48" y="3277"/>
                  </a:cubicBezTo>
                  <a:lnTo>
                    <a:pt x="2972" y="4998"/>
                  </a:lnTo>
                  <a:cubicBezTo>
                    <a:pt x="2986" y="5005"/>
                    <a:pt x="3005" y="5009"/>
                    <a:pt x="3019" y="5009"/>
                  </a:cubicBezTo>
                  <a:cubicBezTo>
                    <a:pt x="3048" y="5009"/>
                    <a:pt x="3078" y="4998"/>
                    <a:pt x="3092" y="4973"/>
                  </a:cubicBezTo>
                  <a:lnTo>
                    <a:pt x="3654" y="4189"/>
                  </a:lnTo>
                  <a:cubicBezTo>
                    <a:pt x="3683" y="4149"/>
                    <a:pt x="3676" y="4090"/>
                    <a:pt x="3632" y="4061"/>
                  </a:cubicBezTo>
                  <a:lnTo>
                    <a:pt x="3147" y="3715"/>
                  </a:lnTo>
                  <a:cubicBezTo>
                    <a:pt x="3781" y="3660"/>
                    <a:pt x="4270" y="3303"/>
                    <a:pt x="4295" y="3288"/>
                  </a:cubicBezTo>
                  <a:cubicBezTo>
                    <a:pt x="4303" y="3281"/>
                    <a:pt x="4310" y="3274"/>
                    <a:pt x="4314" y="3266"/>
                  </a:cubicBezTo>
                  <a:lnTo>
                    <a:pt x="6545" y="146"/>
                  </a:lnTo>
                  <a:cubicBezTo>
                    <a:pt x="6570" y="113"/>
                    <a:pt x="6570" y="69"/>
                    <a:pt x="6545" y="36"/>
                  </a:cubicBezTo>
                  <a:cubicBezTo>
                    <a:pt x="6527" y="13"/>
                    <a:pt x="6499" y="1"/>
                    <a:pt x="647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5" name="Google Shape;865;p60"/>
            <p:cNvSpPr/>
            <p:nvPr/>
          </p:nvSpPr>
          <p:spPr>
            <a:xfrm flipH="1">
              <a:off x="11027060" y="7893256"/>
              <a:ext cx="1114067" cy="1265785"/>
            </a:xfrm>
            <a:custGeom>
              <a:rect b="b" l="l" r="r" t="t"/>
              <a:pathLst>
                <a:path extrusionOk="0" h="6032" w="5309">
                  <a:moveTo>
                    <a:pt x="1042" y="0"/>
                  </a:moveTo>
                  <a:cubicBezTo>
                    <a:pt x="757" y="0"/>
                    <a:pt x="477" y="134"/>
                    <a:pt x="299" y="384"/>
                  </a:cubicBezTo>
                  <a:cubicBezTo>
                    <a:pt x="8" y="793"/>
                    <a:pt x="103" y="1362"/>
                    <a:pt x="515" y="1657"/>
                  </a:cubicBezTo>
                  <a:lnTo>
                    <a:pt x="2669" y="3188"/>
                  </a:lnTo>
                  <a:lnTo>
                    <a:pt x="602" y="4322"/>
                  </a:lnTo>
                  <a:cubicBezTo>
                    <a:pt x="161" y="4566"/>
                    <a:pt x="0" y="5120"/>
                    <a:pt x="245" y="5561"/>
                  </a:cubicBezTo>
                  <a:cubicBezTo>
                    <a:pt x="409" y="5864"/>
                    <a:pt x="722" y="6032"/>
                    <a:pt x="1043" y="6032"/>
                  </a:cubicBezTo>
                  <a:cubicBezTo>
                    <a:pt x="1193" y="6032"/>
                    <a:pt x="1342" y="5995"/>
                    <a:pt x="1481" y="5922"/>
                  </a:cubicBezTo>
                  <a:lnTo>
                    <a:pt x="4816" y="4089"/>
                  </a:lnTo>
                  <a:cubicBezTo>
                    <a:pt x="5094" y="3935"/>
                    <a:pt x="5272" y="3655"/>
                    <a:pt x="5290" y="3341"/>
                  </a:cubicBezTo>
                  <a:cubicBezTo>
                    <a:pt x="5309" y="3028"/>
                    <a:pt x="5163" y="2729"/>
                    <a:pt x="4908" y="2546"/>
                  </a:cubicBezTo>
                  <a:lnTo>
                    <a:pt x="1572" y="169"/>
                  </a:lnTo>
                  <a:cubicBezTo>
                    <a:pt x="1411" y="55"/>
                    <a:pt x="1226" y="0"/>
                    <a:pt x="1042" y="0"/>
                  </a:cubicBezTo>
                  <a:close/>
                </a:path>
              </a:pathLst>
            </a:custGeom>
            <a:solidFill>
              <a:srgbClr val="FDCF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6" name="Google Shape;866;p60"/>
            <p:cNvSpPr/>
            <p:nvPr/>
          </p:nvSpPr>
          <p:spPr>
            <a:xfrm flipH="1">
              <a:off x="11501309" y="7865977"/>
              <a:ext cx="666678" cy="601416"/>
            </a:xfrm>
            <a:custGeom>
              <a:rect b="b" l="l" r="r" t="t"/>
              <a:pathLst>
                <a:path extrusionOk="0" h="2866" w="3177">
                  <a:moveTo>
                    <a:pt x="1145" y="0"/>
                  </a:moveTo>
                  <a:cubicBezTo>
                    <a:pt x="832" y="0"/>
                    <a:pt x="524" y="146"/>
                    <a:pt x="325" y="420"/>
                  </a:cubicBezTo>
                  <a:cubicBezTo>
                    <a:pt x="1" y="872"/>
                    <a:pt x="103" y="1502"/>
                    <a:pt x="555" y="1827"/>
                  </a:cubicBezTo>
                  <a:lnTo>
                    <a:pt x="1999" y="2866"/>
                  </a:lnTo>
                  <a:lnTo>
                    <a:pt x="3176" y="1229"/>
                  </a:lnTo>
                  <a:lnTo>
                    <a:pt x="1733" y="190"/>
                  </a:lnTo>
                  <a:cubicBezTo>
                    <a:pt x="1554" y="62"/>
                    <a:pt x="1349" y="0"/>
                    <a:pt x="1145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7" name="Google Shape;867;p60"/>
            <p:cNvSpPr/>
            <p:nvPr/>
          </p:nvSpPr>
          <p:spPr>
            <a:xfrm flipH="1">
              <a:off x="11834118" y="8776902"/>
              <a:ext cx="708227" cy="613797"/>
            </a:xfrm>
            <a:custGeom>
              <a:rect b="b" l="l" r="r" t="t"/>
              <a:pathLst>
                <a:path extrusionOk="0" h="2925" w="3375">
                  <a:moveTo>
                    <a:pt x="2896" y="1"/>
                  </a:moveTo>
                  <a:cubicBezTo>
                    <a:pt x="2141" y="1"/>
                    <a:pt x="813" y="636"/>
                    <a:pt x="451" y="1088"/>
                  </a:cubicBezTo>
                  <a:cubicBezTo>
                    <a:pt x="107" y="1515"/>
                    <a:pt x="0" y="2700"/>
                    <a:pt x="289" y="2700"/>
                  </a:cubicBezTo>
                  <a:cubicBezTo>
                    <a:pt x="313" y="2700"/>
                    <a:pt x="340" y="2692"/>
                    <a:pt x="370" y="2674"/>
                  </a:cubicBezTo>
                  <a:cubicBezTo>
                    <a:pt x="757" y="2448"/>
                    <a:pt x="1661" y="2149"/>
                    <a:pt x="1661" y="2149"/>
                  </a:cubicBezTo>
                  <a:lnTo>
                    <a:pt x="1661" y="2149"/>
                  </a:lnTo>
                  <a:cubicBezTo>
                    <a:pt x="1661" y="2149"/>
                    <a:pt x="921" y="2924"/>
                    <a:pt x="1077" y="2924"/>
                  </a:cubicBezTo>
                  <a:cubicBezTo>
                    <a:pt x="1113" y="2924"/>
                    <a:pt x="1198" y="2883"/>
                    <a:pt x="1351" y="2780"/>
                  </a:cubicBezTo>
                  <a:cubicBezTo>
                    <a:pt x="2164" y="2233"/>
                    <a:pt x="3374" y="1730"/>
                    <a:pt x="3374" y="1730"/>
                  </a:cubicBezTo>
                  <a:lnTo>
                    <a:pt x="2933" y="1"/>
                  </a:lnTo>
                  <a:cubicBezTo>
                    <a:pt x="2921" y="1"/>
                    <a:pt x="2908" y="1"/>
                    <a:pt x="2896" y="1"/>
                  </a:cubicBezTo>
                  <a:close/>
                </a:path>
              </a:pathLst>
            </a:custGeom>
            <a:solidFill>
              <a:srgbClr val="FDCF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8" name="Google Shape;868;p60"/>
            <p:cNvSpPr/>
            <p:nvPr/>
          </p:nvSpPr>
          <p:spPr>
            <a:xfrm flipH="1">
              <a:off x="12234293" y="9090826"/>
              <a:ext cx="293153" cy="188441"/>
            </a:xfrm>
            <a:custGeom>
              <a:rect b="b" l="l" r="r" t="t"/>
              <a:pathLst>
                <a:path extrusionOk="0" h="898" w="1397">
                  <a:moveTo>
                    <a:pt x="1342" y="0"/>
                  </a:moveTo>
                  <a:cubicBezTo>
                    <a:pt x="813" y="164"/>
                    <a:pt x="33" y="726"/>
                    <a:pt x="0" y="748"/>
                  </a:cubicBezTo>
                  <a:lnTo>
                    <a:pt x="106" y="897"/>
                  </a:lnTo>
                  <a:cubicBezTo>
                    <a:pt x="113" y="890"/>
                    <a:pt x="897" y="328"/>
                    <a:pt x="1397" y="172"/>
                  </a:cubicBezTo>
                  <a:lnTo>
                    <a:pt x="134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9" name="Google Shape;869;p60"/>
            <p:cNvSpPr/>
            <p:nvPr/>
          </p:nvSpPr>
          <p:spPr>
            <a:xfrm flipH="1">
              <a:off x="12223591" y="8970586"/>
              <a:ext cx="306164" cy="219078"/>
            </a:xfrm>
            <a:custGeom>
              <a:rect b="b" l="l" r="r" t="t"/>
              <a:pathLst>
                <a:path extrusionOk="0" h="1044" w="1459">
                  <a:moveTo>
                    <a:pt x="1404" y="1"/>
                  </a:moveTo>
                  <a:cubicBezTo>
                    <a:pt x="777" y="190"/>
                    <a:pt x="15" y="879"/>
                    <a:pt x="0" y="974"/>
                  </a:cubicBezTo>
                  <a:lnTo>
                    <a:pt x="99" y="985"/>
                  </a:lnTo>
                  <a:lnTo>
                    <a:pt x="161" y="1044"/>
                  </a:lnTo>
                  <a:cubicBezTo>
                    <a:pt x="168" y="1036"/>
                    <a:pt x="821" y="369"/>
                    <a:pt x="1459" y="176"/>
                  </a:cubicBezTo>
                  <a:lnTo>
                    <a:pt x="1404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0" name="Google Shape;870;p60"/>
            <p:cNvSpPr/>
            <p:nvPr/>
          </p:nvSpPr>
          <p:spPr>
            <a:xfrm flipH="1">
              <a:off x="12236601" y="8892525"/>
              <a:ext cx="271749" cy="205438"/>
            </a:xfrm>
            <a:custGeom>
              <a:rect b="b" l="l" r="r" t="t"/>
              <a:pathLst>
                <a:path extrusionOk="0" h="979" w="1295">
                  <a:moveTo>
                    <a:pt x="1251" y="1"/>
                  </a:moveTo>
                  <a:cubicBezTo>
                    <a:pt x="566" y="176"/>
                    <a:pt x="26" y="839"/>
                    <a:pt x="0" y="912"/>
                  </a:cubicBezTo>
                  <a:lnTo>
                    <a:pt x="172" y="971"/>
                  </a:lnTo>
                  <a:cubicBezTo>
                    <a:pt x="172" y="971"/>
                    <a:pt x="172" y="972"/>
                    <a:pt x="172" y="972"/>
                  </a:cubicBezTo>
                  <a:lnTo>
                    <a:pt x="172" y="972"/>
                  </a:lnTo>
                  <a:cubicBezTo>
                    <a:pt x="240" y="868"/>
                    <a:pt x="734" y="322"/>
                    <a:pt x="1295" y="176"/>
                  </a:cubicBezTo>
                  <a:lnTo>
                    <a:pt x="1251" y="1"/>
                  </a:lnTo>
                  <a:close/>
                  <a:moveTo>
                    <a:pt x="172" y="972"/>
                  </a:moveTo>
                  <a:cubicBezTo>
                    <a:pt x="170" y="974"/>
                    <a:pt x="169" y="976"/>
                    <a:pt x="168" y="978"/>
                  </a:cubicBezTo>
                  <a:cubicBezTo>
                    <a:pt x="171" y="975"/>
                    <a:pt x="172" y="974"/>
                    <a:pt x="172" y="97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871" name="Google Shape;871;p60"/>
            <p:cNvGrpSpPr/>
            <p:nvPr/>
          </p:nvGrpSpPr>
          <p:grpSpPr>
            <a:xfrm>
              <a:off x="12173834" y="3599884"/>
              <a:ext cx="7420263" cy="7119794"/>
              <a:chOff x="12173834" y="3599884"/>
              <a:chExt cx="7420263" cy="7119794"/>
            </a:xfrm>
          </p:grpSpPr>
          <p:sp>
            <p:nvSpPr>
              <p:cNvPr id="872" name="Google Shape;872;p60"/>
              <p:cNvSpPr/>
              <p:nvPr/>
            </p:nvSpPr>
            <p:spPr>
              <a:xfrm flipH="1">
                <a:off x="17981244" y="6321328"/>
                <a:ext cx="333654" cy="69039"/>
              </a:xfrm>
              <a:custGeom>
                <a:rect b="b" l="l" r="r" t="t"/>
                <a:pathLst>
                  <a:path extrusionOk="0" h="329" w="1590">
                    <a:moveTo>
                      <a:pt x="1312" y="1"/>
                    </a:moveTo>
                    <a:cubicBezTo>
                      <a:pt x="749" y="1"/>
                      <a:pt x="34" y="144"/>
                      <a:pt x="0" y="150"/>
                    </a:cubicBezTo>
                    <a:lnTo>
                      <a:pt x="37" y="329"/>
                    </a:lnTo>
                    <a:cubicBezTo>
                      <a:pt x="46" y="326"/>
                      <a:pt x="768" y="181"/>
                      <a:pt x="1314" y="181"/>
                    </a:cubicBezTo>
                    <a:cubicBezTo>
                      <a:pt x="1405" y="181"/>
                      <a:pt x="1491" y="185"/>
                      <a:pt x="1568" y="194"/>
                    </a:cubicBezTo>
                    <a:lnTo>
                      <a:pt x="1590" y="15"/>
                    </a:lnTo>
                    <a:cubicBezTo>
                      <a:pt x="1505" y="5"/>
                      <a:pt x="1411" y="1"/>
                      <a:pt x="1312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3" name="Google Shape;873;p60"/>
              <p:cNvSpPr/>
              <p:nvPr/>
            </p:nvSpPr>
            <p:spPr>
              <a:xfrm flipH="1">
                <a:off x="17919130" y="6212630"/>
                <a:ext cx="365970" cy="97578"/>
              </a:xfrm>
              <a:custGeom>
                <a:rect b="b" l="l" r="r" t="t"/>
                <a:pathLst>
                  <a:path extrusionOk="0" h="465" w="1744">
                    <a:moveTo>
                      <a:pt x="1492" y="1"/>
                    </a:moveTo>
                    <a:cubicBezTo>
                      <a:pt x="843" y="1"/>
                      <a:pt x="49" y="259"/>
                      <a:pt x="0" y="333"/>
                    </a:cubicBezTo>
                    <a:lnTo>
                      <a:pt x="84" y="388"/>
                    </a:lnTo>
                    <a:lnTo>
                      <a:pt x="121" y="464"/>
                    </a:lnTo>
                    <a:cubicBezTo>
                      <a:pt x="205" y="425"/>
                      <a:pt x="900" y="181"/>
                      <a:pt x="1493" y="181"/>
                    </a:cubicBezTo>
                    <a:cubicBezTo>
                      <a:pt x="1570" y="181"/>
                      <a:pt x="1646" y="185"/>
                      <a:pt x="1718" y="194"/>
                    </a:cubicBezTo>
                    <a:lnTo>
                      <a:pt x="1743" y="16"/>
                    </a:lnTo>
                    <a:cubicBezTo>
                      <a:pt x="1663" y="5"/>
                      <a:pt x="1579" y="1"/>
                      <a:pt x="1492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4" name="Google Shape;874;p60"/>
              <p:cNvSpPr/>
              <p:nvPr/>
            </p:nvSpPr>
            <p:spPr>
              <a:xfrm flipH="1">
                <a:off x="17897097" y="6132050"/>
                <a:ext cx="329037" cy="101565"/>
              </a:xfrm>
              <a:custGeom>
                <a:rect b="b" l="l" r="r" t="t"/>
                <a:pathLst>
                  <a:path extrusionOk="0" h="484" w="1568">
                    <a:moveTo>
                      <a:pt x="1274" y="0"/>
                    </a:moveTo>
                    <a:cubicBezTo>
                      <a:pt x="646" y="0"/>
                      <a:pt x="48" y="302"/>
                      <a:pt x="0" y="352"/>
                    </a:cubicBezTo>
                    <a:lnTo>
                      <a:pt x="135" y="476"/>
                    </a:lnTo>
                    <a:cubicBezTo>
                      <a:pt x="131" y="480"/>
                      <a:pt x="131" y="480"/>
                      <a:pt x="128" y="483"/>
                    </a:cubicBezTo>
                    <a:cubicBezTo>
                      <a:pt x="169" y="452"/>
                      <a:pt x="717" y="182"/>
                      <a:pt x="1280" y="182"/>
                    </a:cubicBezTo>
                    <a:cubicBezTo>
                      <a:pt x="1367" y="182"/>
                      <a:pt x="1453" y="188"/>
                      <a:pt x="1539" y="203"/>
                    </a:cubicBezTo>
                    <a:lnTo>
                      <a:pt x="1568" y="24"/>
                    </a:lnTo>
                    <a:cubicBezTo>
                      <a:pt x="1471" y="7"/>
                      <a:pt x="1372" y="0"/>
                      <a:pt x="127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5" name="Google Shape;875;p60"/>
              <p:cNvSpPr/>
              <p:nvPr/>
            </p:nvSpPr>
            <p:spPr>
              <a:xfrm flipH="1">
                <a:off x="14276834" y="6387848"/>
                <a:ext cx="5317262" cy="4331830"/>
              </a:xfrm>
              <a:custGeom>
                <a:rect b="b" l="l" r="r" t="t"/>
                <a:pathLst>
                  <a:path extrusionOk="0" h="20643" w="25339">
                    <a:moveTo>
                      <a:pt x="20800" y="183"/>
                    </a:moveTo>
                    <a:cubicBezTo>
                      <a:pt x="23202" y="183"/>
                      <a:pt x="25156" y="2137"/>
                      <a:pt x="25156" y="4536"/>
                    </a:cubicBezTo>
                    <a:lnTo>
                      <a:pt x="25156" y="20461"/>
                    </a:lnTo>
                    <a:lnTo>
                      <a:pt x="183" y="20461"/>
                    </a:lnTo>
                    <a:lnTo>
                      <a:pt x="183" y="4536"/>
                    </a:lnTo>
                    <a:cubicBezTo>
                      <a:pt x="183" y="2137"/>
                      <a:pt x="2137" y="183"/>
                      <a:pt x="4540" y="183"/>
                    </a:cubicBezTo>
                    <a:close/>
                    <a:moveTo>
                      <a:pt x="4540" y="1"/>
                    </a:moveTo>
                    <a:cubicBezTo>
                      <a:pt x="2035" y="1"/>
                      <a:pt x="1" y="2035"/>
                      <a:pt x="1" y="4536"/>
                    </a:cubicBezTo>
                    <a:lnTo>
                      <a:pt x="1" y="20643"/>
                    </a:lnTo>
                    <a:lnTo>
                      <a:pt x="25339" y="20643"/>
                    </a:lnTo>
                    <a:lnTo>
                      <a:pt x="25339" y="4536"/>
                    </a:lnTo>
                    <a:cubicBezTo>
                      <a:pt x="25339" y="2035"/>
                      <a:pt x="23301" y="1"/>
                      <a:pt x="20800" y="1"/>
                    </a:cubicBezTo>
                    <a:close/>
                  </a:path>
                </a:pathLst>
              </a:custGeom>
              <a:solidFill>
                <a:srgbClr val="CC9E1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6" name="Google Shape;876;p60"/>
              <p:cNvSpPr/>
              <p:nvPr/>
            </p:nvSpPr>
            <p:spPr>
              <a:xfrm flipH="1">
                <a:off x="13363868" y="6053569"/>
                <a:ext cx="777056" cy="706338"/>
              </a:xfrm>
              <a:custGeom>
                <a:rect b="b" l="l" r="r" t="t"/>
                <a:pathLst>
                  <a:path extrusionOk="0" h="3366" w="3703">
                    <a:moveTo>
                      <a:pt x="3490" y="1"/>
                    </a:moveTo>
                    <a:cubicBezTo>
                      <a:pt x="3463" y="1"/>
                      <a:pt x="3436" y="7"/>
                      <a:pt x="3409" y="19"/>
                    </a:cubicBezTo>
                    <a:lnTo>
                      <a:pt x="117" y="1696"/>
                    </a:lnTo>
                    <a:cubicBezTo>
                      <a:pt x="44" y="1732"/>
                      <a:pt x="0" y="1809"/>
                      <a:pt x="11" y="1886"/>
                    </a:cubicBezTo>
                    <a:cubicBezTo>
                      <a:pt x="62" y="2400"/>
                      <a:pt x="576" y="3366"/>
                      <a:pt x="576" y="3366"/>
                    </a:cubicBezTo>
                    <a:cubicBezTo>
                      <a:pt x="576" y="3366"/>
                      <a:pt x="3373" y="1762"/>
                      <a:pt x="3675" y="227"/>
                    </a:cubicBezTo>
                    <a:cubicBezTo>
                      <a:pt x="3702" y="105"/>
                      <a:pt x="3604" y="1"/>
                      <a:pt x="3490" y="1"/>
                    </a:cubicBezTo>
                    <a:close/>
                  </a:path>
                </a:pathLst>
              </a:custGeom>
              <a:solidFill>
                <a:srgbClr val="FDCF4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7" name="Google Shape;877;p60"/>
              <p:cNvSpPr/>
              <p:nvPr/>
            </p:nvSpPr>
            <p:spPr>
              <a:xfrm flipH="1">
                <a:off x="13365762" y="6068258"/>
                <a:ext cx="349812" cy="299239"/>
              </a:xfrm>
              <a:custGeom>
                <a:rect b="b" l="l" r="r" t="t"/>
                <a:pathLst>
                  <a:path extrusionOk="0" h="1426" w="1667">
                    <a:moveTo>
                      <a:pt x="1503" y="0"/>
                    </a:moveTo>
                    <a:cubicBezTo>
                      <a:pt x="1120" y="540"/>
                      <a:pt x="602" y="970"/>
                      <a:pt x="1" y="1247"/>
                    </a:cubicBezTo>
                    <a:lnTo>
                      <a:pt x="84" y="1425"/>
                    </a:lnTo>
                    <a:cubicBezTo>
                      <a:pt x="715" y="1137"/>
                      <a:pt x="1262" y="682"/>
                      <a:pt x="1667" y="113"/>
                    </a:cubicBezTo>
                    <a:lnTo>
                      <a:pt x="1503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8" name="Google Shape;878;p60"/>
              <p:cNvSpPr/>
              <p:nvPr/>
            </p:nvSpPr>
            <p:spPr>
              <a:xfrm flipH="1">
                <a:off x="12637385" y="6428348"/>
                <a:ext cx="1449190" cy="1696387"/>
              </a:xfrm>
              <a:custGeom>
                <a:rect b="b" l="l" r="r" t="t"/>
                <a:pathLst>
                  <a:path extrusionOk="0" h="8084" w="6906">
                    <a:moveTo>
                      <a:pt x="1036" y="1"/>
                    </a:moveTo>
                    <a:cubicBezTo>
                      <a:pt x="905" y="1"/>
                      <a:pt x="772" y="29"/>
                      <a:pt x="646" y="89"/>
                    </a:cubicBezTo>
                    <a:cubicBezTo>
                      <a:pt x="194" y="304"/>
                      <a:pt x="0" y="851"/>
                      <a:pt x="215" y="1303"/>
                    </a:cubicBezTo>
                    <a:lnTo>
                      <a:pt x="1652" y="4321"/>
                    </a:lnTo>
                    <a:cubicBezTo>
                      <a:pt x="1699" y="4423"/>
                      <a:pt x="1765" y="4515"/>
                      <a:pt x="1845" y="4591"/>
                    </a:cubicBezTo>
                    <a:lnTo>
                      <a:pt x="5272" y="7832"/>
                    </a:lnTo>
                    <a:cubicBezTo>
                      <a:pt x="5447" y="8000"/>
                      <a:pt x="5673" y="8084"/>
                      <a:pt x="5899" y="8084"/>
                    </a:cubicBezTo>
                    <a:cubicBezTo>
                      <a:pt x="6140" y="8084"/>
                      <a:pt x="6380" y="7989"/>
                      <a:pt x="6559" y="7799"/>
                    </a:cubicBezTo>
                    <a:cubicBezTo>
                      <a:pt x="6905" y="7431"/>
                      <a:pt x="6891" y="6855"/>
                      <a:pt x="6526" y="6509"/>
                    </a:cubicBezTo>
                    <a:lnTo>
                      <a:pt x="3223" y="3384"/>
                    </a:lnTo>
                    <a:lnTo>
                      <a:pt x="1863" y="522"/>
                    </a:lnTo>
                    <a:cubicBezTo>
                      <a:pt x="1705" y="193"/>
                      <a:pt x="1377" y="1"/>
                      <a:pt x="1036" y="1"/>
                    </a:cubicBezTo>
                    <a:close/>
                  </a:path>
                </a:pathLst>
              </a:custGeom>
              <a:solidFill>
                <a:srgbClr val="FDCF4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9" name="Google Shape;879;p60"/>
              <p:cNvSpPr/>
              <p:nvPr/>
            </p:nvSpPr>
            <p:spPr>
              <a:xfrm flipH="1">
                <a:off x="12173834" y="8335184"/>
                <a:ext cx="2211976" cy="1380780"/>
              </a:xfrm>
              <a:custGeom>
                <a:rect b="b" l="l" r="r" t="t"/>
                <a:pathLst>
                  <a:path extrusionOk="0" h="6580" w="10541">
                    <a:moveTo>
                      <a:pt x="1975" y="0"/>
                    </a:moveTo>
                    <a:cubicBezTo>
                      <a:pt x="1326" y="0"/>
                      <a:pt x="704" y="366"/>
                      <a:pt x="409" y="991"/>
                    </a:cubicBezTo>
                    <a:cubicBezTo>
                      <a:pt x="1" y="1855"/>
                      <a:pt x="373" y="2890"/>
                      <a:pt x="1237" y="3299"/>
                    </a:cubicBezTo>
                    <a:lnTo>
                      <a:pt x="7828" y="6412"/>
                    </a:lnTo>
                    <a:cubicBezTo>
                      <a:pt x="8065" y="6525"/>
                      <a:pt x="8317" y="6580"/>
                      <a:pt x="8565" y="6580"/>
                    </a:cubicBezTo>
                    <a:cubicBezTo>
                      <a:pt x="9214" y="6580"/>
                      <a:pt x="9837" y="6212"/>
                      <a:pt x="10132" y="5584"/>
                    </a:cubicBezTo>
                    <a:cubicBezTo>
                      <a:pt x="10541" y="4720"/>
                      <a:pt x="10172" y="3689"/>
                      <a:pt x="9305" y="3280"/>
                    </a:cubicBezTo>
                    <a:lnTo>
                      <a:pt x="2717" y="167"/>
                    </a:lnTo>
                    <a:cubicBezTo>
                      <a:pt x="2477" y="54"/>
                      <a:pt x="2224" y="0"/>
                      <a:pt x="1975" y="0"/>
                    </a:cubicBezTo>
                    <a:close/>
                  </a:path>
                </a:pathLst>
              </a:custGeom>
              <a:solidFill>
                <a:srgbClr val="00E0C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0" name="Google Shape;880;p60"/>
              <p:cNvSpPr/>
              <p:nvPr/>
            </p:nvSpPr>
            <p:spPr>
              <a:xfrm flipH="1">
                <a:off x="15819233" y="3599884"/>
                <a:ext cx="772020" cy="717670"/>
              </a:xfrm>
              <a:custGeom>
                <a:rect b="b" l="l" r="r" t="t"/>
                <a:pathLst>
                  <a:path extrusionOk="0" h="3420" w="3679">
                    <a:moveTo>
                      <a:pt x="1838" y="1"/>
                    </a:moveTo>
                    <a:cubicBezTo>
                      <a:pt x="1015" y="1"/>
                      <a:pt x="291" y="595"/>
                      <a:pt x="153" y="1431"/>
                    </a:cubicBezTo>
                    <a:cubicBezTo>
                      <a:pt x="0" y="2361"/>
                      <a:pt x="627" y="3239"/>
                      <a:pt x="1561" y="3396"/>
                    </a:cubicBezTo>
                    <a:cubicBezTo>
                      <a:pt x="1654" y="3412"/>
                      <a:pt x="1747" y="3419"/>
                      <a:pt x="1839" y="3419"/>
                    </a:cubicBezTo>
                    <a:cubicBezTo>
                      <a:pt x="2660" y="3419"/>
                      <a:pt x="3385" y="2825"/>
                      <a:pt x="3526" y="1989"/>
                    </a:cubicBezTo>
                    <a:cubicBezTo>
                      <a:pt x="3679" y="1059"/>
                      <a:pt x="3048" y="177"/>
                      <a:pt x="2118" y="24"/>
                    </a:cubicBezTo>
                    <a:cubicBezTo>
                      <a:pt x="2024" y="8"/>
                      <a:pt x="1931" y="1"/>
                      <a:pt x="1838" y="1"/>
                    </a:cubicBezTo>
                    <a:close/>
                  </a:path>
                </a:pathLst>
              </a:custGeom>
              <a:solidFill>
                <a:srgbClr val="ABB4B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1" name="Google Shape;881;p60"/>
              <p:cNvSpPr/>
              <p:nvPr/>
            </p:nvSpPr>
            <p:spPr>
              <a:xfrm flipH="1">
                <a:off x="13910494" y="4421207"/>
                <a:ext cx="1787250" cy="1831527"/>
              </a:xfrm>
              <a:custGeom>
                <a:rect b="b" l="l" r="r" t="t"/>
                <a:pathLst>
                  <a:path extrusionOk="0" h="8728" w="8517">
                    <a:moveTo>
                      <a:pt x="1134" y="1"/>
                    </a:moveTo>
                    <a:cubicBezTo>
                      <a:pt x="925" y="1"/>
                      <a:pt x="715" y="66"/>
                      <a:pt x="536" y="200"/>
                    </a:cubicBezTo>
                    <a:cubicBezTo>
                      <a:pt x="92" y="532"/>
                      <a:pt x="0" y="1159"/>
                      <a:pt x="328" y="1604"/>
                    </a:cubicBezTo>
                    <a:lnTo>
                      <a:pt x="3344" y="5647"/>
                    </a:lnTo>
                    <a:cubicBezTo>
                      <a:pt x="3391" y="5709"/>
                      <a:pt x="3446" y="5767"/>
                      <a:pt x="3508" y="5818"/>
                    </a:cubicBezTo>
                    <a:lnTo>
                      <a:pt x="6752" y="8498"/>
                    </a:lnTo>
                    <a:cubicBezTo>
                      <a:pt x="6938" y="8651"/>
                      <a:pt x="7164" y="8728"/>
                      <a:pt x="7390" y="8728"/>
                    </a:cubicBezTo>
                    <a:cubicBezTo>
                      <a:pt x="7678" y="8728"/>
                      <a:pt x="7966" y="8604"/>
                      <a:pt x="8163" y="8363"/>
                    </a:cubicBezTo>
                    <a:cubicBezTo>
                      <a:pt x="8517" y="7937"/>
                      <a:pt x="8455" y="7306"/>
                      <a:pt x="8028" y="6952"/>
                    </a:cubicBezTo>
                    <a:lnTo>
                      <a:pt x="4878" y="4349"/>
                    </a:lnTo>
                    <a:lnTo>
                      <a:pt x="1936" y="404"/>
                    </a:lnTo>
                    <a:cubicBezTo>
                      <a:pt x="1741" y="140"/>
                      <a:pt x="1439" y="1"/>
                      <a:pt x="1134" y="1"/>
                    </a:cubicBezTo>
                    <a:close/>
                  </a:path>
                </a:pathLst>
              </a:custGeom>
              <a:solidFill>
                <a:srgbClr val="FFDC7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2" name="Google Shape;882;p60"/>
              <p:cNvSpPr/>
              <p:nvPr/>
            </p:nvSpPr>
            <p:spPr>
              <a:xfrm flipH="1">
                <a:off x="14047300" y="5776788"/>
                <a:ext cx="2705532" cy="2900268"/>
              </a:xfrm>
              <a:custGeom>
                <a:rect b="b" l="l" r="r" t="t"/>
                <a:pathLst>
                  <a:path extrusionOk="0" h="13821" w="12893">
                    <a:moveTo>
                      <a:pt x="6180" y="3733"/>
                    </a:moveTo>
                    <a:lnTo>
                      <a:pt x="8809" y="5140"/>
                    </a:lnTo>
                    <a:lnTo>
                      <a:pt x="6749" y="8885"/>
                    </a:lnTo>
                    <a:cubicBezTo>
                      <a:pt x="6687" y="8990"/>
                      <a:pt x="6640" y="9103"/>
                      <a:pt x="6607" y="9216"/>
                    </a:cubicBezTo>
                    <a:lnTo>
                      <a:pt x="6264" y="4160"/>
                    </a:lnTo>
                    <a:cubicBezTo>
                      <a:pt x="6257" y="4014"/>
                      <a:pt x="6228" y="3872"/>
                      <a:pt x="6180" y="3733"/>
                    </a:cubicBezTo>
                    <a:close/>
                    <a:moveTo>
                      <a:pt x="1838" y="0"/>
                    </a:moveTo>
                    <a:cubicBezTo>
                      <a:pt x="1142" y="0"/>
                      <a:pt x="515" y="427"/>
                      <a:pt x="260" y="1072"/>
                    </a:cubicBezTo>
                    <a:cubicBezTo>
                      <a:pt x="1" y="1721"/>
                      <a:pt x="165" y="2461"/>
                      <a:pt x="672" y="2938"/>
                    </a:cubicBezTo>
                    <a:lnTo>
                      <a:pt x="2917" y="5053"/>
                    </a:lnTo>
                    <a:lnTo>
                      <a:pt x="3402" y="12235"/>
                    </a:lnTo>
                    <a:cubicBezTo>
                      <a:pt x="3461" y="13132"/>
                      <a:pt x="4208" y="13821"/>
                      <a:pt x="5098" y="13821"/>
                    </a:cubicBezTo>
                    <a:cubicBezTo>
                      <a:pt x="5134" y="13821"/>
                      <a:pt x="5174" y="13821"/>
                      <a:pt x="5214" y="13817"/>
                    </a:cubicBezTo>
                    <a:cubicBezTo>
                      <a:pt x="6151" y="13755"/>
                      <a:pt x="6859" y="12942"/>
                      <a:pt x="6797" y="12005"/>
                    </a:cubicBezTo>
                    <a:lnTo>
                      <a:pt x="6687" y="10405"/>
                    </a:lnTo>
                    <a:lnTo>
                      <a:pt x="6687" y="10405"/>
                    </a:lnTo>
                    <a:cubicBezTo>
                      <a:pt x="6833" y="10729"/>
                      <a:pt x="7081" y="11010"/>
                      <a:pt x="7416" y="11196"/>
                    </a:cubicBezTo>
                    <a:cubicBezTo>
                      <a:pt x="7677" y="11339"/>
                      <a:pt x="7958" y="11407"/>
                      <a:pt x="8236" y="11407"/>
                    </a:cubicBezTo>
                    <a:cubicBezTo>
                      <a:pt x="8836" y="11407"/>
                      <a:pt x="9419" y="11089"/>
                      <a:pt x="9728" y="10525"/>
                    </a:cubicBezTo>
                    <a:lnTo>
                      <a:pt x="12622" y="5272"/>
                    </a:lnTo>
                    <a:cubicBezTo>
                      <a:pt x="12841" y="4874"/>
                      <a:pt x="12892" y="4404"/>
                      <a:pt x="12761" y="3967"/>
                    </a:cubicBezTo>
                    <a:cubicBezTo>
                      <a:pt x="12633" y="3529"/>
                      <a:pt x="12334" y="3164"/>
                      <a:pt x="11933" y="2949"/>
                    </a:cubicBezTo>
                    <a:lnTo>
                      <a:pt x="6789" y="201"/>
                    </a:lnTo>
                    <a:cubicBezTo>
                      <a:pt x="6541" y="69"/>
                      <a:pt x="6268" y="0"/>
                      <a:pt x="5987" y="0"/>
                    </a:cubicBezTo>
                    <a:close/>
                  </a:path>
                </a:pathLst>
              </a:custGeom>
              <a:solidFill>
                <a:srgbClr val="B9A7F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3" name="Google Shape;883;p60"/>
              <p:cNvSpPr/>
              <p:nvPr/>
            </p:nvSpPr>
            <p:spPr>
              <a:xfrm flipH="1">
                <a:off x="14957827" y="8151992"/>
                <a:ext cx="1063494" cy="747678"/>
              </a:xfrm>
              <a:custGeom>
                <a:rect b="b" l="l" r="r" t="t"/>
                <a:pathLst>
                  <a:path extrusionOk="0" h="3563" w="5068">
                    <a:moveTo>
                      <a:pt x="0" y="1"/>
                    </a:moveTo>
                    <a:lnTo>
                      <a:pt x="0" y="3563"/>
                    </a:lnTo>
                    <a:lnTo>
                      <a:pt x="5068" y="3563"/>
                    </a:lnTo>
                    <a:cubicBezTo>
                      <a:pt x="5068" y="3563"/>
                      <a:pt x="3278" y="2039"/>
                      <a:pt x="324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4" name="Google Shape;884;p60"/>
              <p:cNvSpPr/>
              <p:nvPr/>
            </p:nvSpPr>
            <p:spPr>
              <a:xfrm flipH="1">
                <a:off x="14898020" y="8129958"/>
                <a:ext cx="1145544" cy="791955"/>
              </a:xfrm>
              <a:custGeom>
                <a:rect b="b" l="l" r="r" t="t"/>
                <a:pathLst>
                  <a:path extrusionOk="0" h="3774" w="5459">
                    <a:moveTo>
                      <a:pt x="3249" y="208"/>
                    </a:moveTo>
                    <a:cubicBezTo>
                      <a:pt x="3318" y="1834"/>
                      <a:pt x="4445" y="3106"/>
                      <a:pt x="4911" y="3562"/>
                    </a:cubicBezTo>
                    <a:lnTo>
                      <a:pt x="212" y="3562"/>
                    </a:lnTo>
                    <a:lnTo>
                      <a:pt x="212" y="208"/>
                    </a:lnTo>
                    <a:close/>
                    <a:moveTo>
                      <a:pt x="0" y="0"/>
                    </a:moveTo>
                    <a:lnTo>
                      <a:pt x="0" y="3774"/>
                    </a:lnTo>
                    <a:lnTo>
                      <a:pt x="5458" y="3774"/>
                    </a:lnTo>
                    <a:lnTo>
                      <a:pt x="5243" y="3588"/>
                    </a:lnTo>
                    <a:cubicBezTo>
                      <a:pt x="5225" y="3573"/>
                      <a:pt x="3486" y="2071"/>
                      <a:pt x="3453" y="102"/>
                    </a:cubicBezTo>
                    <a:lnTo>
                      <a:pt x="3453" y="0"/>
                    </a:lnTo>
                    <a:close/>
                  </a:path>
                </a:pathLst>
              </a:custGeom>
              <a:solidFill>
                <a:srgbClr val="99761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5" name="Google Shape;885;p60"/>
              <p:cNvSpPr/>
              <p:nvPr/>
            </p:nvSpPr>
            <p:spPr>
              <a:xfrm flipH="1">
                <a:off x="14569829" y="7318289"/>
                <a:ext cx="971792" cy="1190451"/>
              </a:xfrm>
              <a:custGeom>
                <a:rect b="b" l="l" r="r" t="t"/>
                <a:pathLst>
                  <a:path extrusionOk="0" h="5673" w="4631">
                    <a:moveTo>
                      <a:pt x="1976" y="0"/>
                    </a:moveTo>
                    <a:lnTo>
                      <a:pt x="0" y="2742"/>
                    </a:lnTo>
                    <a:lnTo>
                      <a:pt x="4058" y="5673"/>
                    </a:lnTo>
                    <a:cubicBezTo>
                      <a:pt x="4058" y="5673"/>
                      <a:pt x="3522" y="3507"/>
                      <a:pt x="4630" y="1918"/>
                    </a:cubicBezTo>
                    <a:lnTo>
                      <a:pt x="197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6" name="Google Shape;886;p60"/>
              <p:cNvSpPr/>
              <p:nvPr/>
            </p:nvSpPr>
            <p:spPr>
              <a:xfrm flipH="1">
                <a:off x="14543808" y="7291429"/>
                <a:ext cx="1024673" cy="1263267"/>
              </a:xfrm>
              <a:custGeom>
                <a:rect b="b" l="l" r="r" t="t"/>
                <a:pathLst>
                  <a:path extrusionOk="0" h="6020" w="4883">
                    <a:moveTo>
                      <a:pt x="2122" y="256"/>
                    </a:moveTo>
                    <a:lnTo>
                      <a:pt x="4631" y="2068"/>
                    </a:lnTo>
                    <a:cubicBezTo>
                      <a:pt x="3774" y="3373"/>
                      <a:pt x="3949" y="4991"/>
                      <a:pt x="4051" y="5589"/>
                    </a:cubicBezTo>
                    <a:lnTo>
                      <a:pt x="256" y="2851"/>
                    </a:lnTo>
                    <a:lnTo>
                      <a:pt x="2122" y="256"/>
                    </a:lnTo>
                    <a:close/>
                    <a:moveTo>
                      <a:pt x="2082" y="1"/>
                    </a:moveTo>
                    <a:lnTo>
                      <a:pt x="1" y="2892"/>
                    </a:lnTo>
                    <a:lnTo>
                      <a:pt x="4335" y="6020"/>
                    </a:lnTo>
                    <a:lnTo>
                      <a:pt x="4277" y="5779"/>
                    </a:lnTo>
                    <a:cubicBezTo>
                      <a:pt x="4270" y="5757"/>
                      <a:pt x="3763" y="3635"/>
                      <a:pt x="4831" y="2100"/>
                    </a:cubicBezTo>
                    <a:lnTo>
                      <a:pt x="4882" y="2024"/>
                    </a:lnTo>
                    <a:lnTo>
                      <a:pt x="2082" y="1"/>
                    </a:lnTo>
                    <a:close/>
                  </a:path>
                </a:pathLst>
              </a:custGeom>
              <a:solidFill>
                <a:srgbClr val="99761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7" name="Google Shape;887;p60"/>
              <p:cNvSpPr/>
              <p:nvPr/>
            </p:nvSpPr>
            <p:spPr>
              <a:xfrm flipH="1">
                <a:off x="15849034" y="3881493"/>
                <a:ext cx="521255" cy="492087"/>
              </a:xfrm>
              <a:custGeom>
                <a:rect b="b" l="l" r="r" t="t"/>
                <a:pathLst>
                  <a:path extrusionOk="0" h="2345" w="2484">
                    <a:moveTo>
                      <a:pt x="1218" y="0"/>
                    </a:moveTo>
                    <a:cubicBezTo>
                      <a:pt x="656" y="0"/>
                      <a:pt x="158" y="406"/>
                      <a:pt x="63" y="982"/>
                    </a:cubicBezTo>
                    <a:cubicBezTo>
                      <a:pt x="1" y="1365"/>
                      <a:pt x="132" y="1737"/>
                      <a:pt x="384" y="1996"/>
                    </a:cubicBezTo>
                    <a:cubicBezTo>
                      <a:pt x="551" y="2167"/>
                      <a:pt x="774" y="2287"/>
                      <a:pt x="1029" y="2328"/>
                    </a:cubicBezTo>
                    <a:cubicBezTo>
                      <a:pt x="1094" y="2339"/>
                      <a:pt x="1159" y="2344"/>
                      <a:pt x="1224" y="2344"/>
                    </a:cubicBezTo>
                    <a:cubicBezTo>
                      <a:pt x="1407" y="2344"/>
                      <a:pt x="1583" y="2300"/>
                      <a:pt x="1740" y="2222"/>
                    </a:cubicBezTo>
                    <a:cubicBezTo>
                      <a:pt x="2068" y="2061"/>
                      <a:pt x="2312" y="1752"/>
                      <a:pt x="2378" y="1365"/>
                    </a:cubicBezTo>
                    <a:cubicBezTo>
                      <a:pt x="2484" y="723"/>
                      <a:pt x="2050" y="122"/>
                      <a:pt x="1412" y="16"/>
                    </a:cubicBezTo>
                    <a:cubicBezTo>
                      <a:pt x="1347" y="5"/>
                      <a:pt x="1282" y="0"/>
                      <a:pt x="1218" y="0"/>
                    </a:cubicBezTo>
                    <a:close/>
                  </a:path>
                </a:pathLst>
              </a:custGeom>
              <a:solidFill>
                <a:srgbClr val="96433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8" name="Google Shape;888;p60"/>
              <p:cNvSpPr/>
              <p:nvPr/>
            </p:nvSpPr>
            <p:spPr>
              <a:xfrm flipH="1">
                <a:off x="15893313" y="4162681"/>
                <a:ext cx="307843" cy="286858"/>
              </a:xfrm>
              <a:custGeom>
                <a:rect b="b" l="l" r="r" t="t"/>
                <a:pathLst>
                  <a:path extrusionOk="0" h="1367" w="1467">
                    <a:moveTo>
                      <a:pt x="770" y="0"/>
                    </a:moveTo>
                    <a:cubicBezTo>
                      <a:pt x="421" y="0"/>
                      <a:pt x="93" y="351"/>
                      <a:pt x="15" y="831"/>
                    </a:cubicBezTo>
                    <a:cubicBezTo>
                      <a:pt x="8" y="867"/>
                      <a:pt x="4" y="904"/>
                      <a:pt x="0" y="936"/>
                    </a:cubicBezTo>
                    <a:cubicBezTo>
                      <a:pt x="161" y="1163"/>
                      <a:pt x="380" y="1312"/>
                      <a:pt x="631" y="1356"/>
                    </a:cubicBezTo>
                    <a:cubicBezTo>
                      <a:pt x="678" y="1363"/>
                      <a:pt x="725" y="1367"/>
                      <a:pt x="772" y="1367"/>
                    </a:cubicBezTo>
                    <a:cubicBezTo>
                      <a:pt x="976" y="1367"/>
                      <a:pt x="1176" y="1297"/>
                      <a:pt x="1357" y="1170"/>
                    </a:cubicBezTo>
                    <a:cubicBezTo>
                      <a:pt x="1368" y="1133"/>
                      <a:pt x="1375" y="1093"/>
                      <a:pt x="1382" y="1057"/>
                    </a:cubicBezTo>
                    <a:cubicBezTo>
                      <a:pt x="1466" y="539"/>
                      <a:pt x="1229" y="69"/>
                      <a:pt x="854" y="7"/>
                    </a:cubicBezTo>
                    <a:cubicBezTo>
                      <a:pt x="826" y="2"/>
                      <a:pt x="798" y="0"/>
                      <a:pt x="77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9" name="Google Shape;889;p60"/>
              <p:cNvSpPr/>
              <p:nvPr/>
            </p:nvSpPr>
            <p:spPr>
              <a:xfrm flipH="1">
                <a:off x="16062449" y="4051255"/>
                <a:ext cx="80580" cy="45746"/>
              </a:xfrm>
              <a:custGeom>
                <a:rect b="b" l="l" r="r" t="t"/>
                <a:pathLst>
                  <a:path extrusionOk="0" h="218" w="384">
                    <a:moveTo>
                      <a:pt x="100" y="1"/>
                    </a:moveTo>
                    <a:cubicBezTo>
                      <a:pt x="58" y="1"/>
                      <a:pt x="18" y="32"/>
                      <a:pt x="11" y="78"/>
                    </a:cubicBezTo>
                    <a:cubicBezTo>
                      <a:pt x="1" y="130"/>
                      <a:pt x="33" y="173"/>
                      <a:pt x="84" y="184"/>
                    </a:cubicBezTo>
                    <a:lnTo>
                      <a:pt x="270" y="213"/>
                    </a:lnTo>
                    <a:cubicBezTo>
                      <a:pt x="278" y="213"/>
                      <a:pt x="281" y="217"/>
                      <a:pt x="289" y="217"/>
                    </a:cubicBezTo>
                    <a:cubicBezTo>
                      <a:pt x="332" y="217"/>
                      <a:pt x="369" y="184"/>
                      <a:pt x="376" y="140"/>
                    </a:cubicBezTo>
                    <a:cubicBezTo>
                      <a:pt x="383" y="89"/>
                      <a:pt x="351" y="42"/>
                      <a:pt x="303" y="35"/>
                    </a:cubicBezTo>
                    <a:lnTo>
                      <a:pt x="114" y="2"/>
                    </a:lnTo>
                    <a:cubicBezTo>
                      <a:pt x="109" y="1"/>
                      <a:pt x="105" y="1"/>
                      <a:pt x="10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0" name="Google Shape;890;p60"/>
              <p:cNvSpPr/>
              <p:nvPr/>
            </p:nvSpPr>
            <p:spPr>
              <a:xfrm flipH="1">
                <a:off x="15875899" y="4081892"/>
                <a:ext cx="82679" cy="45536"/>
              </a:xfrm>
              <a:custGeom>
                <a:rect b="b" l="l" r="r" t="t"/>
                <a:pathLst>
                  <a:path extrusionOk="0" h="217" w="394">
                    <a:moveTo>
                      <a:pt x="100" y="1"/>
                    </a:moveTo>
                    <a:cubicBezTo>
                      <a:pt x="57" y="1"/>
                      <a:pt x="18" y="32"/>
                      <a:pt x="11" y="78"/>
                    </a:cubicBezTo>
                    <a:cubicBezTo>
                      <a:pt x="0" y="129"/>
                      <a:pt x="37" y="173"/>
                      <a:pt x="84" y="184"/>
                    </a:cubicBezTo>
                    <a:lnTo>
                      <a:pt x="281" y="217"/>
                    </a:lnTo>
                    <a:lnTo>
                      <a:pt x="295" y="217"/>
                    </a:lnTo>
                    <a:cubicBezTo>
                      <a:pt x="339" y="217"/>
                      <a:pt x="379" y="184"/>
                      <a:pt x="387" y="140"/>
                    </a:cubicBezTo>
                    <a:cubicBezTo>
                      <a:pt x="394" y="89"/>
                      <a:pt x="361" y="42"/>
                      <a:pt x="310" y="35"/>
                    </a:cubicBezTo>
                    <a:lnTo>
                      <a:pt x="113" y="2"/>
                    </a:lnTo>
                    <a:cubicBezTo>
                      <a:pt x="109" y="1"/>
                      <a:pt x="104" y="1"/>
                      <a:pt x="10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1" name="Google Shape;891;p60"/>
              <p:cNvSpPr/>
              <p:nvPr/>
            </p:nvSpPr>
            <p:spPr>
              <a:xfrm flipH="1">
                <a:off x="15975364" y="4208846"/>
                <a:ext cx="117933" cy="52461"/>
              </a:xfrm>
              <a:custGeom>
                <a:rect b="b" l="l" r="r" t="t"/>
                <a:pathLst>
                  <a:path extrusionOk="0" h="250" w="562">
                    <a:moveTo>
                      <a:pt x="104" y="0"/>
                    </a:moveTo>
                    <a:cubicBezTo>
                      <a:pt x="71" y="0"/>
                      <a:pt x="38" y="19"/>
                      <a:pt x="22" y="53"/>
                    </a:cubicBezTo>
                    <a:cubicBezTo>
                      <a:pt x="1" y="97"/>
                      <a:pt x="22" y="151"/>
                      <a:pt x="66" y="173"/>
                    </a:cubicBezTo>
                    <a:cubicBezTo>
                      <a:pt x="73" y="177"/>
                      <a:pt x="230" y="250"/>
                      <a:pt x="394" y="250"/>
                    </a:cubicBezTo>
                    <a:cubicBezTo>
                      <a:pt x="423" y="250"/>
                      <a:pt x="449" y="246"/>
                      <a:pt x="478" y="243"/>
                    </a:cubicBezTo>
                    <a:cubicBezTo>
                      <a:pt x="529" y="232"/>
                      <a:pt x="562" y="184"/>
                      <a:pt x="551" y="137"/>
                    </a:cubicBezTo>
                    <a:cubicBezTo>
                      <a:pt x="545" y="92"/>
                      <a:pt x="508" y="62"/>
                      <a:pt x="465" y="62"/>
                    </a:cubicBezTo>
                    <a:cubicBezTo>
                      <a:pt x="459" y="62"/>
                      <a:pt x="452" y="62"/>
                      <a:pt x="445" y="64"/>
                    </a:cubicBezTo>
                    <a:cubicBezTo>
                      <a:pt x="429" y="67"/>
                      <a:pt x="412" y="68"/>
                      <a:pt x="395" y="68"/>
                    </a:cubicBezTo>
                    <a:cubicBezTo>
                      <a:pt x="295" y="68"/>
                      <a:pt x="183" y="28"/>
                      <a:pt x="143" y="9"/>
                    </a:cubicBezTo>
                    <a:cubicBezTo>
                      <a:pt x="130" y="3"/>
                      <a:pt x="117" y="0"/>
                      <a:pt x="10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2" name="Google Shape;892;p60"/>
              <p:cNvSpPr/>
              <p:nvPr/>
            </p:nvSpPr>
            <p:spPr>
              <a:xfrm flipH="1">
                <a:off x="16324961" y="4016211"/>
                <a:ext cx="121081" cy="112687"/>
              </a:xfrm>
              <a:custGeom>
                <a:rect b="b" l="l" r="r" t="t"/>
                <a:pathLst>
                  <a:path extrusionOk="0" h="537" w="577">
                    <a:moveTo>
                      <a:pt x="286" y="1"/>
                    </a:moveTo>
                    <a:cubicBezTo>
                      <a:pt x="159" y="1"/>
                      <a:pt x="46" y="93"/>
                      <a:pt x="23" y="224"/>
                    </a:cubicBezTo>
                    <a:cubicBezTo>
                      <a:pt x="1" y="369"/>
                      <a:pt x="99" y="508"/>
                      <a:pt x="245" y="533"/>
                    </a:cubicBezTo>
                    <a:cubicBezTo>
                      <a:pt x="259" y="536"/>
                      <a:pt x="272" y="537"/>
                      <a:pt x="286" y="537"/>
                    </a:cubicBezTo>
                    <a:cubicBezTo>
                      <a:pt x="416" y="537"/>
                      <a:pt x="532" y="443"/>
                      <a:pt x="551" y="311"/>
                    </a:cubicBezTo>
                    <a:cubicBezTo>
                      <a:pt x="577" y="165"/>
                      <a:pt x="478" y="27"/>
                      <a:pt x="333" y="5"/>
                    </a:cubicBezTo>
                    <a:cubicBezTo>
                      <a:pt x="317" y="2"/>
                      <a:pt x="302" y="1"/>
                      <a:pt x="286" y="1"/>
                    </a:cubicBezTo>
                    <a:close/>
                  </a:path>
                </a:pathLst>
              </a:custGeom>
              <a:solidFill>
                <a:srgbClr val="96433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3" name="Google Shape;893;p60"/>
              <p:cNvSpPr/>
              <p:nvPr/>
            </p:nvSpPr>
            <p:spPr>
              <a:xfrm flipH="1">
                <a:off x="16456516" y="4385953"/>
                <a:ext cx="1392531" cy="2116287"/>
              </a:xfrm>
              <a:custGeom>
                <a:rect b="b" l="l" r="r" t="t"/>
                <a:pathLst>
                  <a:path extrusionOk="0" h="10085" w="6636">
                    <a:moveTo>
                      <a:pt x="5490" y="0"/>
                    </a:moveTo>
                    <a:cubicBezTo>
                      <a:pt x="5132" y="0"/>
                      <a:pt x="4786" y="192"/>
                      <a:pt x="4605" y="529"/>
                    </a:cubicBezTo>
                    <a:lnTo>
                      <a:pt x="263" y="8608"/>
                    </a:lnTo>
                    <a:cubicBezTo>
                      <a:pt x="1" y="9096"/>
                      <a:pt x="183" y="9701"/>
                      <a:pt x="671" y="9964"/>
                    </a:cubicBezTo>
                    <a:cubicBezTo>
                      <a:pt x="821" y="10044"/>
                      <a:pt x="985" y="10084"/>
                      <a:pt x="1145" y="10084"/>
                    </a:cubicBezTo>
                    <a:cubicBezTo>
                      <a:pt x="1503" y="10084"/>
                      <a:pt x="1845" y="9895"/>
                      <a:pt x="2028" y="9556"/>
                    </a:cubicBezTo>
                    <a:lnTo>
                      <a:pt x="6373" y="1477"/>
                    </a:lnTo>
                    <a:cubicBezTo>
                      <a:pt x="6636" y="992"/>
                      <a:pt x="6454" y="383"/>
                      <a:pt x="5965" y="120"/>
                    </a:cubicBezTo>
                    <a:cubicBezTo>
                      <a:pt x="5814" y="39"/>
                      <a:pt x="5650" y="0"/>
                      <a:pt x="5490" y="0"/>
                    </a:cubicBezTo>
                    <a:close/>
                  </a:path>
                </a:pathLst>
              </a:custGeom>
              <a:solidFill>
                <a:srgbClr val="FFDC7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4" name="Google Shape;894;p60"/>
              <p:cNvSpPr/>
              <p:nvPr/>
            </p:nvSpPr>
            <p:spPr>
              <a:xfrm flipH="1">
                <a:off x="13341202" y="5953055"/>
                <a:ext cx="974940" cy="450118"/>
              </a:xfrm>
              <a:custGeom>
                <a:rect b="b" l="l" r="r" t="t"/>
                <a:pathLst>
                  <a:path extrusionOk="0" h="2145" w="4646">
                    <a:moveTo>
                      <a:pt x="3410" y="1"/>
                    </a:moveTo>
                    <a:cubicBezTo>
                      <a:pt x="1903" y="1"/>
                      <a:pt x="1" y="804"/>
                      <a:pt x="1" y="804"/>
                    </a:cubicBezTo>
                    <a:cubicBezTo>
                      <a:pt x="1" y="804"/>
                      <a:pt x="766" y="1734"/>
                      <a:pt x="1149" y="2091"/>
                    </a:cubicBezTo>
                    <a:cubicBezTo>
                      <a:pt x="1185" y="2127"/>
                      <a:pt x="1232" y="2145"/>
                      <a:pt x="1280" y="2145"/>
                    </a:cubicBezTo>
                    <a:cubicBezTo>
                      <a:pt x="1310" y="2145"/>
                      <a:pt x="1340" y="2138"/>
                      <a:pt x="1368" y="2124"/>
                    </a:cubicBezTo>
                    <a:lnTo>
                      <a:pt x="4507" y="549"/>
                    </a:lnTo>
                    <a:cubicBezTo>
                      <a:pt x="4645" y="480"/>
                      <a:pt x="4645" y="283"/>
                      <a:pt x="4503" y="210"/>
                    </a:cubicBezTo>
                    <a:cubicBezTo>
                      <a:pt x="4198" y="60"/>
                      <a:pt x="3819" y="1"/>
                      <a:pt x="3410" y="1"/>
                    </a:cubicBezTo>
                    <a:close/>
                  </a:path>
                </a:pathLst>
              </a:custGeom>
              <a:solidFill>
                <a:srgbClr val="96433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5" name="Google Shape;895;p60"/>
              <p:cNvSpPr/>
              <p:nvPr/>
            </p:nvSpPr>
            <p:spPr>
              <a:xfrm flipH="1">
                <a:off x="13361144" y="6001529"/>
                <a:ext cx="426405" cy="127376"/>
              </a:xfrm>
              <a:custGeom>
                <a:rect b="b" l="l" r="r" t="t"/>
                <a:pathLst>
                  <a:path extrusionOk="0" h="607" w="2032">
                    <a:moveTo>
                      <a:pt x="1844" y="0"/>
                    </a:moveTo>
                    <a:cubicBezTo>
                      <a:pt x="1201" y="0"/>
                      <a:pt x="569" y="153"/>
                      <a:pt x="1" y="442"/>
                    </a:cubicBezTo>
                    <a:lnTo>
                      <a:pt x="85" y="606"/>
                    </a:lnTo>
                    <a:cubicBezTo>
                      <a:pt x="624" y="328"/>
                      <a:pt x="1227" y="182"/>
                      <a:pt x="1835" y="182"/>
                    </a:cubicBezTo>
                    <a:cubicBezTo>
                      <a:pt x="1897" y="182"/>
                      <a:pt x="1959" y="184"/>
                      <a:pt x="2021" y="187"/>
                    </a:cubicBezTo>
                    <a:lnTo>
                      <a:pt x="2031" y="4"/>
                    </a:lnTo>
                    <a:cubicBezTo>
                      <a:pt x="1969" y="2"/>
                      <a:pt x="1906" y="0"/>
                      <a:pt x="184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6" name="Google Shape;896;p60"/>
              <p:cNvSpPr/>
              <p:nvPr/>
            </p:nvSpPr>
            <p:spPr>
              <a:xfrm flipH="1">
                <a:off x="13888267" y="5811202"/>
                <a:ext cx="497542" cy="467535"/>
              </a:xfrm>
              <a:custGeom>
                <a:rect b="b" l="l" r="r" t="t"/>
                <a:pathLst>
                  <a:path extrusionOk="0" h="2228" w="2371">
                    <a:moveTo>
                      <a:pt x="1317" y="0"/>
                    </a:moveTo>
                    <a:lnTo>
                      <a:pt x="1" y="1404"/>
                    </a:lnTo>
                    <a:lnTo>
                      <a:pt x="971" y="2228"/>
                    </a:lnTo>
                    <a:lnTo>
                      <a:pt x="2371" y="842"/>
                    </a:lnTo>
                    <a:lnTo>
                      <a:pt x="1317" y="0"/>
                    </a:lnTo>
                    <a:close/>
                  </a:path>
                </a:pathLst>
              </a:custGeom>
              <a:solidFill>
                <a:srgbClr val="96433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7" name="Google Shape;897;p60"/>
              <p:cNvSpPr/>
              <p:nvPr/>
            </p:nvSpPr>
            <p:spPr>
              <a:xfrm flipH="1">
                <a:off x="17545185" y="6111276"/>
                <a:ext cx="840639" cy="468164"/>
              </a:xfrm>
              <a:custGeom>
                <a:rect b="b" l="l" r="r" t="t"/>
                <a:pathLst>
                  <a:path extrusionOk="0" h="2231" w="4006">
                    <a:moveTo>
                      <a:pt x="2540" y="0"/>
                    </a:moveTo>
                    <a:cubicBezTo>
                      <a:pt x="1992" y="0"/>
                      <a:pt x="1463" y="78"/>
                      <a:pt x="1191" y="218"/>
                    </a:cubicBezTo>
                    <a:cubicBezTo>
                      <a:pt x="656" y="493"/>
                      <a:pt x="1" y="1685"/>
                      <a:pt x="410" y="1685"/>
                    </a:cubicBezTo>
                    <a:cubicBezTo>
                      <a:pt x="418" y="1685"/>
                      <a:pt x="427" y="1685"/>
                      <a:pt x="437" y="1683"/>
                    </a:cubicBezTo>
                    <a:cubicBezTo>
                      <a:pt x="527" y="1674"/>
                      <a:pt x="638" y="1670"/>
                      <a:pt x="756" y="1670"/>
                    </a:cubicBezTo>
                    <a:cubicBezTo>
                      <a:pt x="1248" y="1670"/>
                      <a:pt x="1884" y="1738"/>
                      <a:pt x="1884" y="1738"/>
                    </a:cubicBezTo>
                    <a:cubicBezTo>
                      <a:pt x="1884" y="1738"/>
                      <a:pt x="670" y="2231"/>
                      <a:pt x="1067" y="2231"/>
                    </a:cubicBezTo>
                    <a:cubicBezTo>
                      <a:pt x="1120" y="2231"/>
                      <a:pt x="1203" y="2222"/>
                      <a:pt x="1323" y="2201"/>
                    </a:cubicBezTo>
                    <a:cubicBezTo>
                      <a:pt x="2006" y="2084"/>
                      <a:pt x="2856" y="2066"/>
                      <a:pt x="3329" y="2066"/>
                    </a:cubicBezTo>
                    <a:cubicBezTo>
                      <a:pt x="3550" y="2066"/>
                      <a:pt x="3689" y="2070"/>
                      <a:pt x="3689" y="2070"/>
                    </a:cubicBezTo>
                    <a:lnTo>
                      <a:pt x="4006" y="247"/>
                    </a:lnTo>
                    <a:cubicBezTo>
                      <a:pt x="3656" y="78"/>
                      <a:pt x="3088" y="0"/>
                      <a:pt x="2540" y="0"/>
                    </a:cubicBezTo>
                    <a:close/>
                  </a:path>
                </a:pathLst>
              </a:custGeom>
              <a:solidFill>
                <a:srgbClr val="96433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8" name="Google Shape;898;p60"/>
              <p:cNvSpPr/>
              <p:nvPr/>
            </p:nvSpPr>
            <p:spPr>
              <a:xfrm flipH="1">
                <a:off x="17305548" y="5928923"/>
                <a:ext cx="594701" cy="618833"/>
              </a:xfrm>
              <a:custGeom>
                <a:rect b="b" l="l" r="r" t="t"/>
                <a:pathLst>
                  <a:path extrusionOk="0" h="2949" w="2834">
                    <a:moveTo>
                      <a:pt x="1247" y="0"/>
                    </a:moveTo>
                    <a:lnTo>
                      <a:pt x="0" y="2272"/>
                    </a:lnTo>
                    <a:lnTo>
                      <a:pt x="1269" y="2924"/>
                    </a:lnTo>
                    <a:lnTo>
                      <a:pt x="1375" y="2939"/>
                    </a:lnTo>
                    <a:cubicBezTo>
                      <a:pt x="1410" y="2945"/>
                      <a:pt x="1446" y="2948"/>
                      <a:pt x="1481" y="2948"/>
                    </a:cubicBezTo>
                    <a:cubicBezTo>
                      <a:pt x="1710" y="2948"/>
                      <a:pt x="1927" y="2819"/>
                      <a:pt x="2035" y="2611"/>
                    </a:cubicBezTo>
                    <a:lnTo>
                      <a:pt x="2833" y="1058"/>
                    </a:lnTo>
                    <a:lnTo>
                      <a:pt x="1247" y="0"/>
                    </a:lnTo>
                    <a:close/>
                  </a:path>
                </a:pathLst>
              </a:custGeom>
              <a:solidFill>
                <a:srgbClr val="96433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9" name="Google Shape;899;p60"/>
              <p:cNvSpPr/>
              <p:nvPr/>
            </p:nvSpPr>
            <p:spPr>
              <a:xfrm flipH="1">
                <a:off x="15458939" y="6211161"/>
                <a:ext cx="354428" cy="335332"/>
              </a:xfrm>
              <a:custGeom>
                <a:rect b="b" l="l" r="r" t="t"/>
                <a:pathLst>
                  <a:path extrusionOk="0" h="1598" w="1689">
                    <a:moveTo>
                      <a:pt x="1" y="1"/>
                    </a:moveTo>
                    <a:lnTo>
                      <a:pt x="1689" y="1598"/>
                    </a:lnTo>
                  </a:path>
                </a:pathLst>
              </a:custGeom>
              <a:solidFill>
                <a:srgbClr val="96433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0" name="Google Shape;900;p60"/>
              <p:cNvSpPr/>
              <p:nvPr/>
            </p:nvSpPr>
            <p:spPr>
              <a:xfrm flipH="1">
                <a:off x="15445928" y="6196682"/>
                <a:ext cx="380449" cy="364291"/>
              </a:xfrm>
              <a:custGeom>
                <a:rect b="b" l="l" r="r" t="t"/>
                <a:pathLst>
                  <a:path extrusionOk="0" h="1736" w="1813">
                    <a:moveTo>
                      <a:pt x="125" y="0"/>
                    </a:moveTo>
                    <a:lnTo>
                      <a:pt x="1" y="135"/>
                    </a:lnTo>
                    <a:lnTo>
                      <a:pt x="1685" y="1736"/>
                    </a:lnTo>
                    <a:lnTo>
                      <a:pt x="1813" y="1601"/>
                    </a:lnTo>
                    <a:lnTo>
                      <a:pt x="12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1" name="Google Shape;901;p60"/>
              <p:cNvSpPr/>
              <p:nvPr/>
            </p:nvSpPr>
            <p:spPr>
              <a:xfrm flipH="1">
                <a:off x="15263771" y="4476815"/>
                <a:ext cx="1508156" cy="1192969"/>
              </a:xfrm>
              <a:custGeom>
                <a:rect b="b" l="l" r="r" t="t"/>
                <a:pathLst>
                  <a:path extrusionOk="0" h="5685" w="7187">
                    <a:moveTo>
                      <a:pt x="1" y="1"/>
                    </a:moveTo>
                    <a:lnTo>
                      <a:pt x="661" y="4642"/>
                    </a:lnTo>
                    <a:cubicBezTo>
                      <a:pt x="744" y="5240"/>
                      <a:pt x="1255" y="5685"/>
                      <a:pt x="1860" y="5685"/>
                    </a:cubicBezTo>
                    <a:lnTo>
                      <a:pt x="5885" y="5685"/>
                    </a:lnTo>
                    <a:cubicBezTo>
                      <a:pt x="6621" y="5685"/>
                      <a:pt x="7187" y="5032"/>
                      <a:pt x="7081" y="4303"/>
                    </a:cubicBezTo>
                    <a:lnTo>
                      <a:pt x="6468" y="1"/>
                    </a:lnTo>
                    <a:close/>
                  </a:path>
                </a:pathLst>
              </a:custGeom>
              <a:solidFill>
                <a:srgbClr val="FFDC7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2" name="Google Shape;902;p60"/>
              <p:cNvSpPr/>
              <p:nvPr/>
            </p:nvSpPr>
            <p:spPr>
              <a:xfrm flipH="1">
                <a:off x="16511510" y="4538928"/>
                <a:ext cx="199982" cy="482224"/>
              </a:xfrm>
              <a:custGeom>
                <a:rect b="b" l="l" r="r" t="t"/>
                <a:pathLst>
                  <a:path extrusionOk="0" h="2298" w="953">
                    <a:moveTo>
                      <a:pt x="952" y="0"/>
                    </a:moveTo>
                    <a:lnTo>
                      <a:pt x="1" y="2297"/>
                    </a:lnTo>
                  </a:path>
                </a:pathLst>
              </a:custGeom>
              <a:solidFill>
                <a:srgbClr val="2B308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3" name="Google Shape;903;p60"/>
              <p:cNvSpPr/>
              <p:nvPr/>
            </p:nvSpPr>
            <p:spPr>
              <a:xfrm flipH="1">
                <a:off x="16493883" y="4531164"/>
                <a:ext cx="235236" cy="497542"/>
              </a:xfrm>
              <a:custGeom>
                <a:rect b="b" l="l" r="r" t="t"/>
                <a:pathLst>
                  <a:path extrusionOk="0" h="2371" w="1121">
                    <a:moveTo>
                      <a:pt x="952" y="1"/>
                    </a:moveTo>
                    <a:lnTo>
                      <a:pt x="1" y="2301"/>
                    </a:lnTo>
                    <a:lnTo>
                      <a:pt x="169" y="2370"/>
                    </a:lnTo>
                    <a:lnTo>
                      <a:pt x="1120" y="70"/>
                    </a:lnTo>
                    <a:lnTo>
                      <a:pt x="952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4" name="Google Shape;904;p60"/>
              <p:cNvSpPr/>
              <p:nvPr/>
            </p:nvSpPr>
            <p:spPr>
              <a:xfrm flipH="1">
                <a:off x="15314990" y="4612373"/>
                <a:ext cx="97368" cy="569309"/>
              </a:xfrm>
              <a:custGeom>
                <a:rect b="b" l="l" r="r" t="t"/>
                <a:pathLst>
                  <a:path extrusionOk="0" h="2713" w="464">
                    <a:moveTo>
                      <a:pt x="0" y="0"/>
                    </a:moveTo>
                    <a:lnTo>
                      <a:pt x="463" y="2713"/>
                    </a:lnTo>
                  </a:path>
                </a:pathLst>
              </a:custGeom>
              <a:solidFill>
                <a:srgbClr val="2B308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5" name="Google Shape;905;p60"/>
              <p:cNvSpPr/>
              <p:nvPr/>
            </p:nvSpPr>
            <p:spPr>
              <a:xfrm flipH="1">
                <a:off x="15296734" y="4609225"/>
                <a:ext cx="134091" cy="576234"/>
              </a:xfrm>
              <a:custGeom>
                <a:rect b="b" l="l" r="r" t="t"/>
                <a:pathLst>
                  <a:path extrusionOk="0" h="2746" w="639">
                    <a:moveTo>
                      <a:pt x="179" y="1"/>
                    </a:moveTo>
                    <a:lnTo>
                      <a:pt x="1" y="30"/>
                    </a:lnTo>
                    <a:lnTo>
                      <a:pt x="460" y="2746"/>
                    </a:lnTo>
                    <a:lnTo>
                      <a:pt x="639" y="2713"/>
                    </a:lnTo>
                    <a:lnTo>
                      <a:pt x="179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9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Google Shape;910;p61"/>
          <p:cNvSpPr/>
          <p:nvPr/>
        </p:nvSpPr>
        <p:spPr>
          <a:xfrm>
            <a:off x="12802200" y="-22650"/>
            <a:ext cx="5485800" cy="10332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11" name="Google Shape;911;p61"/>
          <p:cNvGrpSpPr/>
          <p:nvPr/>
        </p:nvGrpSpPr>
        <p:grpSpPr>
          <a:xfrm flipH="1">
            <a:off x="10463175" y="4230000"/>
            <a:ext cx="7046704" cy="5392135"/>
            <a:chOff x="913750" y="1898225"/>
            <a:chExt cx="7046704" cy="5392135"/>
          </a:xfrm>
        </p:grpSpPr>
        <p:sp>
          <p:nvSpPr>
            <p:cNvPr id="912" name="Google Shape;912;p61"/>
            <p:cNvSpPr/>
            <p:nvPr/>
          </p:nvSpPr>
          <p:spPr>
            <a:xfrm>
              <a:off x="913750" y="3246909"/>
              <a:ext cx="4427053" cy="2192115"/>
            </a:xfrm>
            <a:custGeom>
              <a:rect b="b" l="l" r="r" t="t"/>
              <a:pathLst>
                <a:path extrusionOk="0" h="38648" w="78051">
                  <a:moveTo>
                    <a:pt x="56279" y="1"/>
                  </a:moveTo>
                  <a:cubicBezTo>
                    <a:pt x="56279" y="1"/>
                    <a:pt x="48996" y="3838"/>
                    <a:pt x="36820" y="3838"/>
                  </a:cubicBezTo>
                  <a:cubicBezTo>
                    <a:pt x="35010" y="3838"/>
                    <a:pt x="33093" y="3754"/>
                    <a:pt x="31075" y="3559"/>
                  </a:cubicBezTo>
                  <a:cubicBezTo>
                    <a:pt x="29523" y="3410"/>
                    <a:pt x="28035" y="3338"/>
                    <a:pt x="26612" y="3338"/>
                  </a:cubicBezTo>
                  <a:cubicBezTo>
                    <a:pt x="7226" y="3338"/>
                    <a:pt x="0" y="16713"/>
                    <a:pt x="9930" y="31067"/>
                  </a:cubicBezTo>
                  <a:cubicBezTo>
                    <a:pt x="12792" y="35196"/>
                    <a:pt x="19315" y="38647"/>
                    <a:pt x="29276" y="38647"/>
                  </a:cubicBezTo>
                  <a:cubicBezTo>
                    <a:pt x="33609" y="38647"/>
                    <a:pt x="38593" y="37994"/>
                    <a:pt x="44210" y="36459"/>
                  </a:cubicBezTo>
                  <a:cubicBezTo>
                    <a:pt x="62737" y="31412"/>
                    <a:pt x="78051" y="13779"/>
                    <a:pt x="68098" y="3073"/>
                  </a:cubicBezTo>
                  <a:cubicBezTo>
                    <a:pt x="68098" y="3073"/>
                    <a:pt x="60135" y="628"/>
                    <a:pt x="56279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3" name="Google Shape;913;p61"/>
            <p:cNvSpPr/>
            <p:nvPr/>
          </p:nvSpPr>
          <p:spPr>
            <a:xfrm>
              <a:off x="3850702" y="3204255"/>
              <a:ext cx="1063387" cy="1064237"/>
            </a:xfrm>
            <a:custGeom>
              <a:rect b="b" l="l" r="r" t="t"/>
              <a:pathLst>
                <a:path extrusionOk="0" h="18763" w="18748">
                  <a:moveTo>
                    <a:pt x="9374" y="1"/>
                  </a:moveTo>
                  <a:cubicBezTo>
                    <a:pt x="4186" y="1"/>
                    <a:pt x="1" y="4201"/>
                    <a:pt x="1" y="9389"/>
                  </a:cubicBezTo>
                  <a:cubicBezTo>
                    <a:pt x="1" y="14562"/>
                    <a:pt x="4186" y="18763"/>
                    <a:pt x="9374" y="18763"/>
                  </a:cubicBezTo>
                  <a:cubicBezTo>
                    <a:pt x="14546" y="18763"/>
                    <a:pt x="18747" y="14562"/>
                    <a:pt x="18747" y="9389"/>
                  </a:cubicBezTo>
                  <a:cubicBezTo>
                    <a:pt x="18747" y="4201"/>
                    <a:pt x="14546" y="1"/>
                    <a:pt x="9374" y="1"/>
                  </a:cubicBezTo>
                  <a:close/>
                </a:path>
              </a:pathLst>
            </a:custGeom>
            <a:solidFill>
              <a:srgbClr val="97433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4" name="Google Shape;914;p61"/>
            <p:cNvSpPr/>
            <p:nvPr/>
          </p:nvSpPr>
          <p:spPr>
            <a:xfrm>
              <a:off x="3839131" y="3195804"/>
              <a:ext cx="812684" cy="505716"/>
            </a:xfrm>
            <a:custGeom>
              <a:rect b="b" l="l" r="r" t="t"/>
              <a:pathLst>
                <a:path extrusionOk="0" h="8916" w="14328">
                  <a:moveTo>
                    <a:pt x="8856" y="1"/>
                  </a:moveTo>
                  <a:cubicBezTo>
                    <a:pt x="6974" y="1"/>
                    <a:pt x="5042" y="491"/>
                    <a:pt x="3402" y="1670"/>
                  </a:cubicBezTo>
                  <a:cubicBezTo>
                    <a:pt x="1" y="4115"/>
                    <a:pt x="220" y="8802"/>
                    <a:pt x="220" y="8802"/>
                  </a:cubicBezTo>
                  <a:cubicBezTo>
                    <a:pt x="743" y="8879"/>
                    <a:pt x="1258" y="8916"/>
                    <a:pt x="1764" y="8916"/>
                  </a:cubicBezTo>
                  <a:cubicBezTo>
                    <a:pt x="9012" y="8916"/>
                    <a:pt x="14327" y="1450"/>
                    <a:pt x="14327" y="1450"/>
                  </a:cubicBezTo>
                  <a:cubicBezTo>
                    <a:pt x="12842" y="566"/>
                    <a:pt x="10878" y="1"/>
                    <a:pt x="8856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5" name="Google Shape;915;p61"/>
            <p:cNvSpPr/>
            <p:nvPr/>
          </p:nvSpPr>
          <p:spPr>
            <a:xfrm>
              <a:off x="4646424" y="3460288"/>
              <a:ext cx="471230" cy="471286"/>
            </a:xfrm>
            <a:custGeom>
              <a:rect b="b" l="l" r="r" t="t"/>
              <a:pathLst>
                <a:path extrusionOk="0" h="8309" w="8308">
                  <a:moveTo>
                    <a:pt x="4154" y="1223"/>
                  </a:moveTo>
                  <a:cubicBezTo>
                    <a:pt x="5768" y="1223"/>
                    <a:pt x="7085" y="2540"/>
                    <a:pt x="7085" y="4154"/>
                  </a:cubicBezTo>
                  <a:cubicBezTo>
                    <a:pt x="7085" y="5769"/>
                    <a:pt x="5768" y="7086"/>
                    <a:pt x="4154" y="7086"/>
                  </a:cubicBezTo>
                  <a:cubicBezTo>
                    <a:pt x="2539" y="7086"/>
                    <a:pt x="1223" y="5769"/>
                    <a:pt x="1223" y="4154"/>
                  </a:cubicBezTo>
                  <a:cubicBezTo>
                    <a:pt x="1223" y="2540"/>
                    <a:pt x="2539" y="1223"/>
                    <a:pt x="4154" y="1223"/>
                  </a:cubicBezTo>
                  <a:close/>
                  <a:moveTo>
                    <a:pt x="4154" y="1"/>
                  </a:moveTo>
                  <a:cubicBezTo>
                    <a:pt x="1865" y="1"/>
                    <a:pt x="0" y="1866"/>
                    <a:pt x="0" y="4154"/>
                  </a:cubicBezTo>
                  <a:cubicBezTo>
                    <a:pt x="0" y="6443"/>
                    <a:pt x="1865" y="8308"/>
                    <a:pt x="4154" y="8308"/>
                  </a:cubicBezTo>
                  <a:cubicBezTo>
                    <a:pt x="6442" y="8308"/>
                    <a:pt x="8307" y="6443"/>
                    <a:pt x="8307" y="4154"/>
                  </a:cubicBezTo>
                  <a:cubicBezTo>
                    <a:pt x="8307" y="1866"/>
                    <a:pt x="6442" y="1"/>
                    <a:pt x="415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6" name="Google Shape;916;p61"/>
            <p:cNvSpPr/>
            <p:nvPr/>
          </p:nvSpPr>
          <p:spPr>
            <a:xfrm>
              <a:off x="4117399" y="3460288"/>
              <a:ext cx="470379" cy="471286"/>
            </a:xfrm>
            <a:custGeom>
              <a:rect b="b" l="l" r="r" t="t"/>
              <a:pathLst>
                <a:path extrusionOk="0" h="8309" w="8293">
                  <a:moveTo>
                    <a:pt x="4139" y="1223"/>
                  </a:moveTo>
                  <a:cubicBezTo>
                    <a:pt x="5753" y="1223"/>
                    <a:pt x="7070" y="2540"/>
                    <a:pt x="7070" y="4154"/>
                  </a:cubicBezTo>
                  <a:cubicBezTo>
                    <a:pt x="7070" y="5769"/>
                    <a:pt x="5753" y="7086"/>
                    <a:pt x="4139" y="7086"/>
                  </a:cubicBezTo>
                  <a:cubicBezTo>
                    <a:pt x="2524" y="7086"/>
                    <a:pt x="1223" y="5769"/>
                    <a:pt x="1223" y="4154"/>
                  </a:cubicBezTo>
                  <a:cubicBezTo>
                    <a:pt x="1223" y="2540"/>
                    <a:pt x="2524" y="1223"/>
                    <a:pt x="4139" y="1223"/>
                  </a:cubicBezTo>
                  <a:close/>
                  <a:moveTo>
                    <a:pt x="4139" y="1"/>
                  </a:moveTo>
                  <a:cubicBezTo>
                    <a:pt x="1850" y="1"/>
                    <a:pt x="1" y="1866"/>
                    <a:pt x="1" y="4154"/>
                  </a:cubicBezTo>
                  <a:cubicBezTo>
                    <a:pt x="1" y="6443"/>
                    <a:pt x="1850" y="8308"/>
                    <a:pt x="4139" y="8308"/>
                  </a:cubicBezTo>
                  <a:cubicBezTo>
                    <a:pt x="6427" y="8308"/>
                    <a:pt x="8293" y="6443"/>
                    <a:pt x="8293" y="4154"/>
                  </a:cubicBezTo>
                  <a:cubicBezTo>
                    <a:pt x="8293" y="1866"/>
                    <a:pt x="6427" y="1"/>
                    <a:pt x="4139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7" name="Google Shape;917;p61"/>
            <p:cNvSpPr/>
            <p:nvPr/>
          </p:nvSpPr>
          <p:spPr>
            <a:xfrm>
              <a:off x="3714688" y="3695903"/>
              <a:ext cx="250759" cy="250759"/>
            </a:xfrm>
            <a:custGeom>
              <a:rect b="b" l="l" r="r" t="t"/>
              <a:pathLst>
                <a:path extrusionOk="0" h="4421" w="4421">
                  <a:moveTo>
                    <a:pt x="2210" y="0"/>
                  </a:moveTo>
                  <a:cubicBezTo>
                    <a:pt x="988" y="0"/>
                    <a:pt x="0" y="988"/>
                    <a:pt x="0" y="2210"/>
                  </a:cubicBezTo>
                  <a:cubicBezTo>
                    <a:pt x="0" y="3433"/>
                    <a:pt x="988" y="4421"/>
                    <a:pt x="2210" y="4421"/>
                  </a:cubicBezTo>
                  <a:cubicBezTo>
                    <a:pt x="3433" y="4421"/>
                    <a:pt x="4421" y="3433"/>
                    <a:pt x="4421" y="2210"/>
                  </a:cubicBezTo>
                  <a:cubicBezTo>
                    <a:pt x="4421" y="988"/>
                    <a:pt x="3433" y="0"/>
                    <a:pt x="2210" y="0"/>
                  </a:cubicBezTo>
                  <a:close/>
                </a:path>
              </a:pathLst>
            </a:custGeom>
            <a:solidFill>
              <a:srgbClr val="97433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8" name="Google Shape;918;p61"/>
            <p:cNvSpPr/>
            <p:nvPr/>
          </p:nvSpPr>
          <p:spPr>
            <a:xfrm>
              <a:off x="3800051" y="3874570"/>
              <a:ext cx="152974" cy="152974"/>
            </a:xfrm>
            <a:custGeom>
              <a:rect b="b" l="l" r="r" t="t"/>
              <a:pathLst>
                <a:path extrusionOk="0" h="2697" w="2697">
                  <a:moveTo>
                    <a:pt x="1348" y="1"/>
                  </a:moveTo>
                  <a:cubicBezTo>
                    <a:pt x="596" y="1"/>
                    <a:pt x="0" y="612"/>
                    <a:pt x="0" y="1349"/>
                  </a:cubicBezTo>
                  <a:cubicBezTo>
                    <a:pt x="0" y="2101"/>
                    <a:pt x="596" y="2697"/>
                    <a:pt x="1348" y="2697"/>
                  </a:cubicBezTo>
                  <a:cubicBezTo>
                    <a:pt x="2101" y="2697"/>
                    <a:pt x="2696" y="2101"/>
                    <a:pt x="2696" y="1349"/>
                  </a:cubicBezTo>
                  <a:cubicBezTo>
                    <a:pt x="2696" y="612"/>
                    <a:pt x="2101" y="1"/>
                    <a:pt x="134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9" name="Google Shape;919;p61"/>
            <p:cNvSpPr/>
            <p:nvPr/>
          </p:nvSpPr>
          <p:spPr>
            <a:xfrm>
              <a:off x="4435710" y="3995610"/>
              <a:ext cx="224952" cy="89731"/>
            </a:xfrm>
            <a:custGeom>
              <a:rect b="b" l="l" r="r" t="t"/>
              <a:pathLst>
                <a:path extrusionOk="0" h="1582" w="3966">
                  <a:moveTo>
                    <a:pt x="676" y="0"/>
                  </a:moveTo>
                  <a:cubicBezTo>
                    <a:pt x="440" y="0"/>
                    <a:pt x="220" y="138"/>
                    <a:pt x="126" y="375"/>
                  </a:cubicBezTo>
                  <a:cubicBezTo>
                    <a:pt x="0" y="688"/>
                    <a:pt x="157" y="1049"/>
                    <a:pt x="471" y="1174"/>
                  </a:cubicBezTo>
                  <a:cubicBezTo>
                    <a:pt x="596" y="1237"/>
                    <a:pt x="1536" y="1582"/>
                    <a:pt x="2477" y="1582"/>
                  </a:cubicBezTo>
                  <a:cubicBezTo>
                    <a:pt x="2837" y="1582"/>
                    <a:pt x="3214" y="1535"/>
                    <a:pt x="3527" y="1394"/>
                  </a:cubicBezTo>
                  <a:cubicBezTo>
                    <a:pt x="3840" y="1253"/>
                    <a:pt x="3966" y="892"/>
                    <a:pt x="3825" y="579"/>
                  </a:cubicBezTo>
                  <a:cubicBezTo>
                    <a:pt x="3734" y="352"/>
                    <a:pt x="3512" y="223"/>
                    <a:pt x="3283" y="223"/>
                  </a:cubicBezTo>
                  <a:cubicBezTo>
                    <a:pt x="3196" y="223"/>
                    <a:pt x="3108" y="242"/>
                    <a:pt x="3025" y="281"/>
                  </a:cubicBezTo>
                  <a:cubicBezTo>
                    <a:pt x="2882" y="346"/>
                    <a:pt x="2697" y="373"/>
                    <a:pt x="2493" y="373"/>
                  </a:cubicBezTo>
                  <a:cubicBezTo>
                    <a:pt x="1963" y="373"/>
                    <a:pt x="1306" y="193"/>
                    <a:pt x="909" y="46"/>
                  </a:cubicBezTo>
                  <a:cubicBezTo>
                    <a:pt x="832" y="15"/>
                    <a:pt x="753" y="0"/>
                    <a:pt x="67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0" name="Google Shape;920;p61"/>
            <p:cNvSpPr/>
            <p:nvPr/>
          </p:nvSpPr>
          <p:spPr>
            <a:xfrm>
              <a:off x="2694922" y="1898225"/>
              <a:ext cx="4743153" cy="4175046"/>
            </a:xfrm>
            <a:custGeom>
              <a:rect b="b" l="l" r="r" t="t"/>
              <a:pathLst>
                <a:path extrusionOk="0" h="73608" w="83624">
                  <a:moveTo>
                    <a:pt x="83122" y="487"/>
                  </a:moveTo>
                  <a:lnTo>
                    <a:pt x="83122" y="69767"/>
                  </a:lnTo>
                  <a:cubicBezTo>
                    <a:pt x="83122" y="71617"/>
                    <a:pt x="81617" y="73122"/>
                    <a:pt x="79783" y="73122"/>
                  </a:cubicBezTo>
                  <a:lnTo>
                    <a:pt x="3841" y="73122"/>
                  </a:lnTo>
                  <a:cubicBezTo>
                    <a:pt x="1992" y="73122"/>
                    <a:pt x="487" y="71617"/>
                    <a:pt x="487" y="69767"/>
                  </a:cubicBezTo>
                  <a:lnTo>
                    <a:pt x="487" y="487"/>
                  </a:lnTo>
                  <a:close/>
                  <a:moveTo>
                    <a:pt x="1" y="1"/>
                  </a:moveTo>
                  <a:lnTo>
                    <a:pt x="1" y="69767"/>
                  </a:lnTo>
                  <a:cubicBezTo>
                    <a:pt x="1" y="71883"/>
                    <a:pt x="1725" y="73608"/>
                    <a:pt x="3841" y="73608"/>
                  </a:cubicBezTo>
                  <a:lnTo>
                    <a:pt x="79783" y="73608"/>
                  </a:lnTo>
                  <a:cubicBezTo>
                    <a:pt x="81899" y="73608"/>
                    <a:pt x="83623" y="71883"/>
                    <a:pt x="83623" y="69767"/>
                  </a:cubicBezTo>
                  <a:lnTo>
                    <a:pt x="83623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1" name="Google Shape;921;p61"/>
            <p:cNvSpPr/>
            <p:nvPr/>
          </p:nvSpPr>
          <p:spPr>
            <a:xfrm>
              <a:off x="5568348" y="2939317"/>
              <a:ext cx="839286" cy="1114945"/>
            </a:xfrm>
            <a:custGeom>
              <a:rect b="b" l="l" r="r" t="t"/>
              <a:pathLst>
                <a:path extrusionOk="0" h="19657" w="14797">
                  <a:moveTo>
                    <a:pt x="7399" y="1"/>
                  </a:moveTo>
                  <a:cubicBezTo>
                    <a:pt x="7399" y="1"/>
                    <a:pt x="7211" y="9828"/>
                    <a:pt x="0" y="9828"/>
                  </a:cubicBezTo>
                  <a:cubicBezTo>
                    <a:pt x="7211" y="9828"/>
                    <a:pt x="7399" y="19656"/>
                    <a:pt x="7399" y="19656"/>
                  </a:cubicBezTo>
                  <a:cubicBezTo>
                    <a:pt x="7399" y="19656"/>
                    <a:pt x="7587" y="9828"/>
                    <a:pt x="14797" y="9828"/>
                  </a:cubicBezTo>
                  <a:cubicBezTo>
                    <a:pt x="7587" y="9828"/>
                    <a:pt x="7399" y="1"/>
                    <a:pt x="7399" y="1"/>
                  </a:cubicBezTo>
                  <a:close/>
                </a:path>
              </a:pathLst>
            </a:custGeom>
            <a:solidFill>
              <a:srgbClr val="FFD1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2" name="Google Shape;922;p61"/>
            <p:cNvSpPr/>
            <p:nvPr/>
          </p:nvSpPr>
          <p:spPr>
            <a:xfrm>
              <a:off x="6324027" y="3690571"/>
              <a:ext cx="401010" cy="531693"/>
            </a:xfrm>
            <a:custGeom>
              <a:rect b="b" l="l" r="r" t="t"/>
              <a:pathLst>
                <a:path extrusionOk="0" h="9374" w="7070">
                  <a:moveTo>
                    <a:pt x="3527" y="0"/>
                  </a:moveTo>
                  <a:cubicBezTo>
                    <a:pt x="3527" y="0"/>
                    <a:pt x="3433" y="4687"/>
                    <a:pt x="1" y="4687"/>
                  </a:cubicBezTo>
                  <a:cubicBezTo>
                    <a:pt x="3433" y="4687"/>
                    <a:pt x="3527" y="9374"/>
                    <a:pt x="3527" y="9374"/>
                  </a:cubicBezTo>
                  <a:cubicBezTo>
                    <a:pt x="3527" y="9374"/>
                    <a:pt x="3621" y="4687"/>
                    <a:pt x="7070" y="4687"/>
                  </a:cubicBezTo>
                  <a:cubicBezTo>
                    <a:pt x="3621" y="4687"/>
                    <a:pt x="3527" y="0"/>
                    <a:pt x="3527" y="0"/>
                  </a:cubicBez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3" name="Google Shape;923;p61"/>
            <p:cNvSpPr/>
            <p:nvPr/>
          </p:nvSpPr>
          <p:spPr>
            <a:xfrm>
              <a:off x="4704165" y="4435415"/>
              <a:ext cx="2772133" cy="2044132"/>
            </a:xfrm>
            <a:custGeom>
              <a:rect b="b" l="l" r="r" t="t"/>
              <a:pathLst>
                <a:path extrusionOk="0" h="36039" w="48874">
                  <a:moveTo>
                    <a:pt x="7561" y="0"/>
                  </a:moveTo>
                  <a:cubicBezTo>
                    <a:pt x="6641" y="0"/>
                    <a:pt x="5706" y="193"/>
                    <a:pt x="4813" y="599"/>
                  </a:cubicBezTo>
                  <a:cubicBezTo>
                    <a:pt x="1474" y="2119"/>
                    <a:pt x="1" y="6054"/>
                    <a:pt x="1521" y="9392"/>
                  </a:cubicBezTo>
                  <a:lnTo>
                    <a:pt x="11898" y="32151"/>
                  </a:lnTo>
                  <a:cubicBezTo>
                    <a:pt x="12713" y="33938"/>
                    <a:pt x="14265" y="35271"/>
                    <a:pt x="16161" y="35804"/>
                  </a:cubicBezTo>
                  <a:cubicBezTo>
                    <a:pt x="16741" y="35960"/>
                    <a:pt x="17337" y="36039"/>
                    <a:pt x="17932" y="36039"/>
                  </a:cubicBezTo>
                  <a:cubicBezTo>
                    <a:pt x="19249" y="36039"/>
                    <a:pt x="20566" y="35647"/>
                    <a:pt x="21678" y="34879"/>
                  </a:cubicBezTo>
                  <a:lnTo>
                    <a:pt x="45080" y="18813"/>
                  </a:lnTo>
                  <a:cubicBezTo>
                    <a:pt x="48105" y="16744"/>
                    <a:pt x="48873" y="12606"/>
                    <a:pt x="46804" y="9596"/>
                  </a:cubicBezTo>
                  <a:cubicBezTo>
                    <a:pt x="45511" y="7719"/>
                    <a:pt x="43432" y="6710"/>
                    <a:pt x="41318" y="6710"/>
                  </a:cubicBezTo>
                  <a:cubicBezTo>
                    <a:pt x="40025" y="6710"/>
                    <a:pt x="38720" y="7087"/>
                    <a:pt x="37572" y="7872"/>
                  </a:cubicBezTo>
                  <a:lnTo>
                    <a:pt x="20691" y="19471"/>
                  </a:lnTo>
                  <a:lnTo>
                    <a:pt x="13591" y="3891"/>
                  </a:lnTo>
                  <a:cubicBezTo>
                    <a:pt x="12488" y="1445"/>
                    <a:pt x="10082" y="0"/>
                    <a:pt x="7561" y="0"/>
                  </a:cubicBezTo>
                  <a:close/>
                </a:path>
              </a:pathLst>
            </a:custGeom>
            <a:solidFill>
              <a:srgbClr val="97433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4" name="Google Shape;924;p61"/>
            <p:cNvSpPr/>
            <p:nvPr/>
          </p:nvSpPr>
          <p:spPr>
            <a:xfrm>
              <a:off x="6677845" y="4034179"/>
              <a:ext cx="1282609" cy="1598143"/>
            </a:xfrm>
            <a:custGeom>
              <a:rect b="b" l="l" r="r" t="t"/>
              <a:pathLst>
                <a:path extrusionOk="0" h="28176" w="22613">
                  <a:moveTo>
                    <a:pt x="18042" y="1"/>
                  </a:moveTo>
                  <a:cubicBezTo>
                    <a:pt x="17453" y="1"/>
                    <a:pt x="16900" y="406"/>
                    <a:pt x="16490" y="1309"/>
                  </a:cubicBezTo>
                  <a:cubicBezTo>
                    <a:pt x="14641" y="5385"/>
                    <a:pt x="7587" y="11451"/>
                    <a:pt x="7587" y="11451"/>
                  </a:cubicBezTo>
                  <a:cubicBezTo>
                    <a:pt x="8808" y="7189"/>
                    <a:pt x="7273" y="3475"/>
                    <a:pt x="6283" y="3475"/>
                  </a:cubicBezTo>
                  <a:cubicBezTo>
                    <a:pt x="6053" y="3475"/>
                    <a:pt x="5852" y="3675"/>
                    <a:pt x="5722" y="4115"/>
                  </a:cubicBezTo>
                  <a:cubicBezTo>
                    <a:pt x="5032" y="6435"/>
                    <a:pt x="1" y="16952"/>
                    <a:pt x="1" y="16952"/>
                  </a:cubicBezTo>
                  <a:lnTo>
                    <a:pt x="6318" y="28175"/>
                  </a:lnTo>
                  <a:cubicBezTo>
                    <a:pt x="17133" y="23771"/>
                    <a:pt x="18810" y="18535"/>
                    <a:pt x="20942" y="10918"/>
                  </a:cubicBezTo>
                  <a:cubicBezTo>
                    <a:pt x="22613" y="4989"/>
                    <a:pt x="20107" y="1"/>
                    <a:pt x="18042" y="1"/>
                  </a:cubicBezTo>
                  <a:close/>
                </a:path>
              </a:pathLst>
            </a:custGeom>
            <a:solidFill>
              <a:srgbClr val="97433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5" name="Google Shape;925;p61"/>
            <p:cNvSpPr/>
            <p:nvPr/>
          </p:nvSpPr>
          <p:spPr>
            <a:xfrm>
              <a:off x="7197965" y="4561844"/>
              <a:ext cx="368113" cy="537932"/>
            </a:xfrm>
            <a:custGeom>
              <a:rect b="b" l="l" r="r" t="t"/>
              <a:pathLst>
                <a:path extrusionOk="0" h="9484" w="6490">
                  <a:moveTo>
                    <a:pt x="768" y="0"/>
                  </a:moveTo>
                  <a:lnTo>
                    <a:pt x="0" y="706"/>
                  </a:lnTo>
                  <a:cubicBezTo>
                    <a:pt x="63" y="768"/>
                    <a:pt x="5095" y="6176"/>
                    <a:pt x="5455" y="9483"/>
                  </a:cubicBezTo>
                  <a:lnTo>
                    <a:pt x="6490" y="9373"/>
                  </a:lnTo>
                  <a:cubicBezTo>
                    <a:pt x="6098" y="5721"/>
                    <a:pt x="988" y="235"/>
                    <a:pt x="768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6" name="Google Shape;926;p61"/>
            <p:cNvSpPr/>
            <p:nvPr/>
          </p:nvSpPr>
          <p:spPr>
            <a:xfrm>
              <a:off x="7309987" y="4088857"/>
              <a:ext cx="502369" cy="618815"/>
            </a:xfrm>
            <a:custGeom>
              <a:rect b="b" l="l" r="r" t="t"/>
              <a:pathLst>
                <a:path extrusionOk="0" h="10910" w="8857">
                  <a:moveTo>
                    <a:pt x="7900" y="0"/>
                  </a:moveTo>
                  <a:cubicBezTo>
                    <a:pt x="5377" y="5361"/>
                    <a:pt x="47" y="10079"/>
                    <a:pt x="0" y="10126"/>
                  </a:cubicBezTo>
                  <a:lnTo>
                    <a:pt x="690" y="10910"/>
                  </a:lnTo>
                  <a:cubicBezTo>
                    <a:pt x="909" y="10706"/>
                    <a:pt x="6223" y="6004"/>
                    <a:pt x="8856" y="439"/>
                  </a:cubicBezTo>
                  <a:lnTo>
                    <a:pt x="790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7" name="Google Shape;927;p61"/>
            <p:cNvSpPr/>
            <p:nvPr/>
          </p:nvSpPr>
          <p:spPr>
            <a:xfrm>
              <a:off x="7412196" y="4286242"/>
              <a:ext cx="498852" cy="554778"/>
            </a:xfrm>
            <a:custGeom>
              <a:rect b="b" l="l" r="r" t="t"/>
              <a:pathLst>
                <a:path extrusionOk="0" h="9781" w="8795">
                  <a:moveTo>
                    <a:pt x="7838" y="0"/>
                  </a:moveTo>
                  <a:cubicBezTo>
                    <a:pt x="6976" y="2022"/>
                    <a:pt x="4264" y="5157"/>
                    <a:pt x="205" y="8856"/>
                  </a:cubicBezTo>
                  <a:cubicBezTo>
                    <a:pt x="95" y="8950"/>
                    <a:pt x="17" y="9013"/>
                    <a:pt x="1" y="9029"/>
                  </a:cubicBezTo>
                  <a:lnTo>
                    <a:pt x="738" y="9781"/>
                  </a:lnTo>
                  <a:cubicBezTo>
                    <a:pt x="753" y="9765"/>
                    <a:pt x="816" y="9703"/>
                    <a:pt x="894" y="9624"/>
                  </a:cubicBezTo>
                  <a:cubicBezTo>
                    <a:pt x="3324" y="7430"/>
                    <a:pt x="7572" y="3323"/>
                    <a:pt x="8794" y="408"/>
                  </a:cubicBezTo>
                  <a:lnTo>
                    <a:pt x="783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8" name="Google Shape;928;p61"/>
            <p:cNvSpPr/>
            <p:nvPr/>
          </p:nvSpPr>
          <p:spPr>
            <a:xfrm>
              <a:off x="7491320" y="4575173"/>
              <a:ext cx="416155" cy="404584"/>
            </a:xfrm>
            <a:custGeom>
              <a:rect b="b" l="l" r="r" t="t"/>
              <a:pathLst>
                <a:path extrusionOk="0" h="7133" w="7337">
                  <a:moveTo>
                    <a:pt x="6412" y="0"/>
                  </a:moveTo>
                  <a:cubicBezTo>
                    <a:pt x="4970" y="2649"/>
                    <a:pt x="48" y="6254"/>
                    <a:pt x="1" y="6286"/>
                  </a:cubicBezTo>
                  <a:lnTo>
                    <a:pt x="612" y="7132"/>
                  </a:lnTo>
                  <a:cubicBezTo>
                    <a:pt x="832" y="6991"/>
                    <a:pt x="5785" y="3355"/>
                    <a:pt x="7336" y="502"/>
                  </a:cubicBezTo>
                  <a:lnTo>
                    <a:pt x="641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9" name="Google Shape;929;p61"/>
            <p:cNvSpPr/>
            <p:nvPr/>
          </p:nvSpPr>
          <p:spPr>
            <a:xfrm>
              <a:off x="7084186" y="4665868"/>
              <a:ext cx="216046" cy="471230"/>
            </a:xfrm>
            <a:custGeom>
              <a:rect b="b" l="l" r="r" t="t"/>
              <a:pathLst>
                <a:path extrusionOk="0" h="8308" w="3809">
                  <a:moveTo>
                    <a:pt x="846" y="0"/>
                  </a:moveTo>
                  <a:lnTo>
                    <a:pt x="0" y="611"/>
                  </a:lnTo>
                  <a:cubicBezTo>
                    <a:pt x="110" y="768"/>
                    <a:pt x="2524" y="4232"/>
                    <a:pt x="31" y="7696"/>
                  </a:cubicBezTo>
                  <a:lnTo>
                    <a:pt x="878" y="8307"/>
                  </a:lnTo>
                  <a:cubicBezTo>
                    <a:pt x="3809" y="4232"/>
                    <a:pt x="878" y="47"/>
                    <a:pt x="846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0" name="Google Shape;930;p61"/>
            <p:cNvSpPr/>
            <p:nvPr/>
          </p:nvSpPr>
          <p:spPr>
            <a:xfrm>
              <a:off x="4760204" y="4406545"/>
              <a:ext cx="1018918" cy="1161739"/>
            </a:xfrm>
            <a:custGeom>
              <a:rect b="b" l="l" r="r" t="t"/>
              <a:pathLst>
                <a:path extrusionOk="0" h="20482" w="17964">
                  <a:moveTo>
                    <a:pt x="7707" y="0"/>
                  </a:moveTo>
                  <a:cubicBezTo>
                    <a:pt x="7003" y="0"/>
                    <a:pt x="6286" y="110"/>
                    <a:pt x="5580" y="340"/>
                  </a:cubicBezTo>
                  <a:cubicBezTo>
                    <a:pt x="1975" y="1500"/>
                    <a:pt x="0" y="5371"/>
                    <a:pt x="1176" y="8977"/>
                  </a:cubicBezTo>
                  <a:lnTo>
                    <a:pt x="4906" y="20482"/>
                  </a:lnTo>
                  <a:lnTo>
                    <a:pt x="17963" y="16249"/>
                  </a:lnTo>
                  <a:lnTo>
                    <a:pt x="14233" y="4745"/>
                  </a:lnTo>
                  <a:cubicBezTo>
                    <a:pt x="13287" y="1845"/>
                    <a:pt x="10598" y="0"/>
                    <a:pt x="7707" y="0"/>
                  </a:cubicBezTo>
                  <a:close/>
                </a:path>
              </a:pathLst>
            </a:custGeom>
            <a:solidFill>
              <a:srgbClr val="B9A7F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1" name="Google Shape;931;p61"/>
            <p:cNvSpPr/>
            <p:nvPr/>
          </p:nvSpPr>
          <p:spPr>
            <a:xfrm>
              <a:off x="3432847" y="4410685"/>
              <a:ext cx="1769267" cy="1639492"/>
            </a:xfrm>
            <a:custGeom>
              <a:rect b="b" l="l" r="r" t="t"/>
              <a:pathLst>
                <a:path extrusionOk="0" h="28905" w="31193">
                  <a:moveTo>
                    <a:pt x="1" y="1"/>
                  </a:moveTo>
                  <a:lnTo>
                    <a:pt x="1" y="23214"/>
                  </a:lnTo>
                  <a:cubicBezTo>
                    <a:pt x="1" y="26349"/>
                    <a:pt x="2540" y="28904"/>
                    <a:pt x="5690" y="28904"/>
                  </a:cubicBezTo>
                  <a:lnTo>
                    <a:pt x="25503" y="28904"/>
                  </a:lnTo>
                  <a:cubicBezTo>
                    <a:pt x="28638" y="28904"/>
                    <a:pt x="31193" y="26349"/>
                    <a:pt x="31193" y="23214"/>
                  </a:cubicBezTo>
                  <a:lnTo>
                    <a:pt x="31193" y="1"/>
                  </a:lnTo>
                  <a:close/>
                </a:path>
              </a:pathLst>
            </a:custGeom>
            <a:solidFill>
              <a:srgbClr val="B9A7F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2" name="Google Shape;932;p61"/>
            <p:cNvSpPr/>
            <p:nvPr/>
          </p:nvSpPr>
          <p:spPr>
            <a:xfrm>
              <a:off x="5142496" y="4943228"/>
              <a:ext cx="60520" cy="647289"/>
            </a:xfrm>
            <a:custGeom>
              <a:rect b="b" l="l" r="r" t="t"/>
              <a:pathLst>
                <a:path extrusionOk="0" h="11412" w="1067">
                  <a:moveTo>
                    <a:pt x="0" y="0"/>
                  </a:moveTo>
                  <a:lnTo>
                    <a:pt x="16" y="11411"/>
                  </a:lnTo>
                  <a:lnTo>
                    <a:pt x="1066" y="11411"/>
                  </a:lnTo>
                  <a:lnTo>
                    <a:pt x="103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3" name="Google Shape;933;p61"/>
            <p:cNvSpPr/>
            <p:nvPr/>
          </p:nvSpPr>
          <p:spPr>
            <a:xfrm>
              <a:off x="2872739" y="4417889"/>
              <a:ext cx="1937328" cy="2872471"/>
            </a:xfrm>
            <a:custGeom>
              <a:rect b="b" l="l" r="r" t="t"/>
              <a:pathLst>
                <a:path extrusionOk="0" h="50643" w="34156">
                  <a:moveTo>
                    <a:pt x="8957" y="0"/>
                  </a:moveTo>
                  <a:cubicBezTo>
                    <a:pt x="5634" y="0"/>
                    <a:pt x="2860" y="2573"/>
                    <a:pt x="2634" y="5924"/>
                  </a:cubicBezTo>
                  <a:lnTo>
                    <a:pt x="126" y="43887"/>
                  </a:lnTo>
                  <a:cubicBezTo>
                    <a:pt x="1" y="45784"/>
                    <a:pt x="738" y="47649"/>
                    <a:pt x="2133" y="48950"/>
                  </a:cubicBezTo>
                  <a:cubicBezTo>
                    <a:pt x="3309" y="50047"/>
                    <a:pt x="4853" y="50642"/>
                    <a:pt x="6445" y="50642"/>
                  </a:cubicBezTo>
                  <a:cubicBezTo>
                    <a:pt x="6741" y="50642"/>
                    <a:pt x="7039" y="50622"/>
                    <a:pt x="7336" y="50580"/>
                  </a:cubicBezTo>
                  <a:lnTo>
                    <a:pt x="28481" y="47649"/>
                  </a:lnTo>
                  <a:cubicBezTo>
                    <a:pt x="30017" y="47429"/>
                    <a:pt x="31334" y="46693"/>
                    <a:pt x="32306" y="45627"/>
                  </a:cubicBezTo>
                  <a:cubicBezTo>
                    <a:pt x="33528" y="44279"/>
                    <a:pt x="34155" y="42429"/>
                    <a:pt x="33889" y="40486"/>
                  </a:cubicBezTo>
                  <a:cubicBezTo>
                    <a:pt x="33445" y="37306"/>
                    <a:pt x="30736" y="35016"/>
                    <a:pt x="27617" y="35016"/>
                  </a:cubicBezTo>
                  <a:cubicBezTo>
                    <a:pt x="27323" y="35016"/>
                    <a:pt x="27025" y="35036"/>
                    <a:pt x="26726" y="35078"/>
                  </a:cubicBezTo>
                  <a:lnTo>
                    <a:pt x="13308" y="36943"/>
                  </a:lnTo>
                  <a:lnTo>
                    <a:pt x="15299" y="6755"/>
                  </a:lnTo>
                  <a:cubicBezTo>
                    <a:pt x="15534" y="3259"/>
                    <a:pt x="12885" y="234"/>
                    <a:pt x="9390" y="15"/>
                  </a:cubicBezTo>
                  <a:cubicBezTo>
                    <a:pt x="9245" y="5"/>
                    <a:pt x="9100" y="0"/>
                    <a:pt x="8957" y="0"/>
                  </a:cubicBezTo>
                  <a:close/>
                </a:path>
              </a:pathLst>
            </a:custGeom>
            <a:solidFill>
              <a:srgbClr val="97433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4" name="Google Shape;934;p61"/>
            <p:cNvSpPr/>
            <p:nvPr/>
          </p:nvSpPr>
          <p:spPr>
            <a:xfrm>
              <a:off x="4171680" y="6118008"/>
              <a:ext cx="1370639" cy="1016479"/>
            </a:xfrm>
            <a:custGeom>
              <a:rect b="b" l="l" r="r" t="t"/>
              <a:pathLst>
                <a:path extrusionOk="0" h="17921" w="24165">
                  <a:moveTo>
                    <a:pt x="16928" y="1"/>
                  </a:moveTo>
                  <a:cubicBezTo>
                    <a:pt x="16642" y="1"/>
                    <a:pt x="16030" y="201"/>
                    <a:pt x="14969" y="684"/>
                  </a:cubicBezTo>
                  <a:cubicBezTo>
                    <a:pt x="8825" y="3474"/>
                    <a:pt x="0" y="5512"/>
                    <a:pt x="0" y="5512"/>
                  </a:cubicBezTo>
                  <a:lnTo>
                    <a:pt x="1709" y="17847"/>
                  </a:lnTo>
                  <a:cubicBezTo>
                    <a:pt x="2125" y="17897"/>
                    <a:pt x="2589" y="17921"/>
                    <a:pt x="3090" y="17921"/>
                  </a:cubicBezTo>
                  <a:cubicBezTo>
                    <a:pt x="7982" y="17921"/>
                    <a:pt x="16426" y="15666"/>
                    <a:pt x="19170" y="13192"/>
                  </a:cubicBezTo>
                  <a:cubicBezTo>
                    <a:pt x="22036" y="10621"/>
                    <a:pt x="24165" y="2408"/>
                    <a:pt x="21970" y="2408"/>
                  </a:cubicBezTo>
                  <a:cubicBezTo>
                    <a:pt x="21836" y="2408"/>
                    <a:pt x="21687" y="2438"/>
                    <a:pt x="21521" y="2502"/>
                  </a:cubicBezTo>
                  <a:cubicBezTo>
                    <a:pt x="18621" y="3615"/>
                    <a:pt x="12148" y="4618"/>
                    <a:pt x="12148" y="4618"/>
                  </a:cubicBezTo>
                  <a:cubicBezTo>
                    <a:pt x="12148" y="4618"/>
                    <a:pt x="18301" y="1"/>
                    <a:pt x="16928" y="1"/>
                  </a:cubicBezTo>
                  <a:close/>
                </a:path>
              </a:pathLst>
            </a:custGeom>
            <a:solidFill>
              <a:srgbClr val="97433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5" name="Google Shape;935;p61"/>
            <p:cNvSpPr/>
            <p:nvPr/>
          </p:nvSpPr>
          <p:spPr>
            <a:xfrm>
              <a:off x="2962527" y="4386580"/>
              <a:ext cx="794023" cy="1079438"/>
            </a:xfrm>
            <a:custGeom>
              <a:rect b="b" l="l" r="r" t="t"/>
              <a:pathLst>
                <a:path extrusionOk="0" h="19031" w="13999">
                  <a:moveTo>
                    <a:pt x="7082" y="1"/>
                  </a:moveTo>
                  <a:cubicBezTo>
                    <a:pt x="3386" y="1"/>
                    <a:pt x="345" y="2966"/>
                    <a:pt x="252" y="6695"/>
                  </a:cubicBezTo>
                  <a:lnTo>
                    <a:pt x="1" y="18749"/>
                  </a:lnTo>
                  <a:lnTo>
                    <a:pt x="13669" y="19031"/>
                  </a:lnTo>
                  <a:lnTo>
                    <a:pt x="13920" y="6977"/>
                  </a:lnTo>
                  <a:cubicBezTo>
                    <a:pt x="13998" y="3216"/>
                    <a:pt x="11004" y="96"/>
                    <a:pt x="7227" y="2"/>
                  </a:cubicBezTo>
                  <a:cubicBezTo>
                    <a:pt x="7179" y="1"/>
                    <a:pt x="7130" y="1"/>
                    <a:pt x="7082" y="1"/>
                  </a:cubicBezTo>
                  <a:close/>
                </a:path>
              </a:pathLst>
            </a:custGeom>
            <a:solidFill>
              <a:srgbClr val="B9A7F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6" name="Google Shape;936;p61"/>
            <p:cNvSpPr/>
            <p:nvPr/>
          </p:nvSpPr>
          <p:spPr>
            <a:xfrm>
              <a:off x="3634656" y="4997452"/>
              <a:ext cx="87179" cy="649047"/>
            </a:xfrm>
            <a:custGeom>
              <a:rect b="b" l="l" r="r" t="t"/>
              <a:pathLst>
                <a:path extrusionOk="0" h="11443" w="1537">
                  <a:moveTo>
                    <a:pt x="502" y="1"/>
                  </a:moveTo>
                  <a:lnTo>
                    <a:pt x="1" y="11396"/>
                  </a:lnTo>
                  <a:lnTo>
                    <a:pt x="1051" y="11443"/>
                  </a:lnTo>
                  <a:lnTo>
                    <a:pt x="1537" y="48"/>
                  </a:lnTo>
                  <a:lnTo>
                    <a:pt x="502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37" name="Google Shape;937;p61"/>
          <p:cNvSpPr txBox="1"/>
          <p:nvPr/>
        </p:nvSpPr>
        <p:spPr>
          <a:xfrm>
            <a:off x="913750" y="3049525"/>
            <a:ext cx="9597000" cy="36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7200">
                <a:solidFill>
                  <a:schemeClr val="dk1"/>
                </a:solidFill>
                <a:highlight>
                  <a:schemeClr val="dk2"/>
                </a:highlight>
                <a:latin typeface="Montserrat"/>
                <a:ea typeface="Montserrat"/>
                <a:cs typeface="Montserrat"/>
                <a:sym typeface="Montserrat"/>
              </a:rPr>
              <a:t>Es hora de poner en práctica todo lo aprendido.</a:t>
            </a:r>
            <a:endParaRPr b="1" sz="7200">
              <a:solidFill>
                <a:schemeClr val="dk1"/>
              </a:solidFill>
              <a:highlight>
                <a:schemeClr val="dk2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41" name="Shape 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Google Shape;942;p62"/>
          <p:cNvSpPr txBox="1"/>
          <p:nvPr/>
        </p:nvSpPr>
        <p:spPr>
          <a:xfrm>
            <a:off x="2423500" y="1185975"/>
            <a:ext cx="14664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943" name="Google Shape;943;p62"/>
          <p:cNvSpPr/>
          <p:nvPr/>
        </p:nvSpPr>
        <p:spPr>
          <a:xfrm flipH="1" rot="10800000">
            <a:off x="0" y="349075"/>
            <a:ext cx="18279300" cy="1120500"/>
          </a:xfrm>
          <a:prstGeom prst="rect">
            <a:avLst/>
          </a:prstGeom>
          <a:solidFill>
            <a:srgbClr val="FDBF00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44" name="Google Shape;944;p62"/>
          <p:cNvGrpSpPr/>
          <p:nvPr/>
        </p:nvGrpSpPr>
        <p:grpSpPr>
          <a:xfrm>
            <a:off x="14061413" y="9489800"/>
            <a:ext cx="3957972" cy="536147"/>
            <a:chOff x="913788" y="717625"/>
            <a:chExt cx="3957972" cy="536147"/>
          </a:xfrm>
        </p:grpSpPr>
        <p:grpSp>
          <p:nvGrpSpPr>
            <p:cNvPr id="945" name="Google Shape;945;p62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946" name="Google Shape;946;p62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7" name="Google Shape;947;p62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8" name="Google Shape;948;p62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9" name="Google Shape;949;p62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0" name="Google Shape;950;p62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1" name="Google Shape;951;p62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2" name="Google Shape;952;p62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3" name="Google Shape;953;p62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4" name="Google Shape;954;p62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5" name="Google Shape;955;p62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6" name="Google Shape;956;p62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7" name="Google Shape;957;p62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958" name="Google Shape;958;p62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lang="es-419" sz="2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959" name="Google Shape;959;p62"/>
          <p:cNvSpPr txBox="1"/>
          <p:nvPr>
            <p:ph type="title"/>
          </p:nvPr>
        </p:nvSpPr>
        <p:spPr>
          <a:xfrm>
            <a:off x="1384125" y="500250"/>
            <a:ext cx="166353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4000">
                <a:solidFill>
                  <a:srgbClr val="161616"/>
                </a:solidFill>
                <a:latin typeface="Montserrat"/>
                <a:ea typeface="Montserrat"/>
                <a:cs typeface="Montserrat"/>
                <a:sym typeface="Montserrat"/>
              </a:rPr>
              <a:t>Objetivo</a:t>
            </a:r>
            <a:endParaRPr/>
          </a:p>
        </p:txBody>
      </p:sp>
      <p:grpSp>
        <p:nvGrpSpPr>
          <p:cNvPr id="960" name="Google Shape;960;p62"/>
          <p:cNvGrpSpPr/>
          <p:nvPr/>
        </p:nvGrpSpPr>
        <p:grpSpPr>
          <a:xfrm>
            <a:off x="380359" y="638070"/>
            <a:ext cx="684159" cy="662568"/>
            <a:chOff x="9859100" y="1606914"/>
            <a:chExt cx="2437330" cy="2360413"/>
          </a:xfrm>
        </p:grpSpPr>
        <p:sp>
          <p:nvSpPr>
            <p:cNvPr id="961" name="Google Shape;961;p62"/>
            <p:cNvSpPr/>
            <p:nvPr/>
          </p:nvSpPr>
          <p:spPr>
            <a:xfrm>
              <a:off x="10150319" y="2176206"/>
              <a:ext cx="549071" cy="606619"/>
            </a:xfrm>
            <a:custGeom>
              <a:rect b="b" l="l" r="r" t="t"/>
              <a:pathLst>
                <a:path extrusionOk="0" h="7557" w="6763">
                  <a:moveTo>
                    <a:pt x="6762" y="1"/>
                  </a:moveTo>
                  <a:lnTo>
                    <a:pt x="4487" y="179"/>
                  </a:lnTo>
                  <a:cubicBezTo>
                    <a:pt x="3845" y="233"/>
                    <a:pt x="3283" y="563"/>
                    <a:pt x="2935" y="1089"/>
                  </a:cubicBezTo>
                  <a:lnTo>
                    <a:pt x="312" y="5059"/>
                  </a:lnTo>
                  <a:cubicBezTo>
                    <a:pt x="45" y="5460"/>
                    <a:pt x="0" y="5969"/>
                    <a:pt x="196" y="6406"/>
                  </a:cubicBezTo>
                  <a:cubicBezTo>
                    <a:pt x="393" y="6852"/>
                    <a:pt x="794" y="7155"/>
                    <a:pt x="1267" y="7227"/>
                  </a:cubicBezTo>
                  <a:lnTo>
                    <a:pt x="3354" y="7557"/>
                  </a:lnTo>
                  <a:cubicBezTo>
                    <a:pt x="3836" y="4961"/>
                    <a:pt x="5005" y="2383"/>
                    <a:pt x="676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2" name="Google Shape;962;p62"/>
            <p:cNvSpPr/>
            <p:nvPr/>
          </p:nvSpPr>
          <p:spPr>
            <a:xfrm>
              <a:off x="11101268" y="3179452"/>
              <a:ext cx="612803" cy="537184"/>
            </a:xfrm>
            <a:custGeom>
              <a:rect b="b" l="l" r="r" t="t"/>
              <a:pathLst>
                <a:path extrusionOk="0" h="6692" w="7548">
                  <a:moveTo>
                    <a:pt x="7548" y="1"/>
                  </a:moveTo>
                  <a:lnTo>
                    <a:pt x="7548" y="1"/>
                  </a:lnTo>
                  <a:cubicBezTo>
                    <a:pt x="5166" y="1758"/>
                    <a:pt x="2588" y="2927"/>
                    <a:pt x="0" y="3409"/>
                  </a:cubicBezTo>
                  <a:lnTo>
                    <a:pt x="322" y="5496"/>
                  </a:lnTo>
                  <a:cubicBezTo>
                    <a:pt x="393" y="5978"/>
                    <a:pt x="705" y="6371"/>
                    <a:pt x="1142" y="6567"/>
                  </a:cubicBezTo>
                  <a:cubicBezTo>
                    <a:pt x="1330" y="6647"/>
                    <a:pt x="1517" y="6692"/>
                    <a:pt x="1713" y="6692"/>
                  </a:cubicBezTo>
                  <a:cubicBezTo>
                    <a:pt x="1981" y="6692"/>
                    <a:pt x="2257" y="6611"/>
                    <a:pt x="2489" y="6460"/>
                  </a:cubicBezTo>
                  <a:lnTo>
                    <a:pt x="6459" y="3828"/>
                  </a:lnTo>
                  <a:cubicBezTo>
                    <a:pt x="6986" y="3480"/>
                    <a:pt x="7325" y="2918"/>
                    <a:pt x="7369" y="2285"/>
                  </a:cubicBezTo>
                  <a:lnTo>
                    <a:pt x="754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3" name="Google Shape;963;p62"/>
            <p:cNvSpPr/>
            <p:nvPr/>
          </p:nvSpPr>
          <p:spPr>
            <a:xfrm>
              <a:off x="10535635" y="2577248"/>
              <a:ext cx="773554" cy="760582"/>
            </a:xfrm>
            <a:custGeom>
              <a:rect b="b" l="l" r="r" t="t"/>
              <a:pathLst>
                <a:path extrusionOk="0" h="9475" w="9528">
                  <a:moveTo>
                    <a:pt x="955" y="0"/>
                  </a:moveTo>
                  <a:cubicBezTo>
                    <a:pt x="553" y="991"/>
                    <a:pt x="250" y="2034"/>
                    <a:pt x="71" y="3123"/>
                  </a:cubicBezTo>
                  <a:cubicBezTo>
                    <a:pt x="0" y="3551"/>
                    <a:pt x="143" y="3988"/>
                    <a:pt x="446" y="4291"/>
                  </a:cubicBezTo>
                  <a:lnTo>
                    <a:pt x="5228" y="9073"/>
                  </a:lnTo>
                  <a:cubicBezTo>
                    <a:pt x="5487" y="9332"/>
                    <a:pt x="5826" y="9475"/>
                    <a:pt x="6182" y="9475"/>
                  </a:cubicBezTo>
                  <a:cubicBezTo>
                    <a:pt x="6254" y="9475"/>
                    <a:pt x="6325" y="9466"/>
                    <a:pt x="6396" y="9448"/>
                  </a:cubicBezTo>
                  <a:cubicBezTo>
                    <a:pt x="7485" y="9269"/>
                    <a:pt x="8529" y="8966"/>
                    <a:pt x="9528" y="8565"/>
                  </a:cubicBezTo>
                  <a:lnTo>
                    <a:pt x="95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4" name="Google Shape;964;p62"/>
            <p:cNvSpPr/>
            <p:nvPr/>
          </p:nvSpPr>
          <p:spPr>
            <a:xfrm>
              <a:off x="10668864" y="1606914"/>
              <a:ext cx="1627566" cy="1603443"/>
            </a:xfrm>
            <a:custGeom>
              <a:rect b="b" l="l" r="r" t="t"/>
              <a:pathLst>
                <a:path extrusionOk="0" h="19975" w="20047">
                  <a:moveTo>
                    <a:pt x="11692" y="4428"/>
                  </a:moveTo>
                  <a:cubicBezTo>
                    <a:pt x="12677" y="4428"/>
                    <a:pt x="13663" y="4804"/>
                    <a:pt x="14417" y="5558"/>
                  </a:cubicBezTo>
                  <a:cubicBezTo>
                    <a:pt x="15140" y="6281"/>
                    <a:pt x="15541" y="7244"/>
                    <a:pt x="15541" y="8279"/>
                  </a:cubicBezTo>
                  <a:cubicBezTo>
                    <a:pt x="15541" y="9305"/>
                    <a:pt x="15140" y="10269"/>
                    <a:pt x="14417" y="11000"/>
                  </a:cubicBezTo>
                  <a:cubicBezTo>
                    <a:pt x="13668" y="11749"/>
                    <a:pt x="12677" y="12124"/>
                    <a:pt x="11696" y="12124"/>
                  </a:cubicBezTo>
                  <a:cubicBezTo>
                    <a:pt x="10706" y="12124"/>
                    <a:pt x="9724" y="11749"/>
                    <a:pt x="8966" y="11000"/>
                  </a:cubicBezTo>
                  <a:cubicBezTo>
                    <a:pt x="8244" y="10269"/>
                    <a:pt x="7842" y="9305"/>
                    <a:pt x="7842" y="8279"/>
                  </a:cubicBezTo>
                  <a:cubicBezTo>
                    <a:pt x="7842" y="7244"/>
                    <a:pt x="8244" y="6281"/>
                    <a:pt x="8966" y="5558"/>
                  </a:cubicBezTo>
                  <a:cubicBezTo>
                    <a:pt x="9720" y="4804"/>
                    <a:pt x="10706" y="4428"/>
                    <a:pt x="11692" y="4428"/>
                  </a:cubicBezTo>
                  <a:close/>
                  <a:moveTo>
                    <a:pt x="17513" y="0"/>
                  </a:moveTo>
                  <a:cubicBezTo>
                    <a:pt x="15264" y="0"/>
                    <a:pt x="11714" y="339"/>
                    <a:pt x="8315" y="2097"/>
                  </a:cubicBezTo>
                  <a:cubicBezTo>
                    <a:pt x="5621" y="3489"/>
                    <a:pt x="2088" y="6557"/>
                    <a:pt x="1" y="10599"/>
                  </a:cubicBezTo>
                  <a:cubicBezTo>
                    <a:pt x="18" y="10616"/>
                    <a:pt x="45" y="10634"/>
                    <a:pt x="72" y="10661"/>
                  </a:cubicBezTo>
                  <a:lnTo>
                    <a:pt x="9305" y="19903"/>
                  </a:lnTo>
                  <a:cubicBezTo>
                    <a:pt x="9332" y="19921"/>
                    <a:pt x="9350" y="19948"/>
                    <a:pt x="9368" y="19975"/>
                  </a:cubicBezTo>
                  <a:cubicBezTo>
                    <a:pt x="13409" y="17887"/>
                    <a:pt x="16478" y="14345"/>
                    <a:pt x="17878" y="11651"/>
                  </a:cubicBezTo>
                  <a:cubicBezTo>
                    <a:pt x="19975" y="7592"/>
                    <a:pt x="20046" y="3310"/>
                    <a:pt x="19939" y="1303"/>
                  </a:cubicBezTo>
                  <a:cubicBezTo>
                    <a:pt x="19903" y="616"/>
                    <a:pt x="19350" y="63"/>
                    <a:pt x="18663" y="27"/>
                  </a:cubicBezTo>
                  <a:cubicBezTo>
                    <a:pt x="18342" y="9"/>
                    <a:pt x="17950" y="0"/>
                    <a:pt x="17513" y="0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5" name="Google Shape;965;p62"/>
            <p:cNvSpPr/>
            <p:nvPr/>
          </p:nvSpPr>
          <p:spPr>
            <a:xfrm>
              <a:off x="11430808" y="2085980"/>
              <a:ext cx="374518" cy="370859"/>
            </a:xfrm>
            <a:custGeom>
              <a:rect b="b" l="l" r="r" t="t"/>
              <a:pathLst>
                <a:path extrusionOk="0" h="4620" w="4613">
                  <a:moveTo>
                    <a:pt x="2311" y="1"/>
                  </a:moveTo>
                  <a:cubicBezTo>
                    <a:pt x="1713" y="1"/>
                    <a:pt x="1125" y="224"/>
                    <a:pt x="670" y="679"/>
                  </a:cubicBezTo>
                  <a:cubicBezTo>
                    <a:pt x="241" y="1116"/>
                    <a:pt x="0" y="1696"/>
                    <a:pt x="0" y="2311"/>
                  </a:cubicBezTo>
                  <a:cubicBezTo>
                    <a:pt x="0" y="2927"/>
                    <a:pt x="241" y="3507"/>
                    <a:pt x="670" y="3944"/>
                  </a:cubicBezTo>
                  <a:cubicBezTo>
                    <a:pt x="1120" y="4394"/>
                    <a:pt x="1713" y="4619"/>
                    <a:pt x="2307" y="4619"/>
                  </a:cubicBezTo>
                  <a:cubicBezTo>
                    <a:pt x="2900" y="4619"/>
                    <a:pt x="3493" y="4394"/>
                    <a:pt x="3944" y="3944"/>
                  </a:cubicBezTo>
                  <a:cubicBezTo>
                    <a:pt x="4381" y="3507"/>
                    <a:pt x="4613" y="2927"/>
                    <a:pt x="4613" y="2311"/>
                  </a:cubicBezTo>
                  <a:cubicBezTo>
                    <a:pt x="4613" y="1696"/>
                    <a:pt x="4381" y="1116"/>
                    <a:pt x="3944" y="679"/>
                  </a:cubicBezTo>
                  <a:cubicBezTo>
                    <a:pt x="3489" y="224"/>
                    <a:pt x="2900" y="1"/>
                    <a:pt x="23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6" name="Google Shape;966;p62"/>
            <p:cNvSpPr/>
            <p:nvPr/>
          </p:nvSpPr>
          <p:spPr>
            <a:xfrm>
              <a:off x="9865676" y="2900184"/>
              <a:ext cx="521549" cy="515671"/>
            </a:xfrm>
            <a:custGeom>
              <a:rect b="b" l="l" r="r" t="t"/>
              <a:pathLst>
                <a:path extrusionOk="0" h="6424" w="6424">
                  <a:moveTo>
                    <a:pt x="6423" y="1"/>
                  </a:moveTo>
                  <a:lnTo>
                    <a:pt x="0" y="6424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7" name="Google Shape;967;p62"/>
            <p:cNvSpPr/>
            <p:nvPr/>
          </p:nvSpPr>
          <p:spPr>
            <a:xfrm>
              <a:off x="9859100" y="2894485"/>
              <a:ext cx="533889" cy="527872"/>
            </a:xfrm>
            <a:custGeom>
              <a:rect b="b" l="l" r="r" t="t"/>
              <a:pathLst>
                <a:path extrusionOk="0" h="6576" w="6576">
                  <a:moveTo>
                    <a:pt x="6433" y="0"/>
                  </a:moveTo>
                  <a:lnTo>
                    <a:pt x="1" y="6424"/>
                  </a:lnTo>
                  <a:lnTo>
                    <a:pt x="152" y="6575"/>
                  </a:lnTo>
                  <a:lnTo>
                    <a:pt x="6576" y="143"/>
                  </a:lnTo>
                  <a:lnTo>
                    <a:pt x="643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8" name="Google Shape;968;p62"/>
            <p:cNvSpPr/>
            <p:nvPr/>
          </p:nvSpPr>
          <p:spPr>
            <a:xfrm>
              <a:off x="10403786" y="3445877"/>
              <a:ext cx="521549" cy="515671"/>
            </a:xfrm>
            <a:custGeom>
              <a:rect b="b" l="l" r="r" t="t"/>
              <a:pathLst>
                <a:path extrusionOk="0" h="6424" w="6424">
                  <a:moveTo>
                    <a:pt x="6424" y="1"/>
                  </a:moveTo>
                  <a:lnTo>
                    <a:pt x="0" y="6424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9" name="Google Shape;969;p62"/>
            <p:cNvSpPr/>
            <p:nvPr/>
          </p:nvSpPr>
          <p:spPr>
            <a:xfrm>
              <a:off x="10398022" y="3440177"/>
              <a:ext cx="533077" cy="527150"/>
            </a:xfrm>
            <a:custGeom>
              <a:rect b="b" l="l" r="r" t="t"/>
              <a:pathLst>
                <a:path extrusionOk="0" h="6567" w="6566">
                  <a:moveTo>
                    <a:pt x="6423" y="0"/>
                  </a:moveTo>
                  <a:lnTo>
                    <a:pt x="0" y="6423"/>
                  </a:lnTo>
                  <a:lnTo>
                    <a:pt x="143" y="6566"/>
                  </a:lnTo>
                  <a:lnTo>
                    <a:pt x="6566" y="143"/>
                  </a:lnTo>
                  <a:lnTo>
                    <a:pt x="64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0" name="Google Shape;970;p62"/>
            <p:cNvSpPr/>
            <p:nvPr/>
          </p:nvSpPr>
          <p:spPr>
            <a:xfrm>
              <a:off x="10286471" y="3182342"/>
              <a:ext cx="335386" cy="331686"/>
            </a:xfrm>
            <a:custGeom>
              <a:rect b="b" l="l" r="r" t="t"/>
              <a:pathLst>
                <a:path extrusionOk="0" h="4132" w="4131">
                  <a:moveTo>
                    <a:pt x="4131" y="1"/>
                  </a:moveTo>
                  <a:lnTo>
                    <a:pt x="0" y="413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1" name="Google Shape;971;p62"/>
            <p:cNvSpPr/>
            <p:nvPr/>
          </p:nvSpPr>
          <p:spPr>
            <a:xfrm>
              <a:off x="10280625" y="3176643"/>
              <a:ext cx="347077" cy="343085"/>
            </a:xfrm>
            <a:custGeom>
              <a:rect b="b" l="l" r="r" t="t"/>
              <a:pathLst>
                <a:path extrusionOk="0" h="4274" w="4275">
                  <a:moveTo>
                    <a:pt x="4131" y="0"/>
                  </a:moveTo>
                  <a:lnTo>
                    <a:pt x="1" y="4131"/>
                  </a:lnTo>
                  <a:lnTo>
                    <a:pt x="144" y="4273"/>
                  </a:lnTo>
                  <a:lnTo>
                    <a:pt x="4274" y="143"/>
                  </a:lnTo>
                  <a:lnTo>
                    <a:pt x="413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2" name="Google Shape;972;p62"/>
            <p:cNvSpPr/>
            <p:nvPr/>
          </p:nvSpPr>
          <p:spPr>
            <a:xfrm>
              <a:off x="10143921" y="3689563"/>
              <a:ext cx="174634" cy="172666"/>
            </a:xfrm>
            <a:custGeom>
              <a:rect b="b" l="l" r="r" t="t"/>
              <a:pathLst>
                <a:path extrusionOk="0" h="2151" w="2151">
                  <a:moveTo>
                    <a:pt x="2151" y="1"/>
                  </a:moveTo>
                  <a:lnTo>
                    <a:pt x="2151" y="1"/>
                  </a:lnTo>
                  <a:cubicBezTo>
                    <a:pt x="2150" y="1"/>
                    <a:pt x="1643" y="483"/>
                    <a:pt x="999" y="483"/>
                  </a:cubicBezTo>
                  <a:cubicBezTo>
                    <a:pt x="687" y="483"/>
                    <a:pt x="344" y="371"/>
                    <a:pt x="10" y="36"/>
                  </a:cubicBezTo>
                  <a:lnTo>
                    <a:pt x="10" y="36"/>
                  </a:lnTo>
                  <a:cubicBezTo>
                    <a:pt x="1035" y="1062"/>
                    <a:pt x="1" y="2151"/>
                    <a:pt x="1" y="2151"/>
                  </a:cubicBezTo>
                  <a:cubicBezTo>
                    <a:pt x="1" y="2151"/>
                    <a:pt x="487" y="1688"/>
                    <a:pt x="1116" y="1688"/>
                  </a:cubicBezTo>
                  <a:cubicBezTo>
                    <a:pt x="1428" y="1688"/>
                    <a:pt x="1775" y="1802"/>
                    <a:pt x="2115" y="2142"/>
                  </a:cubicBezTo>
                  <a:cubicBezTo>
                    <a:pt x="1089" y="1116"/>
                    <a:pt x="2150" y="1"/>
                    <a:pt x="21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73" name="Google Shape;973;p62"/>
          <p:cNvSpPr txBox="1"/>
          <p:nvPr/>
        </p:nvSpPr>
        <p:spPr>
          <a:xfrm>
            <a:off x="8476000" y="2247338"/>
            <a:ext cx="9230100" cy="64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Para esta actividad, elegirás uno de los 3 datasets para llevar a cabo una investigación basada en los conceptos y herramientas aprendidas en este módulo.</a:t>
            </a:r>
            <a:r>
              <a:rPr lang="es-419" sz="3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</a:t>
            </a:r>
            <a:endParaRPr sz="35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Una vez elegido, d</a:t>
            </a:r>
            <a:r>
              <a:rPr lang="es-419" sz="3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eberás</a:t>
            </a:r>
            <a:r>
              <a:rPr lang="es-419" sz="3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realizar un </a:t>
            </a:r>
            <a:r>
              <a:rPr lang="es-419" sz="3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análisis</a:t>
            </a:r>
            <a:r>
              <a:rPr lang="es-419" sz="3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de los datos y crear una </a:t>
            </a:r>
            <a:r>
              <a:rPr lang="es-419" sz="3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presentación</a:t>
            </a:r>
            <a:r>
              <a:rPr lang="es-419" sz="3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con </a:t>
            </a:r>
            <a:r>
              <a:rPr lang="es-419" sz="3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gráficos</a:t>
            </a:r>
            <a:r>
              <a:rPr lang="es-419" sz="3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, conclusiones y medidas </a:t>
            </a:r>
            <a:r>
              <a:rPr lang="es-419" sz="3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estadísticas</a:t>
            </a:r>
            <a:r>
              <a:rPr lang="es-419" sz="3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.</a:t>
            </a:r>
            <a:br>
              <a:rPr lang="es-419" sz="3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</a:br>
            <a:br>
              <a:rPr lang="es-419" sz="3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</a:br>
            <a:r>
              <a:rPr lang="es-419" sz="3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Cada dataset </a:t>
            </a:r>
            <a:r>
              <a:rPr lang="es-419" sz="3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tendrá</a:t>
            </a:r>
            <a:r>
              <a:rPr lang="es-419" sz="3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una serie de objetivos a plantear en la </a:t>
            </a:r>
            <a:r>
              <a:rPr lang="es-419" sz="3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presentación</a:t>
            </a:r>
            <a:r>
              <a:rPr lang="es-419" sz="3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.</a:t>
            </a:r>
            <a:endParaRPr sz="35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974" name="Google Shape;974;p62"/>
          <p:cNvSpPr txBox="1"/>
          <p:nvPr/>
        </p:nvSpPr>
        <p:spPr>
          <a:xfrm>
            <a:off x="612875" y="9008450"/>
            <a:ext cx="8608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000">
                <a:solidFill>
                  <a:srgbClr val="161616"/>
                </a:solidFill>
                <a:latin typeface="Archivo"/>
                <a:ea typeface="Archivo"/>
                <a:cs typeface="Archivo"/>
                <a:sym typeface="Archivo"/>
              </a:rPr>
              <a:t>En este </a:t>
            </a:r>
            <a:r>
              <a:rPr b="1" lang="es-419" sz="3000" u="sng">
                <a:solidFill>
                  <a:schemeClr val="hlink"/>
                </a:solidFill>
                <a:highlight>
                  <a:schemeClr val="accent4"/>
                </a:highlight>
                <a:latin typeface="Archivo"/>
                <a:ea typeface="Archivo"/>
                <a:cs typeface="Archivo"/>
                <a:sym typeface="Archivo"/>
                <a:hlinkClick r:id="rId3"/>
              </a:rPr>
              <a:t>ENLACE</a:t>
            </a:r>
            <a:r>
              <a:rPr lang="es-419" sz="3000">
                <a:solidFill>
                  <a:srgbClr val="161616"/>
                </a:solidFill>
                <a:latin typeface="Archivo"/>
                <a:ea typeface="Archivo"/>
                <a:cs typeface="Archivo"/>
                <a:sym typeface="Archivo"/>
              </a:rPr>
              <a:t> </a:t>
            </a:r>
            <a:r>
              <a:rPr lang="es-419" sz="3000">
                <a:solidFill>
                  <a:srgbClr val="161616"/>
                </a:solidFill>
                <a:latin typeface="Archivo"/>
                <a:ea typeface="Archivo"/>
                <a:cs typeface="Archivo"/>
                <a:sym typeface="Archivo"/>
              </a:rPr>
              <a:t>puedes ver un ejemplo.</a:t>
            </a:r>
            <a:endParaRPr sz="3000">
              <a:solidFill>
                <a:srgbClr val="16161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975" name="Google Shape;975;p62"/>
          <p:cNvGrpSpPr/>
          <p:nvPr/>
        </p:nvGrpSpPr>
        <p:grpSpPr>
          <a:xfrm rot="5400000">
            <a:off x="626738" y="8952856"/>
            <a:ext cx="574020" cy="757672"/>
            <a:chOff x="4167206" y="5024326"/>
            <a:chExt cx="904966" cy="1194501"/>
          </a:xfrm>
        </p:grpSpPr>
        <p:sp>
          <p:nvSpPr>
            <p:cNvPr id="976" name="Google Shape;976;p62"/>
            <p:cNvSpPr/>
            <p:nvPr/>
          </p:nvSpPr>
          <p:spPr>
            <a:xfrm>
              <a:off x="4415326" y="5564798"/>
              <a:ext cx="656846" cy="654028"/>
            </a:xfrm>
            <a:custGeom>
              <a:rect b="b" l="l" r="r" t="t"/>
              <a:pathLst>
                <a:path extrusionOk="0" h="2085" w="2094">
                  <a:moveTo>
                    <a:pt x="1102" y="0"/>
                  </a:moveTo>
                  <a:lnTo>
                    <a:pt x="1" y="1134"/>
                  </a:lnTo>
                  <a:lnTo>
                    <a:pt x="1029" y="2084"/>
                  </a:lnTo>
                  <a:lnTo>
                    <a:pt x="2093" y="931"/>
                  </a:lnTo>
                  <a:lnTo>
                    <a:pt x="1102" y="0"/>
                  </a:ln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7" name="Google Shape;977;p62"/>
            <p:cNvSpPr/>
            <p:nvPr/>
          </p:nvSpPr>
          <p:spPr>
            <a:xfrm>
              <a:off x="4707989" y="5584874"/>
              <a:ext cx="127981" cy="124532"/>
            </a:xfrm>
            <a:custGeom>
              <a:rect b="b" l="l" r="r" t="t"/>
              <a:pathLst>
                <a:path extrusionOk="0" h="397" w="408">
                  <a:moveTo>
                    <a:pt x="360" y="1"/>
                  </a:moveTo>
                  <a:lnTo>
                    <a:pt x="1" y="348"/>
                  </a:lnTo>
                  <a:lnTo>
                    <a:pt x="48" y="396"/>
                  </a:lnTo>
                  <a:lnTo>
                    <a:pt x="407" y="50"/>
                  </a:lnTo>
                  <a:lnTo>
                    <a:pt x="360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8" name="Google Shape;978;p62"/>
            <p:cNvSpPr/>
            <p:nvPr/>
          </p:nvSpPr>
          <p:spPr>
            <a:xfrm>
              <a:off x="4719281" y="5634749"/>
              <a:ext cx="164368" cy="159978"/>
            </a:xfrm>
            <a:custGeom>
              <a:rect b="b" l="l" r="r" t="t"/>
              <a:pathLst>
                <a:path extrusionOk="0" h="510" w="524">
                  <a:moveTo>
                    <a:pt x="476" y="1"/>
                  </a:moveTo>
                  <a:lnTo>
                    <a:pt x="0" y="461"/>
                  </a:lnTo>
                  <a:lnTo>
                    <a:pt x="47" y="509"/>
                  </a:lnTo>
                  <a:lnTo>
                    <a:pt x="523" y="49"/>
                  </a:lnTo>
                  <a:lnTo>
                    <a:pt x="476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9" name="Google Shape;979;p62"/>
            <p:cNvSpPr/>
            <p:nvPr/>
          </p:nvSpPr>
          <p:spPr>
            <a:xfrm>
              <a:off x="4177871" y="5034991"/>
              <a:ext cx="575603" cy="846002"/>
            </a:xfrm>
            <a:custGeom>
              <a:rect b="b" l="l" r="r" t="t"/>
              <a:pathLst>
                <a:path extrusionOk="0" h="2697" w="1835">
                  <a:moveTo>
                    <a:pt x="428" y="0"/>
                  </a:moveTo>
                  <a:cubicBezTo>
                    <a:pt x="429" y="0"/>
                    <a:pt x="430" y="0"/>
                    <a:pt x="431" y="0"/>
                  </a:cubicBezTo>
                  <a:lnTo>
                    <a:pt x="431" y="0"/>
                  </a:lnTo>
                  <a:cubicBezTo>
                    <a:pt x="432" y="0"/>
                    <a:pt x="433" y="0"/>
                    <a:pt x="434" y="0"/>
                  </a:cubicBezTo>
                  <a:close/>
                  <a:moveTo>
                    <a:pt x="431" y="0"/>
                  </a:moveTo>
                  <a:lnTo>
                    <a:pt x="431" y="0"/>
                  </a:lnTo>
                  <a:cubicBezTo>
                    <a:pt x="349" y="2"/>
                    <a:pt x="264" y="69"/>
                    <a:pt x="264" y="151"/>
                  </a:cubicBezTo>
                  <a:lnTo>
                    <a:pt x="259" y="1003"/>
                  </a:lnTo>
                  <a:lnTo>
                    <a:pt x="112" y="1098"/>
                  </a:lnTo>
                  <a:cubicBezTo>
                    <a:pt x="42" y="1143"/>
                    <a:pt x="0" y="1221"/>
                    <a:pt x="0" y="1305"/>
                  </a:cubicBezTo>
                  <a:lnTo>
                    <a:pt x="0" y="1667"/>
                  </a:lnTo>
                  <a:cubicBezTo>
                    <a:pt x="0" y="1726"/>
                    <a:pt x="23" y="1786"/>
                    <a:pt x="65" y="1832"/>
                  </a:cubicBezTo>
                  <a:lnTo>
                    <a:pt x="212" y="1995"/>
                  </a:lnTo>
                  <a:lnTo>
                    <a:pt x="866" y="2696"/>
                  </a:lnTo>
                  <a:lnTo>
                    <a:pt x="1835" y="1697"/>
                  </a:lnTo>
                  <a:lnTo>
                    <a:pt x="1747" y="1597"/>
                  </a:lnTo>
                  <a:cubicBezTo>
                    <a:pt x="1731" y="1582"/>
                    <a:pt x="1721" y="1560"/>
                    <a:pt x="1721" y="1537"/>
                  </a:cubicBezTo>
                  <a:lnTo>
                    <a:pt x="1687" y="918"/>
                  </a:lnTo>
                  <a:cubicBezTo>
                    <a:pt x="1687" y="836"/>
                    <a:pt x="1619" y="768"/>
                    <a:pt x="1537" y="768"/>
                  </a:cubicBezTo>
                  <a:lnTo>
                    <a:pt x="1506" y="768"/>
                  </a:lnTo>
                  <a:cubicBezTo>
                    <a:pt x="1422" y="768"/>
                    <a:pt x="1351" y="836"/>
                    <a:pt x="1351" y="918"/>
                  </a:cubicBezTo>
                  <a:lnTo>
                    <a:pt x="1351" y="847"/>
                  </a:lnTo>
                  <a:cubicBezTo>
                    <a:pt x="1351" y="763"/>
                    <a:pt x="1284" y="697"/>
                    <a:pt x="1200" y="697"/>
                  </a:cubicBezTo>
                  <a:lnTo>
                    <a:pt x="1135" y="697"/>
                  </a:lnTo>
                  <a:cubicBezTo>
                    <a:pt x="1053" y="697"/>
                    <a:pt x="985" y="763"/>
                    <a:pt x="985" y="847"/>
                  </a:cubicBezTo>
                  <a:lnTo>
                    <a:pt x="985" y="794"/>
                  </a:lnTo>
                  <a:cubicBezTo>
                    <a:pt x="985" y="711"/>
                    <a:pt x="917" y="643"/>
                    <a:pt x="834" y="643"/>
                  </a:cubicBezTo>
                  <a:lnTo>
                    <a:pt x="766" y="643"/>
                  </a:lnTo>
                  <a:cubicBezTo>
                    <a:pt x="683" y="643"/>
                    <a:pt x="622" y="711"/>
                    <a:pt x="622" y="794"/>
                  </a:cubicBezTo>
                  <a:lnTo>
                    <a:pt x="598" y="151"/>
                  </a:lnTo>
                  <a:cubicBezTo>
                    <a:pt x="598" y="69"/>
                    <a:pt x="514" y="2"/>
                    <a:pt x="43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0" name="Google Shape;980;p62"/>
            <p:cNvSpPr/>
            <p:nvPr/>
          </p:nvSpPr>
          <p:spPr>
            <a:xfrm>
              <a:off x="4167206" y="5024326"/>
              <a:ext cx="600697" cy="872037"/>
            </a:xfrm>
            <a:custGeom>
              <a:rect b="b" l="l" r="r" t="t"/>
              <a:pathLst>
                <a:path extrusionOk="0" h="2780" w="1915">
                  <a:moveTo>
                    <a:pt x="465" y="68"/>
                  </a:moveTo>
                  <a:cubicBezTo>
                    <a:pt x="526" y="70"/>
                    <a:pt x="598" y="120"/>
                    <a:pt x="598" y="186"/>
                  </a:cubicBezTo>
                  <a:lnTo>
                    <a:pt x="622" y="829"/>
                  </a:lnTo>
                  <a:lnTo>
                    <a:pt x="688" y="828"/>
                  </a:lnTo>
                  <a:cubicBezTo>
                    <a:pt x="688" y="763"/>
                    <a:pt x="738" y="711"/>
                    <a:pt x="800" y="711"/>
                  </a:cubicBezTo>
                  <a:lnTo>
                    <a:pt x="868" y="711"/>
                  </a:lnTo>
                  <a:cubicBezTo>
                    <a:pt x="933" y="711"/>
                    <a:pt x="985" y="763"/>
                    <a:pt x="985" y="828"/>
                  </a:cubicBezTo>
                  <a:lnTo>
                    <a:pt x="985" y="881"/>
                  </a:lnTo>
                  <a:lnTo>
                    <a:pt x="1053" y="881"/>
                  </a:lnTo>
                  <a:cubicBezTo>
                    <a:pt x="1053" y="816"/>
                    <a:pt x="1104" y="763"/>
                    <a:pt x="1169" y="763"/>
                  </a:cubicBezTo>
                  <a:lnTo>
                    <a:pt x="1234" y="763"/>
                  </a:lnTo>
                  <a:cubicBezTo>
                    <a:pt x="1299" y="763"/>
                    <a:pt x="1352" y="816"/>
                    <a:pt x="1352" y="881"/>
                  </a:cubicBezTo>
                  <a:lnTo>
                    <a:pt x="1352" y="952"/>
                  </a:lnTo>
                  <a:lnTo>
                    <a:pt x="1419" y="952"/>
                  </a:lnTo>
                  <a:cubicBezTo>
                    <a:pt x="1419" y="889"/>
                    <a:pt x="1474" y="836"/>
                    <a:pt x="1540" y="836"/>
                  </a:cubicBezTo>
                  <a:lnTo>
                    <a:pt x="1571" y="836"/>
                  </a:lnTo>
                  <a:cubicBezTo>
                    <a:pt x="1636" y="836"/>
                    <a:pt x="1687" y="888"/>
                    <a:pt x="1687" y="954"/>
                  </a:cubicBezTo>
                  <a:lnTo>
                    <a:pt x="1721" y="1571"/>
                  </a:lnTo>
                  <a:cubicBezTo>
                    <a:pt x="1721" y="1603"/>
                    <a:pt x="1734" y="1633"/>
                    <a:pt x="1757" y="1655"/>
                  </a:cubicBezTo>
                  <a:lnTo>
                    <a:pt x="1823" y="1730"/>
                  </a:lnTo>
                  <a:lnTo>
                    <a:pt x="900" y="2682"/>
                  </a:lnTo>
                  <a:lnTo>
                    <a:pt x="272" y="2007"/>
                  </a:lnTo>
                  <a:lnTo>
                    <a:pt x="123" y="1843"/>
                  </a:lnTo>
                  <a:cubicBezTo>
                    <a:pt x="87" y="1804"/>
                    <a:pt x="68" y="1752"/>
                    <a:pt x="68" y="1701"/>
                  </a:cubicBezTo>
                  <a:lnTo>
                    <a:pt x="68" y="1339"/>
                  </a:lnTo>
                  <a:cubicBezTo>
                    <a:pt x="68" y="1267"/>
                    <a:pt x="104" y="1200"/>
                    <a:pt x="164" y="1161"/>
                  </a:cubicBezTo>
                  <a:lnTo>
                    <a:pt x="259" y="1098"/>
                  </a:lnTo>
                  <a:lnTo>
                    <a:pt x="259" y="1492"/>
                  </a:lnTo>
                  <a:lnTo>
                    <a:pt x="327" y="1492"/>
                  </a:lnTo>
                  <a:lnTo>
                    <a:pt x="327" y="1037"/>
                  </a:lnTo>
                  <a:lnTo>
                    <a:pt x="332" y="185"/>
                  </a:lnTo>
                  <a:cubicBezTo>
                    <a:pt x="332" y="120"/>
                    <a:pt x="403" y="70"/>
                    <a:pt x="465" y="68"/>
                  </a:cubicBezTo>
                  <a:close/>
                  <a:moveTo>
                    <a:pt x="462" y="0"/>
                  </a:moveTo>
                  <a:cubicBezTo>
                    <a:pt x="368" y="3"/>
                    <a:pt x="264" y="81"/>
                    <a:pt x="264" y="185"/>
                  </a:cubicBezTo>
                  <a:lnTo>
                    <a:pt x="259" y="1017"/>
                  </a:lnTo>
                  <a:lnTo>
                    <a:pt x="128" y="1105"/>
                  </a:lnTo>
                  <a:cubicBezTo>
                    <a:pt x="49" y="1156"/>
                    <a:pt x="0" y="1244"/>
                    <a:pt x="0" y="1339"/>
                  </a:cubicBezTo>
                  <a:lnTo>
                    <a:pt x="0" y="1701"/>
                  </a:lnTo>
                  <a:cubicBezTo>
                    <a:pt x="0" y="1770"/>
                    <a:pt x="26" y="1837"/>
                    <a:pt x="73" y="1888"/>
                  </a:cubicBezTo>
                  <a:lnTo>
                    <a:pt x="222" y="2052"/>
                  </a:lnTo>
                  <a:lnTo>
                    <a:pt x="900" y="2779"/>
                  </a:lnTo>
                  <a:lnTo>
                    <a:pt x="1914" y="1733"/>
                  </a:lnTo>
                  <a:lnTo>
                    <a:pt x="1807" y="1610"/>
                  </a:lnTo>
                  <a:lnTo>
                    <a:pt x="1804" y="1607"/>
                  </a:lnTo>
                  <a:cubicBezTo>
                    <a:pt x="1794" y="1597"/>
                    <a:pt x="1789" y="1584"/>
                    <a:pt x="1789" y="1569"/>
                  </a:cubicBezTo>
                  <a:lnTo>
                    <a:pt x="1755" y="952"/>
                  </a:lnTo>
                  <a:cubicBezTo>
                    <a:pt x="1755" y="850"/>
                    <a:pt x="1673" y="768"/>
                    <a:pt x="1571" y="768"/>
                  </a:cubicBezTo>
                  <a:lnTo>
                    <a:pt x="1540" y="768"/>
                  </a:lnTo>
                  <a:cubicBezTo>
                    <a:pt x="1490" y="768"/>
                    <a:pt x="1443" y="789"/>
                    <a:pt x="1409" y="821"/>
                  </a:cubicBezTo>
                  <a:cubicBezTo>
                    <a:pt x="1385" y="748"/>
                    <a:pt x="1315" y="697"/>
                    <a:pt x="1234" y="697"/>
                  </a:cubicBezTo>
                  <a:lnTo>
                    <a:pt x="1169" y="697"/>
                  </a:lnTo>
                  <a:cubicBezTo>
                    <a:pt x="1117" y="697"/>
                    <a:pt x="1070" y="718"/>
                    <a:pt x="1036" y="753"/>
                  </a:cubicBezTo>
                  <a:cubicBezTo>
                    <a:pt x="1007" y="688"/>
                    <a:pt x="943" y="643"/>
                    <a:pt x="868" y="643"/>
                  </a:cubicBezTo>
                  <a:lnTo>
                    <a:pt x="800" y="643"/>
                  </a:lnTo>
                  <a:cubicBezTo>
                    <a:pt x="755" y="643"/>
                    <a:pt x="714" y="659"/>
                    <a:pt x="683" y="687"/>
                  </a:cubicBezTo>
                  <a:lnTo>
                    <a:pt x="666" y="185"/>
                  </a:lnTo>
                  <a:cubicBezTo>
                    <a:pt x="666" y="81"/>
                    <a:pt x="562" y="3"/>
                    <a:pt x="468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1" name="Google Shape;981;p62"/>
            <p:cNvSpPr/>
            <p:nvPr/>
          </p:nvSpPr>
          <p:spPr>
            <a:xfrm>
              <a:off x="4362001" y="5279349"/>
              <a:ext cx="21644" cy="77793"/>
            </a:xfrm>
            <a:custGeom>
              <a:rect b="b" l="l" r="r" t="t"/>
              <a:pathLst>
                <a:path extrusionOk="0" h="248" w="69">
                  <a:moveTo>
                    <a:pt x="1" y="0"/>
                  </a:moveTo>
                  <a:lnTo>
                    <a:pt x="1" y="248"/>
                  </a:lnTo>
                  <a:lnTo>
                    <a:pt x="69" y="248"/>
                  </a:lnTo>
                  <a:lnTo>
                    <a:pt x="6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2" name="Google Shape;982;p62"/>
            <p:cNvSpPr/>
            <p:nvPr/>
          </p:nvSpPr>
          <p:spPr>
            <a:xfrm>
              <a:off x="4476493" y="5295033"/>
              <a:ext cx="21644" cy="71833"/>
            </a:xfrm>
            <a:custGeom>
              <a:rect b="b" l="l" r="r" t="t"/>
              <a:pathLst>
                <a:path extrusionOk="0" h="229" w="69">
                  <a:moveTo>
                    <a:pt x="0" y="0"/>
                  </a:moveTo>
                  <a:lnTo>
                    <a:pt x="0" y="229"/>
                  </a:lnTo>
                  <a:lnTo>
                    <a:pt x="68" y="229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3" name="Google Shape;983;p62"/>
            <p:cNvSpPr/>
            <p:nvPr/>
          </p:nvSpPr>
          <p:spPr>
            <a:xfrm>
              <a:off x="4591300" y="5314167"/>
              <a:ext cx="21644" cy="61795"/>
            </a:xfrm>
            <a:custGeom>
              <a:rect b="b" l="l" r="r" t="t"/>
              <a:pathLst>
                <a:path extrusionOk="0" h="197" w="69">
                  <a:moveTo>
                    <a:pt x="0" y="1"/>
                  </a:moveTo>
                  <a:lnTo>
                    <a:pt x="0" y="197"/>
                  </a:lnTo>
                  <a:lnTo>
                    <a:pt x="68" y="197"/>
                  </a:lnTo>
                  <a:lnTo>
                    <a:pt x="68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84" name="Google Shape;984;p62"/>
          <p:cNvSpPr txBox="1"/>
          <p:nvPr/>
        </p:nvSpPr>
        <p:spPr>
          <a:xfrm rot="5400000">
            <a:off x="-2439850" y="4709250"/>
            <a:ext cx="5195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100" u="sng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Marketing Digital Sticker By Acertando No Alvo</a:t>
            </a:r>
            <a:endParaRPr sz="1100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985" name="Google Shape;985;p6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84125" y="2386029"/>
            <a:ext cx="6280825" cy="5360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9" name="Shape 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Google Shape;990;p63"/>
          <p:cNvSpPr/>
          <p:nvPr/>
        </p:nvSpPr>
        <p:spPr>
          <a:xfrm flipH="1">
            <a:off x="16459200" y="2057400"/>
            <a:ext cx="1829400" cy="8229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991" name="Google Shape;991;p63"/>
          <p:cNvSpPr txBox="1"/>
          <p:nvPr/>
        </p:nvSpPr>
        <p:spPr>
          <a:xfrm>
            <a:off x="739825" y="3838363"/>
            <a:ext cx="11927400" cy="16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5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Consulta</a:t>
            </a:r>
            <a:r>
              <a:rPr lang="es-419" sz="5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con tu docente: ¿Es individual o puede realizarse en grupos?</a:t>
            </a:r>
            <a:endParaRPr sz="50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992" name="Google Shape;992;p63"/>
          <p:cNvSpPr/>
          <p:nvPr/>
        </p:nvSpPr>
        <p:spPr>
          <a:xfrm>
            <a:off x="9067800" y="2057400"/>
            <a:ext cx="4535400" cy="45354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cxnSp>
        <p:nvCxnSpPr>
          <p:cNvPr id="993" name="Google Shape;993;p63"/>
          <p:cNvCxnSpPr/>
          <p:nvPr/>
        </p:nvCxnSpPr>
        <p:spPr>
          <a:xfrm rot="10800000">
            <a:off x="0" y="2057400"/>
            <a:ext cx="11393100" cy="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94" name="Google Shape;994;p63"/>
          <p:cNvCxnSpPr>
            <a:stCxn id="992" idx="2"/>
          </p:cNvCxnSpPr>
          <p:nvPr/>
        </p:nvCxnSpPr>
        <p:spPr>
          <a:xfrm>
            <a:off x="13603200" y="4325100"/>
            <a:ext cx="0" cy="592470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995" name="Google Shape;995;p63"/>
          <p:cNvGrpSpPr/>
          <p:nvPr/>
        </p:nvGrpSpPr>
        <p:grpSpPr>
          <a:xfrm>
            <a:off x="913788" y="717625"/>
            <a:ext cx="3957972" cy="536147"/>
            <a:chOff x="913788" y="717625"/>
            <a:chExt cx="3957972" cy="536147"/>
          </a:xfrm>
        </p:grpSpPr>
        <p:grpSp>
          <p:nvGrpSpPr>
            <p:cNvPr id="996" name="Google Shape;996;p63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997" name="Google Shape;997;p63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8" name="Google Shape;998;p63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9" name="Google Shape;999;p63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0" name="Google Shape;1000;p63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1" name="Google Shape;1001;p63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2" name="Google Shape;1002;p63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3" name="Google Shape;1003;p63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4" name="Google Shape;1004;p63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5" name="Google Shape;1005;p63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6" name="Google Shape;1006;p63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7" name="Google Shape;1007;p63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8" name="Google Shape;1008;p63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009" name="Google Shape;1009;p63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lang="es-419" sz="2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1010" name="Google Shape;1010;p63"/>
          <p:cNvSpPr/>
          <p:nvPr/>
        </p:nvSpPr>
        <p:spPr>
          <a:xfrm>
            <a:off x="4819825" y="2707475"/>
            <a:ext cx="3767400" cy="795000"/>
          </a:xfrm>
          <a:prstGeom prst="roundRect">
            <a:avLst>
              <a:gd fmla="val 50000" name="adj"/>
            </a:avLst>
          </a:prstGeom>
          <a:solidFill>
            <a:srgbClr val="FDCF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50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Primero…</a:t>
            </a:r>
            <a:endParaRPr sz="50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011" name="Google Shape;1011;p63"/>
          <p:cNvSpPr txBox="1"/>
          <p:nvPr/>
        </p:nvSpPr>
        <p:spPr>
          <a:xfrm>
            <a:off x="1006977" y="7235425"/>
            <a:ext cx="11393100" cy="16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5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P</a:t>
            </a:r>
            <a:r>
              <a:rPr lang="es-419" sz="5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lanifica cómo vas a trabajar y qué tipo de análisis </a:t>
            </a:r>
            <a:r>
              <a:rPr lang="es-419" sz="5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realizarás</a:t>
            </a:r>
            <a:r>
              <a:rPr lang="es-419" sz="5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con el dataset.</a:t>
            </a:r>
            <a:endParaRPr sz="50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012" name="Google Shape;1012;p63"/>
          <p:cNvSpPr/>
          <p:nvPr/>
        </p:nvSpPr>
        <p:spPr>
          <a:xfrm>
            <a:off x="4819825" y="6060275"/>
            <a:ext cx="3767400" cy="795000"/>
          </a:xfrm>
          <a:prstGeom prst="roundRect">
            <a:avLst>
              <a:gd fmla="val 500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50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Luego…</a:t>
            </a:r>
            <a:endParaRPr sz="50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16" name="Shape 1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7" name="Google Shape;1017;p64"/>
          <p:cNvSpPr/>
          <p:nvPr/>
        </p:nvSpPr>
        <p:spPr>
          <a:xfrm flipH="1" rot="10800000">
            <a:off x="0" y="349075"/>
            <a:ext cx="18288300" cy="1120500"/>
          </a:xfrm>
          <a:prstGeom prst="rect">
            <a:avLst/>
          </a:prstGeom>
          <a:solidFill>
            <a:srgbClr val="FDBF00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8" name="Google Shape;1018;p64"/>
          <p:cNvSpPr txBox="1"/>
          <p:nvPr/>
        </p:nvSpPr>
        <p:spPr>
          <a:xfrm>
            <a:off x="1384125" y="500238"/>
            <a:ext cx="139479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50" lIns="91450" spcFirstLastPara="1" rIns="91450" wrap="square" tIns="914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4000">
                <a:solidFill>
                  <a:srgbClr val="161616"/>
                </a:solidFill>
                <a:latin typeface="Montserrat"/>
                <a:ea typeface="Montserrat"/>
                <a:cs typeface="Montserrat"/>
                <a:sym typeface="Montserrat"/>
              </a:rPr>
              <a:t>Data Analytics Journey</a:t>
            </a:r>
            <a:endParaRPr b="1" sz="4000">
              <a:solidFill>
                <a:srgbClr val="16161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19" name="Google Shape;1019;p64"/>
          <p:cNvSpPr/>
          <p:nvPr/>
        </p:nvSpPr>
        <p:spPr>
          <a:xfrm>
            <a:off x="385800" y="645313"/>
            <a:ext cx="528000" cy="528000"/>
          </a:xfrm>
          <a:prstGeom prst="ellipse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20" name="Google Shape;1020;p64"/>
          <p:cNvGrpSpPr/>
          <p:nvPr/>
        </p:nvGrpSpPr>
        <p:grpSpPr>
          <a:xfrm>
            <a:off x="506749" y="742640"/>
            <a:ext cx="286007" cy="315576"/>
            <a:chOff x="1438525" y="7114399"/>
            <a:chExt cx="1138564" cy="1256274"/>
          </a:xfrm>
        </p:grpSpPr>
        <p:sp>
          <p:nvSpPr>
            <p:cNvPr id="1021" name="Google Shape;1021;p64"/>
            <p:cNvSpPr/>
            <p:nvPr/>
          </p:nvSpPr>
          <p:spPr>
            <a:xfrm>
              <a:off x="1438525" y="7801266"/>
              <a:ext cx="1138564" cy="569407"/>
            </a:xfrm>
            <a:custGeom>
              <a:rect b="b" l="l" r="r" t="t"/>
              <a:pathLst>
                <a:path extrusionOk="0" h="3534" w="7067">
                  <a:moveTo>
                    <a:pt x="3534" y="1"/>
                  </a:moveTo>
                  <a:cubicBezTo>
                    <a:pt x="1584" y="1"/>
                    <a:pt x="1" y="1584"/>
                    <a:pt x="1" y="3534"/>
                  </a:cubicBezTo>
                  <a:lnTo>
                    <a:pt x="7067" y="3534"/>
                  </a:lnTo>
                  <a:cubicBezTo>
                    <a:pt x="7067" y="1584"/>
                    <a:pt x="5484" y="1"/>
                    <a:pt x="35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2" name="Google Shape;1022;p64"/>
            <p:cNvSpPr/>
            <p:nvPr/>
          </p:nvSpPr>
          <p:spPr>
            <a:xfrm>
              <a:off x="1680348" y="7114399"/>
              <a:ext cx="654912" cy="654157"/>
            </a:xfrm>
            <a:custGeom>
              <a:rect b="b" l="l" r="r" t="t"/>
              <a:pathLst>
                <a:path extrusionOk="0" h="4060" w="4065">
                  <a:moveTo>
                    <a:pt x="2033" y="0"/>
                  </a:moveTo>
                  <a:cubicBezTo>
                    <a:pt x="913" y="0"/>
                    <a:pt x="1" y="907"/>
                    <a:pt x="1" y="2028"/>
                  </a:cubicBezTo>
                  <a:cubicBezTo>
                    <a:pt x="1" y="3152"/>
                    <a:pt x="913" y="4060"/>
                    <a:pt x="2033" y="4060"/>
                  </a:cubicBezTo>
                  <a:cubicBezTo>
                    <a:pt x="3153" y="4060"/>
                    <a:pt x="4065" y="3152"/>
                    <a:pt x="4065" y="2028"/>
                  </a:cubicBezTo>
                  <a:cubicBezTo>
                    <a:pt x="4065" y="907"/>
                    <a:pt x="3153" y="0"/>
                    <a:pt x="2033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23" name="Google Shape;1023;p64"/>
          <p:cNvSpPr txBox="1"/>
          <p:nvPr/>
        </p:nvSpPr>
        <p:spPr>
          <a:xfrm>
            <a:off x="10644800" y="1695900"/>
            <a:ext cx="6494700" cy="725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2600"/>
              </a:spcBef>
              <a:spcAft>
                <a:spcPts val="2600"/>
              </a:spcAft>
              <a:buNone/>
            </a:pPr>
            <a:r>
              <a:rPr b="1" lang="es-419" sz="5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¿Recuerda aplicar</a:t>
            </a:r>
            <a:r>
              <a:rPr b="1" lang="es-419" sz="5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los pasos del “Data Analytics Journey”?</a:t>
            </a:r>
            <a:endParaRPr b="1" sz="50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1024" name="Google Shape;1024;p64"/>
          <p:cNvGrpSpPr/>
          <p:nvPr/>
        </p:nvGrpSpPr>
        <p:grpSpPr>
          <a:xfrm>
            <a:off x="1390650" y="1676400"/>
            <a:ext cx="7560000" cy="7662944"/>
            <a:chOff x="1390650" y="1676400"/>
            <a:chExt cx="7560000" cy="7662944"/>
          </a:xfrm>
        </p:grpSpPr>
        <p:pic>
          <p:nvPicPr>
            <p:cNvPr id="1025" name="Google Shape;1025;p6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390650" y="1676400"/>
              <a:ext cx="7560000" cy="766294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26" name="Google Shape;1026;p64"/>
            <p:cNvSpPr/>
            <p:nvPr/>
          </p:nvSpPr>
          <p:spPr>
            <a:xfrm>
              <a:off x="3370650" y="3707872"/>
              <a:ext cx="3600000" cy="3600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2600"/>
                </a:spcBef>
                <a:spcAft>
                  <a:spcPts val="2600"/>
                </a:spcAft>
                <a:buNone/>
              </a:pPr>
              <a:r>
                <a:t/>
              </a:r>
              <a:endParaRPr sz="400"/>
            </a:p>
          </p:txBody>
        </p:sp>
        <p:sp>
          <p:nvSpPr>
            <p:cNvPr id="1027" name="Google Shape;1027;p64"/>
            <p:cNvSpPr txBox="1"/>
            <p:nvPr/>
          </p:nvSpPr>
          <p:spPr>
            <a:xfrm>
              <a:off x="3370650" y="4819822"/>
              <a:ext cx="3600000" cy="137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50" lIns="91450" spcFirstLastPara="1" rIns="91450" wrap="square" tIns="9145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2600"/>
                </a:spcBef>
                <a:spcAft>
                  <a:spcPts val="2600"/>
                </a:spcAft>
                <a:buNone/>
              </a:pPr>
              <a:r>
                <a:rPr b="1" lang="es-419" sz="3600">
                  <a:solidFill>
                    <a:schemeClr val="dk1"/>
                  </a:solidFill>
                  <a:latin typeface="Archivo"/>
                  <a:ea typeface="Archivo"/>
                  <a:cs typeface="Archivo"/>
                  <a:sym typeface="Archivo"/>
                </a:rPr>
                <a:t>Proceso de Data Analytics</a:t>
              </a:r>
              <a:endParaRPr b="1" sz="2000"/>
            </a:p>
          </p:txBody>
        </p:sp>
      </p:grpSp>
      <p:sp>
        <p:nvSpPr>
          <p:cNvPr id="1028" name="Google Shape;1028;p64"/>
          <p:cNvSpPr txBox="1"/>
          <p:nvPr/>
        </p:nvSpPr>
        <p:spPr>
          <a:xfrm>
            <a:off x="10000225" y="8975925"/>
            <a:ext cx="69552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50" lIns="91450" spcFirstLastPara="1" rIns="91450" wrap="square" tIns="91450">
            <a:sp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2600"/>
              </a:spcBef>
              <a:spcAft>
                <a:spcPts val="2600"/>
              </a:spcAft>
              <a:buNone/>
            </a:pPr>
            <a:r>
              <a:rPr i="1" lang="es-419" sz="4000">
                <a:solidFill>
                  <a:schemeClr val="dk1"/>
                </a:solidFill>
                <a:highlight>
                  <a:schemeClr val="accent6"/>
                </a:highlight>
                <a:latin typeface="Archivo"/>
                <a:ea typeface="Archivo"/>
                <a:cs typeface="Archivo"/>
                <a:sym typeface="Archivo"/>
              </a:rPr>
              <a:t>Repasemos de qué se trata…</a:t>
            </a:r>
            <a:endParaRPr i="1" sz="1400">
              <a:highlight>
                <a:schemeClr val="accent6"/>
              </a:highlight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32" name="Shape 1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Google Shape;1033;p65"/>
          <p:cNvSpPr/>
          <p:nvPr/>
        </p:nvSpPr>
        <p:spPr>
          <a:xfrm flipH="1" rot="10800000">
            <a:off x="0" y="248475"/>
            <a:ext cx="18288300" cy="1496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34" name="Google Shape;1034;p65"/>
          <p:cNvGrpSpPr/>
          <p:nvPr/>
        </p:nvGrpSpPr>
        <p:grpSpPr>
          <a:xfrm>
            <a:off x="5904023" y="1870872"/>
            <a:ext cx="6478920" cy="6544154"/>
            <a:chOff x="1390650" y="1676400"/>
            <a:chExt cx="7560000" cy="7662944"/>
          </a:xfrm>
        </p:grpSpPr>
        <p:pic>
          <p:nvPicPr>
            <p:cNvPr id="1035" name="Google Shape;1035;p6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390650" y="1676400"/>
              <a:ext cx="7560000" cy="766294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36" name="Google Shape;1036;p65"/>
            <p:cNvSpPr/>
            <p:nvPr/>
          </p:nvSpPr>
          <p:spPr>
            <a:xfrm>
              <a:off x="3370650" y="3707872"/>
              <a:ext cx="3600000" cy="3600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2600"/>
                </a:spcBef>
                <a:spcAft>
                  <a:spcPts val="2600"/>
                </a:spcAft>
                <a:buNone/>
              </a:pPr>
              <a:r>
                <a:t/>
              </a:r>
              <a:endParaRPr sz="400"/>
            </a:p>
          </p:txBody>
        </p:sp>
        <p:sp>
          <p:nvSpPr>
            <p:cNvPr id="1037" name="Google Shape;1037;p65"/>
            <p:cNvSpPr txBox="1"/>
            <p:nvPr/>
          </p:nvSpPr>
          <p:spPr>
            <a:xfrm>
              <a:off x="3370650" y="4819822"/>
              <a:ext cx="3600000" cy="137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50" lIns="91450" spcFirstLastPara="1" rIns="91450" wrap="square" tIns="91450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2600"/>
                </a:spcBef>
                <a:spcAft>
                  <a:spcPts val="2600"/>
                </a:spcAft>
                <a:buNone/>
              </a:pPr>
              <a:r>
                <a:rPr b="1" lang="es-419" sz="3200">
                  <a:solidFill>
                    <a:schemeClr val="dk1"/>
                  </a:solidFill>
                  <a:latin typeface="Archivo"/>
                  <a:ea typeface="Archivo"/>
                  <a:cs typeface="Archivo"/>
                  <a:sym typeface="Archivo"/>
                </a:rPr>
                <a:t>Proceso de Data Analytics</a:t>
              </a:r>
              <a:endParaRPr b="1" sz="1600"/>
            </a:p>
          </p:txBody>
        </p:sp>
      </p:grpSp>
      <p:sp>
        <p:nvSpPr>
          <p:cNvPr id="1038" name="Google Shape;1038;p65"/>
          <p:cNvSpPr txBox="1"/>
          <p:nvPr/>
        </p:nvSpPr>
        <p:spPr>
          <a:xfrm>
            <a:off x="11338725" y="1201200"/>
            <a:ext cx="6443400" cy="30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50" lIns="91450" spcFirstLastPara="1" rIns="91450" wrap="square" tIns="9145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3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1. Inmersión</a:t>
            </a:r>
            <a:endParaRPr b="1" sz="30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8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El primer paso es entender el modelo, problema o proceso de negocio sobre el que queremos aplicar Data Analytics.</a:t>
            </a:r>
            <a:endParaRPr sz="28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lnSpc>
                <a:spcPct val="115000"/>
              </a:lnSpc>
              <a:spcBef>
                <a:spcPts val="2600"/>
              </a:spcBef>
              <a:spcAft>
                <a:spcPts val="2600"/>
              </a:spcAft>
              <a:buNone/>
            </a:pPr>
            <a:r>
              <a:t/>
            </a:r>
            <a:endParaRPr b="1" sz="32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039" name="Google Shape;1039;p65"/>
          <p:cNvSpPr txBox="1"/>
          <p:nvPr/>
        </p:nvSpPr>
        <p:spPr>
          <a:xfrm>
            <a:off x="12100725" y="5773200"/>
            <a:ext cx="5805300" cy="30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50" lIns="91450" spcFirstLastPara="1" rIns="91450" wrap="square" tIns="9145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600"/>
              </a:spcBef>
              <a:spcAft>
                <a:spcPts val="0"/>
              </a:spcAft>
              <a:buNone/>
            </a:pPr>
            <a:r>
              <a:rPr b="1" lang="es-419" sz="3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2. Estrategia de Medición</a:t>
            </a:r>
            <a:endParaRPr b="1" sz="30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8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El segundo paso consiste en definir indicadores (KPIs), objetivos (OKRs) y dimensiones.</a:t>
            </a:r>
            <a:endParaRPr sz="28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lnSpc>
                <a:spcPct val="115000"/>
              </a:lnSpc>
              <a:spcBef>
                <a:spcPts val="2600"/>
              </a:spcBef>
              <a:spcAft>
                <a:spcPts val="2600"/>
              </a:spcAft>
              <a:buNone/>
            </a:pPr>
            <a:r>
              <a:t/>
            </a:r>
            <a:endParaRPr b="1" sz="32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040" name="Google Shape;1040;p65"/>
          <p:cNvSpPr txBox="1"/>
          <p:nvPr/>
        </p:nvSpPr>
        <p:spPr>
          <a:xfrm>
            <a:off x="6164700" y="8245925"/>
            <a:ext cx="11313600" cy="16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50" lIns="91450" spcFirstLastPara="1" rIns="91450" wrap="square" tIns="9145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600"/>
              </a:spcBef>
              <a:spcAft>
                <a:spcPts val="0"/>
              </a:spcAft>
              <a:buNone/>
            </a:pPr>
            <a:r>
              <a:rPr b="1" lang="es-419" sz="3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3. Implementación Técnica</a:t>
            </a:r>
            <a:endParaRPr b="1" sz="30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8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El tercer paso es la implementación en sus tres fases iterativas:</a:t>
            </a:r>
            <a:endParaRPr sz="28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8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Data Manipulation, Data Visualization y Data Modeling.</a:t>
            </a:r>
            <a:endParaRPr sz="28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041" name="Google Shape;1041;p65"/>
          <p:cNvSpPr txBox="1"/>
          <p:nvPr/>
        </p:nvSpPr>
        <p:spPr>
          <a:xfrm>
            <a:off x="894300" y="4991100"/>
            <a:ext cx="5734500" cy="21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50" lIns="91450" spcFirstLastPara="1" rIns="91450" wrap="square" tIns="9145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600"/>
              </a:spcBef>
              <a:spcAft>
                <a:spcPts val="0"/>
              </a:spcAft>
              <a:buNone/>
            </a:pPr>
            <a:r>
              <a:rPr b="1" lang="es-419" sz="3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4. Análisis de la Información     y obtención de resultados</a:t>
            </a:r>
            <a:endParaRPr b="1" sz="30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2600"/>
              </a:spcAft>
              <a:buNone/>
            </a:pPr>
            <a:r>
              <a:rPr lang="es-419" sz="28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Exploración de Datos para la generación de Insights y Findings.</a:t>
            </a:r>
            <a:endParaRPr b="1" sz="32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042" name="Google Shape;1042;p65"/>
          <p:cNvSpPr txBox="1"/>
          <p:nvPr/>
        </p:nvSpPr>
        <p:spPr>
          <a:xfrm>
            <a:off x="1580100" y="423650"/>
            <a:ext cx="7153800" cy="26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50" lIns="91450" spcFirstLastPara="1" rIns="91450" wrap="square" tIns="9145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600"/>
              </a:spcBef>
              <a:spcAft>
                <a:spcPts val="0"/>
              </a:spcAft>
              <a:buNone/>
            </a:pPr>
            <a:r>
              <a:rPr b="1" lang="es-419" sz="3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5. Generación y Conocimiento</a:t>
            </a:r>
            <a:endParaRPr b="1" sz="30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2600"/>
              </a:spcAft>
              <a:buNone/>
            </a:pPr>
            <a:r>
              <a:rPr lang="es-419" sz="28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Con base en</a:t>
            </a:r>
            <a:r>
              <a:rPr lang="es-419" sz="28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los Insights y Findings se genera conocimiento fáctico. Sirve para corroborar o desechar hipótesis y para ajustar las estrategias de medición.</a:t>
            </a:r>
            <a:endParaRPr b="1" sz="32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6" name="Shape 10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7" name="Google Shape;1047;p66"/>
          <p:cNvSpPr/>
          <p:nvPr/>
        </p:nvSpPr>
        <p:spPr>
          <a:xfrm rot="5400000">
            <a:off x="7137600" y="-6570975"/>
            <a:ext cx="1563300" cy="15838200"/>
          </a:xfrm>
          <a:prstGeom prst="round2SameRect">
            <a:avLst>
              <a:gd fmla="val 35491" name="adj1"/>
              <a:gd fmla="val 0" name="adj2"/>
            </a:avLst>
          </a:prstGeom>
          <a:solidFill>
            <a:srgbClr val="FFC5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048" name="Google Shape;1048;p66"/>
          <p:cNvSpPr txBox="1"/>
          <p:nvPr>
            <p:ph type="title"/>
          </p:nvPr>
        </p:nvSpPr>
        <p:spPr>
          <a:xfrm>
            <a:off x="560550" y="947925"/>
            <a:ext cx="14484900" cy="800400"/>
          </a:xfrm>
          <a:prstGeom prst="rect">
            <a:avLst/>
          </a:prstGeom>
        </p:spPr>
        <p:txBody>
          <a:bodyPr anchorCtr="0" anchor="ctr" bIns="91450" lIns="91450" spcFirstLastPara="1" rIns="91450" wrap="square" tIns="914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rgbClr val="0C0C0C"/>
                </a:solidFill>
              </a:rPr>
              <a:t>O</a:t>
            </a:r>
            <a:r>
              <a:rPr b="1" lang="es-419">
                <a:solidFill>
                  <a:srgbClr val="0C0C0C"/>
                </a:solidFill>
              </a:rPr>
              <a:t>bjetivos para Dataset de Casas</a:t>
            </a:r>
            <a:endParaRPr b="1">
              <a:solidFill>
                <a:srgbClr val="0C0C0C"/>
              </a:solidFill>
            </a:endParaRPr>
          </a:p>
        </p:txBody>
      </p:sp>
      <p:sp>
        <p:nvSpPr>
          <p:cNvPr id="1049" name="Google Shape;1049;p66"/>
          <p:cNvSpPr txBox="1"/>
          <p:nvPr/>
        </p:nvSpPr>
        <p:spPr>
          <a:xfrm>
            <a:off x="7335250" y="2515200"/>
            <a:ext cx="10788900" cy="72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chivo"/>
              <a:buAutoNum type="arabicPeriod"/>
            </a:pPr>
            <a:r>
              <a:rPr b="1" lang="es-419" sz="24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Crear un gráfico de  intervalos</a:t>
            </a:r>
            <a:r>
              <a:rPr lang="es-419" sz="24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basándose en la columna </a:t>
            </a:r>
            <a:r>
              <a:rPr b="1" lang="es-419" sz="24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“AÑO_CONSTRUCCION</a:t>
            </a:r>
            <a:r>
              <a:rPr lang="es-419" sz="24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”. </a:t>
            </a:r>
            <a:r>
              <a:rPr b="1" lang="es-419" sz="24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Justificar </a:t>
            </a:r>
            <a:r>
              <a:rPr lang="es-419" sz="24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el intervalo que contenga la mayoría de las casas y realizar un análisis general. Recordar  editar el eje horizontal.</a:t>
            </a:r>
            <a:endParaRPr sz="24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381000" lvl="0" marL="4572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chivo"/>
              <a:buAutoNum type="arabicPeriod"/>
            </a:pPr>
            <a:r>
              <a:rPr b="1" lang="es-419" sz="24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Crear un gráfico de Boxplot </a:t>
            </a:r>
            <a:r>
              <a:rPr lang="es-419" sz="24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(de caja y bigotes) basado en la columna </a:t>
            </a:r>
            <a:r>
              <a:rPr b="1" lang="es-419" sz="24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“PRECIO”</a:t>
            </a:r>
            <a:r>
              <a:rPr lang="es-419" sz="24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, </a:t>
            </a:r>
            <a:r>
              <a:rPr b="1" lang="es-419" sz="24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y explicar y justificar</a:t>
            </a:r>
            <a:r>
              <a:rPr lang="es-419" sz="24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todas sus partes. </a:t>
            </a:r>
            <a:endParaRPr sz="24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381000" lvl="0" marL="4572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chivo"/>
              <a:buAutoNum type="arabicPeriod"/>
            </a:pPr>
            <a:r>
              <a:rPr b="1" lang="es-419" sz="24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Explicar mediante un gráfico de dispersión</a:t>
            </a:r>
            <a:r>
              <a:rPr lang="es-419" sz="24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(</a:t>
            </a:r>
            <a:r>
              <a:rPr b="1" lang="es-419" sz="24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“PRECIO”</a:t>
            </a:r>
            <a:r>
              <a:rPr lang="es-419" sz="24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y </a:t>
            </a:r>
            <a:r>
              <a:rPr b="1" lang="es-419" sz="24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“TAMAÑO_CASA”</a:t>
            </a:r>
            <a:r>
              <a:rPr lang="es-419" sz="24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) 5 casos que sean outliers (valores atípicos). </a:t>
            </a:r>
            <a:r>
              <a:rPr b="1" lang="es-419" sz="24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Justificar la respuesta</a:t>
            </a:r>
            <a:r>
              <a:rPr lang="es-419" sz="24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con datos concretos.</a:t>
            </a:r>
            <a:endParaRPr sz="24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381000" lvl="0" marL="4572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chivo"/>
              <a:buAutoNum type="arabicPeriod"/>
            </a:pPr>
            <a:r>
              <a:rPr lang="es-419" sz="24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Basarse en las distintas columnas, y </a:t>
            </a:r>
            <a:r>
              <a:rPr b="1" lang="es-419" sz="24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elaborar  una  conclusión detallada </a:t>
            </a:r>
            <a:r>
              <a:rPr lang="es-419" sz="24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para su presentación utilizando las siguientes medidas estadísticas:</a:t>
            </a:r>
            <a:endParaRPr sz="24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381000" lvl="2" marL="13716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chivo"/>
              <a:buChar char="■"/>
            </a:pPr>
            <a:r>
              <a:rPr b="1" i="1" lang="es-419" sz="24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Promedio</a:t>
            </a:r>
            <a:endParaRPr b="1" i="1" sz="24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381000" lvl="2" marL="13716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chivo"/>
              <a:buChar char="■"/>
            </a:pPr>
            <a:r>
              <a:rPr b="1" i="1" lang="es-419" sz="24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Mediana</a:t>
            </a:r>
            <a:endParaRPr b="1" i="1" sz="24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381000" lvl="2" marL="13716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chivo"/>
              <a:buChar char="■"/>
            </a:pPr>
            <a:r>
              <a:rPr b="1" i="1" lang="es-419" sz="24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Moda</a:t>
            </a:r>
            <a:endParaRPr b="1" i="1" sz="24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381000" lvl="2" marL="13716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chivo"/>
              <a:buChar char="■"/>
            </a:pPr>
            <a:r>
              <a:rPr b="1" i="1" lang="es-419" sz="24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Mínimo</a:t>
            </a:r>
            <a:endParaRPr b="1" i="1" sz="24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381000" lvl="2" marL="1371600" rtl="0" algn="l">
              <a:lnSpc>
                <a:spcPct val="11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2400"/>
              <a:buFont typeface="Archivo"/>
              <a:buChar char="■"/>
            </a:pPr>
            <a:r>
              <a:rPr b="1" i="1" lang="es-419" sz="24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Máximo</a:t>
            </a:r>
            <a:endParaRPr b="1" i="1" sz="24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1050" name="Google Shape;1050;p66"/>
          <p:cNvGrpSpPr/>
          <p:nvPr/>
        </p:nvGrpSpPr>
        <p:grpSpPr>
          <a:xfrm>
            <a:off x="14061413" y="9489800"/>
            <a:ext cx="3957972" cy="536147"/>
            <a:chOff x="913788" y="717625"/>
            <a:chExt cx="3957972" cy="536147"/>
          </a:xfrm>
        </p:grpSpPr>
        <p:grpSp>
          <p:nvGrpSpPr>
            <p:cNvPr id="1051" name="Google Shape;1051;p66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1052" name="Google Shape;1052;p66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3" name="Google Shape;1053;p66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4" name="Google Shape;1054;p66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5" name="Google Shape;1055;p66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6" name="Google Shape;1056;p66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7" name="Google Shape;1057;p66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8" name="Google Shape;1058;p66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9" name="Google Shape;1059;p66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0" name="Google Shape;1060;p66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1" name="Google Shape;1061;p66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2" name="Google Shape;1062;p66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3" name="Google Shape;1063;p66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064" name="Google Shape;1064;p66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lang="es-419" sz="2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1065" name="Google Shape;1065;p66"/>
          <p:cNvSpPr txBox="1"/>
          <p:nvPr/>
        </p:nvSpPr>
        <p:spPr>
          <a:xfrm rot="5400000">
            <a:off x="-2391550" y="4806825"/>
            <a:ext cx="5098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100" u="sng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Home House Sticker By Marie Boiseau</a:t>
            </a:r>
            <a:endParaRPr b="1" sz="1100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66" name="Google Shape;1066;p6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63675" y="2515200"/>
            <a:ext cx="3763575" cy="5680874"/>
          </a:xfrm>
          <a:prstGeom prst="rect">
            <a:avLst/>
          </a:prstGeom>
          <a:noFill/>
          <a:ln>
            <a:noFill/>
          </a:ln>
        </p:spPr>
      </p:pic>
      <p:sp>
        <p:nvSpPr>
          <p:cNvPr id="1067" name="Google Shape;1067;p66"/>
          <p:cNvSpPr txBox="1"/>
          <p:nvPr/>
        </p:nvSpPr>
        <p:spPr>
          <a:xfrm>
            <a:off x="596463" y="8479575"/>
            <a:ext cx="58401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800">
                <a:latin typeface="Montserrat"/>
                <a:ea typeface="Montserrat"/>
                <a:cs typeface="Montserrat"/>
                <a:sym typeface="Montserrat"/>
              </a:rPr>
              <a:t>Puedes hacer una copia del dataset haciendo clic </a:t>
            </a:r>
            <a:r>
              <a:rPr b="1" lang="es-419" sz="2800" u="sng">
                <a:solidFill>
                  <a:schemeClr val="dk1"/>
                </a:solidFill>
                <a:highlight>
                  <a:schemeClr val="accent3"/>
                </a:highlight>
                <a:latin typeface="Montserrat"/>
                <a:ea typeface="Montserrat"/>
                <a:cs typeface="Montserrat"/>
                <a:sym typeface="Montserra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aquí</a:t>
            </a:r>
            <a:r>
              <a:rPr lang="es-419" sz="2800"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sz="28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1" name="Shape 10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2" name="Google Shape;1072;p67"/>
          <p:cNvSpPr/>
          <p:nvPr/>
        </p:nvSpPr>
        <p:spPr>
          <a:xfrm rot="5400000">
            <a:off x="7137600" y="-6570975"/>
            <a:ext cx="1563300" cy="15838200"/>
          </a:xfrm>
          <a:prstGeom prst="round2SameRect">
            <a:avLst>
              <a:gd fmla="val 35491" name="adj1"/>
              <a:gd fmla="val 0" name="adj2"/>
            </a:avLst>
          </a:prstGeom>
          <a:solidFill>
            <a:srgbClr val="FFC5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073" name="Google Shape;1073;p67"/>
          <p:cNvSpPr txBox="1"/>
          <p:nvPr>
            <p:ph type="title"/>
          </p:nvPr>
        </p:nvSpPr>
        <p:spPr>
          <a:xfrm>
            <a:off x="560550" y="947925"/>
            <a:ext cx="14484900" cy="800400"/>
          </a:xfrm>
          <a:prstGeom prst="rect">
            <a:avLst/>
          </a:prstGeom>
        </p:spPr>
        <p:txBody>
          <a:bodyPr anchorCtr="0" anchor="ctr" bIns="91450" lIns="91450" spcFirstLastPara="1" rIns="91450" wrap="square" tIns="914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rgbClr val="0C0C0C"/>
                </a:solidFill>
              </a:rPr>
              <a:t>O</a:t>
            </a:r>
            <a:r>
              <a:rPr b="1" lang="es-419">
                <a:solidFill>
                  <a:srgbClr val="0C0C0C"/>
                </a:solidFill>
              </a:rPr>
              <a:t>bjetivos para Dataset de Botes</a:t>
            </a:r>
            <a:endParaRPr b="1">
              <a:solidFill>
                <a:srgbClr val="0C0C0C"/>
              </a:solidFill>
            </a:endParaRPr>
          </a:p>
        </p:txBody>
      </p:sp>
      <p:sp>
        <p:nvSpPr>
          <p:cNvPr id="1074" name="Google Shape;1074;p67"/>
          <p:cNvSpPr txBox="1"/>
          <p:nvPr/>
        </p:nvSpPr>
        <p:spPr>
          <a:xfrm>
            <a:off x="7277375" y="2515200"/>
            <a:ext cx="10742100" cy="76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chivo"/>
              <a:buAutoNum type="arabicPeriod"/>
            </a:pPr>
            <a:r>
              <a:rPr b="1" lang="es-419" sz="24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Crear un gráfico con intervalos</a:t>
            </a:r>
            <a:r>
              <a:rPr lang="es-419" sz="24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</a:t>
            </a:r>
            <a:r>
              <a:rPr lang="es-419" sz="24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basándose</a:t>
            </a:r>
            <a:r>
              <a:rPr lang="es-419" sz="24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en la columna </a:t>
            </a:r>
            <a:r>
              <a:rPr b="1" lang="es-419" sz="24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“AÑO_FABRICACION”</a:t>
            </a:r>
            <a:r>
              <a:rPr lang="es-419" sz="24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. </a:t>
            </a:r>
            <a:r>
              <a:rPr b="1" lang="es-419" sz="24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Justificar</a:t>
            </a:r>
            <a:r>
              <a:rPr lang="es-419" sz="24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el intervalo que </a:t>
            </a:r>
            <a:r>
              <a:rPr lang="es-419" sz="24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contenga el mayor número de botes</a:t>
            </a:r>
            <a:r>
              <a:rPr lang="es-419" sz="24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y realizar un análisis general. </a:t>
            </a:r>
            <a:r>
              <a:rPr lang="es-419" sz="24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Recordar</a:t>
            </a:r>
            <a:r>
              <a:rPr lang="es-419" sz="24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editar el eje horizontal.</a:t>
            </a:r>
            <a:endParaRPr sz="24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381000" lvl="0" marL="4572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chivo"/>
              <a:buAutoNum type="arabicPeriod"/>
            </a:pPr>
            <a:r>
              <a:rPr b="1" lang="es-419" sz="24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Crear un gráfico de Boxplot</a:t>
            </a:r>
            <a:r>
              <a:rPr lang="es-419" sz="24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basado en la columna </a:t>
            </a:r>
            <a:r>
              <a:rPr b="1" lang="es-419" sz="24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“POTENCIA”</a:t>
            </a:r>
            <a:r>
              <a:rPr lang="es-419" sz="24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, y </a:t>
            </a:r>
            <a:r>
              <a:rPr b="1" lang="es-419" sz="24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explicar y justificar</a:t>
            </a:r>
            <a:r>
              <a:rPr lang="es-419" sz="24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todas sus partes. </a:t>
            </a:r>
            <a:endParaRPr sz="24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381000" lvl="0" marL="4572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chivo"/>
              <a:buAutoNum type="arabicPeriod"/>
            </a:pPr>
            <a:r>
              <a:rPr b="1" lang="es-419" sz="24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Explicar mediante un gráfico de dispersión</a:t>
            </a:r>
            <a:r>
              <a:rPr lang="es-419" sz="24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(</a:t>
            </a:r>
            <a:r>
              <a:rPr b="1" lang="es-419" sz="24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“POTENCIA”</a:t>
            </a:r>
            <a:r>
              <a:rPr lang="es-419" sz="24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Y </a:t>
            </a:r>
            <a:r>
              <a:rPr b="1" lang="es-419" sz="24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“LONGITUD_EN_PIES”</a:t>
            </a:r>
            <a:r>
              <a:rPr lang="es-419" sz="24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) 3 casos que sean outliers. </a:t>
            </a:r>
            <a:r>
              <a:rPr b="1" lang="es-419" sz="24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Justificar la respuesta</a:t>
            </a:r>
            <a:r>
              <a:rPr lang="es-419" sz="24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con datos concretos.</a:t>
            </a:r>
            <a:endParaRPr sz="24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381000" lvl="0" marL="4572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chivo"/>
              <a:buAutoNum type="arabicPeriod"/>
            </a:pPr>
            <a:r>
              <a:rPr lang="es-419" sz="24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Basarse en las distintas columnas, y </a:t>
            </a:r>
            <a:r>
              <a:rPr b="1" lang="es-419" sz="24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elaborar</a:t>
            </a:r>
            <a:r>
              <a:rPr b="1" lang="es-419" sz="24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una conclusión detallada</a:t>
            </a:r>
            <a:r>
              <a:rPr lang="es-419" sz="24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para su presentación utilizando las siguientes medidas estadísticas:</a:t>
            </a:r>
            <a:endParaRPr sz="24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381000" lvl="2" marL="13716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chivo"/>
              <a:buChar char="■"/>
            </a:pPr>
            <a:r>
              <a:rPr b="1" i="1" lang="es-419" sz="24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Promedio</a:t>
            </a:r>
            <a:endParaRPr b="1" i="1" sz="24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381000" lvl="2" marL="13716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chivo"/>
              <a:buChar char="■"/>
            </a:pPr>
            <a:r>
              <a:rPr b="1" i="1" lang="es-419" sz="24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Mediana</a:t>
            </a:r>
            <a:endParaRPr b="1" i="1" sz="24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381000" lvl="2" marL="13716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chivo"/>
              <a:buChar char="■"/>
            </a:pPr>
            <a:r>
              <a:rPr b="1" i="1" lang="es-419" sz="24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Moda</a:t>
            </a:r>
            <a:endParaRPr b="1" i="1" sz="24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381000" lvl="2" marL="13716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chivo"/>
              <a:buChar char="■"/>
            </a:pPr>
            <a:r>
              <a:rPr b="1" i="1" lang="es-419" sz="24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Mínimo</a:t>
            </a:r>
            <a:endParaRPr b="1" i="1" sz="24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381000" lvl="2" marL="1371600" rtl="0" algn="l">
              <a:lnSpc>
                <a:spcPct val="11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2400"/>
              <a:buFont typeface="Archivo"/>
              <a:buChar char="■"/>
            </a:pPr>
            <a:r>
              <a:rPr b="1" i="1" lang="es-419" sz="24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Máximo</a:t>
            </a:r>
            <a:endParaRPr b="1" i="1" sz="24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1075" name="Google Shape;1075;p67"/>
          <p:cNvGrpSpPr/>
          <p:nvPr/>
        </p:nvGrpSpPr>
        <p:grpSpPr>
          <a:xfrm>
            <a:off x="14061413" y="9489800"/>
            <a:ext cx="3957972" cy="536147"/>
            <a:chOff x="913788" y="717625"/>
            <a:chExt cx="3957972" cy="536147"/>
          </a:xfrm>
        </p:grpSpPr>
        <p:grpSp>
          <p:nvGrpSpPr>
            <p:cNvPr id="1076" name="Google Shape;1076;p67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1077" name="Google Shape;1077;p67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8" name="Google Shape;1078;p67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9" name="Google Shape;1079;p67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0" name="Google Shape;1080;p67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1" name="Google Shape;1081;p67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2" name="Google Shape;1082;p67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3" name="Google Shape;1083;p67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4" name="Google Shape;1084;p67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5" name="Google Shape;1085;p67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6" name="Google Shape;1086;p67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7" name="Google Shape;1087;p67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8" name="Google Shape;1088;p67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089" name="Google Shape;1089;p67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lang="es-419" sz="2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1090" name="Google Shape;1090;p67"/>
          <p:cNvSpPr txBox="1"/>
          <p:nvPr/>
        </p:nvSpPr>
        <p:spPr>
          <a:xfrm rot="5400000">
            <a:off x="-1831050" y="4074750"/>
            <a:ext cx="4016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100" u="sng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Discover Saint John Sticker By Envision Saint John</a:t>
            </a:r>
            <a:endParaRPr sz="1100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91" name="Google Shape;1091;p67"/>
          <p:cNvPicPr preferRelativeResize="0"/>
          <p:nvPr/>
        </p:nvPicPr>
        <p:blipFill rotWithShape="1">
          <a:blip r:embed="rId4">
            <a:alphaModFix/>
          </a:blip>
          <a:srcRect b="0" l="0" r="0" t="11653"/>
          <a:stretch/>
        </p:blipFill>
        <p:spPr>
          <a:xfrm>
            <a:off x="150" y="2129775"/>
            <a:ext cx="7032725" cy="6213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2" name="Google Shape;1092;p67"/>
          <p:cNvSpPr txBox="1"/>
          <p:nvPr/>
        </p:nvSpPr>
        <p:spPr>
          <a:xfrm>
            <a:off x="596463" y="8479575"/>
            <a:ext cx="58401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800">
                <a:latin typeface="Montserrat"/>
                <a:ea typeface="Montserrat"/>
                <a:cs typeface="Montserrat"/>
                <a:sym typeface="Montserrat"/>
              </a:rPr>
              <a:t>Puedes hacer una copia del dataset haciendo clic </a:t>
            </a:r>
            <a:r>
              <a:rPr b="1" lang="es-419" sz="2800" u="sng">
                <a:solidFill>
                  <a:schemeClr val="dk1"/>
                </a:solidFill>
                <a:highlight>
                  <a:schemeClr val="accent3"/>
                </a:highlight>
                <a:latin typeface="Montserrat"/>
                <a:ea typeface="Montserrat"/>
                <a:cs typeface="Montserrat"/>
                <a:sym typeface="Montserra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aquí</a:t>
            </a:r>
            <a:r>
              <a:rPr lang="es-419" sz="2800"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sz="28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6" name="Shape 10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7" name="Google Shape;1097;p68"/>
          <p:cNvSpPr/>
          <p:nvPr/>
        </p:nvSpPr>
        <p:spPr>
          <a:xfrm rot="5400000">
            <a:off x="7137600" y="-6570975"/>
            <a:ext cx="1563300" cy="15838200"/>
          </a:xfrm>
          <a:prstGeom prst="round2SameRect">
            <a:avLst>
              <a:gd fmla="val 35491" name="adj1"/>
              <a:gd fmla="val 0" name="adj2"/>
            </a:avLst>
          </a:prstGeom>
          <a:solidFill>
            <a:srgbClr val="FFC5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098" name="Google Shape;1098;p68"/>
          <p:cNvSpPr txBox="1"/>
          <p:nvPr>
            <p:ph type="title"/>
          </p:nvPr>
        </p:nvSpPr>
        <p:spPr>
          <a:xfrm>
            <a:off x="560550" y="947925"/>
            <a:ext cx="14484900" cy="800400"/>
          </a:xfrm>
          <a:prstGeom prst="rect">
            <a:avLst/>
          </a:prstGeom>
        </p:spPr>
        <p:txBody>
          <a:bodyPr anchorCtr="0" anchor="ctr" bIns="91450" lIns="91450" spcFirstLastPara="1" rIns="91450" wrap="square" tIns="914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rgbClr val="0C0C0C"/>
                </a:solidFill>
              </a:rPr>
              <a:t>O</a:t>
            </a:r>
            <a:r>
              <a:rPr b="1" lang="es-419">
                <a:solidFill>
                  <a:srgbClr val="0C0C0C"/>
                </a:solidFill>
              </a:rPr>
              <a:t>bjetivos para Dataset de Computadoras</a:t>
            </a:r>
            <a:endParaRPr b="1">
              <a:solidFill>
                <a:srgbClr val="0C0C0C"/>
              </a:solidFill>
            </a:endParaRPr>
          </a:p>
        </p:txBody>
      </p:sp>
      <p:sp>
        <p:nvSpPr>
          <p:cNvPr id="1099" name="Google Shape;1099;p68"/>
          <p:cNvSpPr txBox="1"/>
          <p:nvPr/>
        </p:nvSpPr>
        <p:spPr>
          <a:xfrm>
            <a:off x="7451075" y="2495900"/>
            <a:ext cx="10658700" cy="76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chivo"/>
              <a:buAutoNum type="arabicPeriod"/>
            </a:pPr>
            <a:r>
              <a:rPr b="1" lang="es-419" sz="24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Crear un gráfico de intervalos</a:t>
            </a:r>
            <a:r>
              <a:rPr lang="es-419" sz="24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</a:t>
            </a:r>
            <a:r>
              <a:rPr lang="es-419" sz="24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basándose</a:t>
            </a:r>
            <a:r>
              <a:rPr lang="es-419" sz="24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en la columna </a:t>
            </a:r>
            <a:r>
              <a:rPr b="1" lang="es-419" sz="24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“TAMAÑO_PANTALLA”</a:t>
            </a:r>
            <a:r>
              <a:rPr lang="es-419" sz="24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. </a:t>
            </a:r>
            <a:r>
              <a:rPr b="1" lang="es-419" sz="24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Justificar</a:t>
            </a:r>
            <a:r>
              <a:rPr lang="es-419" sz="24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el intervalo </a:t>
            </a:r>
            <a:r>
              <a:rPr lang="es-419" sz="24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que contenga la mayor cantidad de</a:t>
            </a:r>
            <a:r>
              <a:rPr lang="es-419" sz="24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computadoras. </a:t>
            </a:r>
            <a:r>
              <a:rPr lang="es-419" sz="24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Recordar</a:t>
            </a:r>
            <a:r>
              <a:rPr lang="es-419" sz="24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editar el eje horizontal.</a:t>
            </a:r>
            <a:endParaRPr sz="24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381000" lvl="0" marL="4572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chivo"/>
              <a:buAutoNum type="arabicPeriod"/>
            </a:pPr>
            <a:r>
              <a:rPr b="1" lang="es-419" sz="24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Crear un gráfico de Boxplot</a:t>
            </a:r>
            <a:r>
              <a:rPr lang="es-419" sz="24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basado en la columna </a:t>
            </a:r>
            <a:r>
              <a:rPr b="1" lang="es-419" sz="24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“PRECIO_USD”</a:t>
            </a:r>
            <a:r>
              <a:rPr lang="es-419" sz="24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, </a:t>
            </a:r>
            <a:r>
              <a:rPr b="1" lang="es-419" sz="24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explicar y justificar</a:t>
            </a:r>
            <a:r>
              <a:rPr lang="es-419" sz="24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</a:t>
            </a:r>
            <a:r>
              <a:rPr lang="es-419" sz="24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todas sus partes. </a:t>
            </a:r>
            <a:endParaRPr sz="24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381000" lvl="0" marL="4572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chivo"/>
              <a:buAutoNum type="arabicPeriod"/>
            </a:pPr>
            <a:r>
              <a:rPr b="1" lang="es-419" sz="24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Explicar mediante un gráfico de dispersión </a:t>
            </a:r>
            <a:r>
              <a:rPr lang="es-419" sz="24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(“</a:t>
            </a:r>
            <a:r>
              <a:rPr b="1" lang="es-419" sz="24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PRECIO_USD</a:t>
            </a:r>
            <a:r>
              <a:rPr lang="es-419" sz="24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” y “</a:t>
            </a:r>
            <a:r>
              <a:rPr b="1" lang="es-419" sz="24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PESO</a:t>
            </a:r>
            <a:r>
              <a:rPr lang="es-419" sz="24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”) 4 casos que sean outliers. </a:t>
            </a:r>
            <a:r>
              <a:rPr b="1" lang="es-419" sz="24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Justificar su respuesta</a:t>
            </a:r>
            <a:r>
              <a:rPr lang="es-419" sz="24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con datos concretos</a:t>
            </a:r>
            <a:r>
              <a:rPr lang="es-419" sz="24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. No</a:t>
            </a:r>
            <a:r>
              <a:rPr lang="es-419" sz="24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olvidar </a:t>
            </a:r>
            <a:r>
              <a:rPr b="1" lang="es-419" sz="24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calcular el coeficiente de </a:t>
            </a:r>
            <a:r>
              <a:rPr b="1" lang="es-419" sz="24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correlación</a:t>
            </a:r>
            <a:r>
              <a:rPr b="1" lang="es-419" sz="24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y </a:t>
            </a:r>
            <a:r>
              <a:rPr b="1" lang="es-419" sz="24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el coeficiente de determinación(r2)</a:t>
            </a:r>
            <a:endParaRPr b="1" sz="24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381000" lvl="0" marL="4572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chivo"/>
              <a:buAutoNum type="arabicPeriod"/>
            </a:pPr>
            <a:r>
              <a:rPr lang="es-419" sz="24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Basarse en las distintas columnas</a:t>
            </a:r>
            <a:r>
              <a:rPr lang="es-419" sz="24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, y </a:t>
            </a:r>
            <a:r>
              <a:rPr b="1" lang="es-419" sz="24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elaborar</a:t>
            </a:r>
            <a:r>
              <a:rPr b="1" lang="es-419" sz="24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una  conclusión detallada</a:t>
            </a:r>
            <a:r>
              <a:rPr lang="es-419" sz="24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para su presentación utilizando las siguientes medidas estadísticas:</a:t>
            </a:r>
            <a:endParaRPr sz="24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381000" lvl="2" marL="13716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chivo"/>
              <a:buChar char="■"/>
            </a:pPr>
            <a:r>
              <a:rPr b="1" i="1" lang="es-419" sz="24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Promedio</a:t>
            </a:r>
            <a:endParaRPr b="1" i="1" sz="24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381000" lvl="2" marL="13716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chivo"/>
              <a:buChar char="■"/>
            </a:pPr>
            <a:r>
              <a:rPr b="1" i="1" lang="es-419" sz="24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Mediana</a:t>
            </a:r>
            <a:endParaRPr b="1" i="1" sz="24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381000" lvl="2" marL="13716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chivo"/>
              <a:buChar char="■"/>
            </a:pPr>
            <a:r>
              <a:rPr b="1" i="1" lang="es-419" sz="24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Moda</a:t>
            </a:r>
            <a:endParaRPr b="1" i="1" sz="24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381000" lvl="2" marL="13716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chivo"/>
              <a:buChar char="■"/>
            </a:pPr>
            <a:r>
              <a:rPr b="1" i="1" lang="es-419" sz="24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Mínimo</a:t>
            </a:r>
            <a:endParaRPr b="1" i="1" sz="24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381000" lvl="2" marL="1371600" rtl="0" algn="l">
              <a:lnSpc>
                <a:spcPct val="11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2400"/>
              <a:buFont typeface="Archivo"/>
              <a:buChar char="■"/>
            </a:pPr>
            <a:r>
              <a:rPr b="1" i="1" lang="es-419" sz="24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Máximo</a:t>
            </a:r>
            <a:endParaRPr b="1" i="1" sz="24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1100" name="Google Shape;1100;p68"/>
          <p:cNvGrpSpPr/>
          <p:nvPr/>
        </p:nvGrpSpPr>
        <p:grpSpPr>
          <a:xfrm>
            <a:off x="14061413" y="9489800"/>
            <a:ext cx="3957972" cy="536147"/>
            <a:chOff x="913788" y="717625"/>
            <a:chExt cx="3957972" cy="536147"/>
          </a:xfrm>
        </p:grpSpPr>
        <p:grpSp>
          <p:nvGrpSpPr>
            <p:cNvPr id="1101" name="Google Shape;1101;p68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1102" name="Google Shape;1102;p68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3" name="Google Shape;1103;p68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4" name="Google Shape;1104;p68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5" name="Google Shape;1105;p68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6" name="Google Shape;1106;p68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7" name="Google Shape;1107;p68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8" name="Google Shape;1108;p68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9" name="Google Shape;1109;p68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0" name="Google Shape;1110;p68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1" name="Google Shape;1111;p68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2" name="Google Shape;1112;p68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3" name="Google Shape;1113;p68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114" name="Google Shape;1114;p68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lang="es-419" sz="2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1115" name="Google Shape;1115;p68"/>
          <p:cNvSpPr txBox="1"/>
          <p:nvPr/>
        </p:nvSpPr>
        <p:spPr>
          <a:xfrm rot="5400000">
            <a:off x="-2574750" y="4966500"/>
            <a:ext cx="5503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100" u="sng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Computer Laptop Sticker By Exotic Cancer</a:t>
            </a:r>
            <a:endParaRPr sz="1100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116" name="Google Shape;1116;p6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5225" y="2817450"/>
            <a:ext cx="5316676" cy="4652108"/>
          </a:xfrm>
          <a:prstGeom prst="rect">
            <a:avLst/>
          </a:prstGeom>
          <a:noFill/>
          <a:ln>
            <a:noFill/>
          </a:ln>
        </p:spPr>
      </p:pic>
      <p:sp>
        <p:nvSpPr>
          <p:cNvPr id="1117" name="Google Shape;1117;p68"/>
          <p:cNvSpPr txBox="1"/>
          <p:nvPr/>
        </p:nvSpPr>
        <p:spPr>
          <a:xfrm>
            <a:off x="596463" y="8479575"/>
            <a:ext cx="58401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800">
                <a:latin typeface="Montserrat"/>
                <a:ea typeface="Montserrat"/>
                <a:cs typeface="Montserrat"/>
                <a:sym typeface="Montserrat"/>
              </a:rPr>
              <a:t>Puedes hacer una copia del dataset haciendo clic </a:t>
            </a:r>
            <a:r>
              <a:rPr b="1" lang="es-419" sz="2800" u="sng">
                <a:solidFill>
                  <a:schemeClr val="dk1"/>
                </a:solidFill>
                <a:highlight>
                  <a:schemeClr val="accent3"/>
                </a:highlight>
                <a:latin typeface="Montserrat"/>
                <a:ea typeface="Montserrat"/>
                <a:cs typeface="Montserrat"/>
                <a:sym typeface="Montserra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aquí</a:t>
            </a:r>
            <a:r>
              <a:rPr lang="es-419" sz="2800"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sz="28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1" name="Shape 1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2" name="Google Shape;1122;p69"/>
          <p:cNvSpPr/>
          <p:nvPr/>
        </p:nvSpPr>
        <p:spPr>
          <a:xfrm flipH="1">
            <a:off x="16459200" y="2057400"/>
            <a:ext cx="1829400" cy="8229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123" name="Google Shape;1123;p69"/>
          <p:cNvSpPr/>
          <p:nvPr/>
        </p:nvSpPr>
        <p:spPr>
          <a:xfrm>
            <a:off x="9067800" y="2057400"/>
            <a:ext cx="4535400" cy="45354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</a:endParaRPr>
          </a:p>
        </p:txBody>
      </p:sp>
      <p:cxnSp>
        <p:nvCxnSpPr>
          <p:cNvPr id="1124" name="Google Shape;1124;p69"/>
          <p:cNvCxnSpPr/>
          <p:nvPr/>
        </p:nvCxnSpPr>
        <p:spPr>
          <a:xfrm rot="10800000">
            <a:off x="0" y="2057400"/>
            <a:ext cx="11393100" cy="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25" name="Google Shape;1125;p69"/>
          <p:cNvCxnSpPr/>
          <p:nvPr/>
        </p:nvCxnSpPr>
        <p:spPr>
          <a:xfrm>
            <a:off x="13603200" y="4325100"/>
            <a:ext cx="0" cy="592470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126" name="Google Shape;1126;p69"/>
          <p:cNvGrpSpPr/>
          <p:nvPr/>
        </p:nvGrpSpPr>
        <p:grpSpPr>
          <a:xfrm>
            <a:off x="913788" y="717625"/>
            <a:ext cx="3957972" cy="536147"/>
            <a:chOff x="913788" y="717625"/>
            <a:chExt cx="3957972" cy="536147"/>
          </a:xfrm>
        </p:grpSpPr>
        <p:grpSp>
          <p:nvGrpSpPr>
            <p:cNvPr id="1127" name="Google Shape;1127;p69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1128" name="Google Shape;1128;p69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9" name="Google Shape;1129;p69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0" name="Google Shape;1130;p69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1" name="Google Shape;1131;p69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2" name="Google Shape;1132;p69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3" name="Google Shape;1133;p69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4" name="Google Shape;1134;p69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5" name="Google Shape;1135;p69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6" name="Google Shape;1136;p69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7" name="Google Shape;1137;p69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8" name="Google Shape;1138;p69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9" name="Google Shape;1139;p69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140" name="Google Shape;1140;p69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lang="es-419" sz="2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1141" name="Google Shape;1141;p69"/>
          <p:cNvSpPr txBox="1"/>
          <p:nvPr/>
        </p:nvSpPr>
        <p:spPr>
          <a:xfrm>
            <a:off x="1393173" y="3524625"/>
            <a:ext cx="113253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419" sz="4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Realizar </a:t>
            </a:r>
            <a:r>
              <a:rPr b="1" lang="es-419" sz="4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un análisis del Dataset</a:t>
            </a:r>
            <a:r>
              <a:rPr lang="es-419" sz="4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, utilizando los objetivos dados.</a:t>
            </a:r>
            <a:endParaRPr sz="4000">
              <a:solidFill>
                <a:schemeClr val="dk1"/>
              </a:solidFill>
              <a:highlight>
                <a:schemeClr val="accent4"/>
              </a:highlight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142" name="Google Shape;1142;p69"/>
          <p:cNvSpPr txBox="1"/>
          <p:nvPr/>
        </p:nvSpPr>
        <p:spPr>
          <a:xfrm>
            <a:off x="1325300" y="5653538"/>
            <a:ext cx="11325300" cy="21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4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C</a:t>
            </a:r>
            <a:r>
              <a:rPr lang="es-419" sz="4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ada grupo deberá preparar una presentación de su trabajo </a:t>
            </a:r>
            <a:r>
              <a:rPr b="1" lang="es-419" sz="4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(Google Slides, </a:t>
            </a:r>
            <a:r>
              <a:rPr b="1" lang="es-419" sz="4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PowerPoint</a:t>
            </a:r>
            <a:r>
              <a:rPr b="1" lang="es-419" sz="4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, Canva o sitio web informativo)</a:t>
            </a:r>
            <a:r>
              <a:rPr lang="es-419" sz="4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.</a:t>
            </a:r>
            <a:endParaRPr sz="40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6" name="Shape 1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7" name="Google Shape;1147;p70"/>
          <p:cNvSpPr/>
          <p:nvPr/>
        </p:nvSpPr>
        <p:spPr>
          <a:xfrm flipH="1">
            <a:off x="16459200" y="2057400"/>
            <a:ext cx="1829400" cy="8229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148" name="Google Shape;1148;p70"/>
          <p:cNvSpPr/>
          <p:nvPr/>
        </p:nvSpPr>
        <p:spPr>
          <a:xfrm>
            <a:off x="9067800" y="2057400"/>
            <a:ext cx="4535400" cy="45354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</a:endParaRPr>
          </a:p>
        </p:txBody>
      </p:sp>
      <p:cxnSp>
        <p:nvCxnSpPr>
          <p:cNvPr id="1149" name="Google Shape;1149;p70"/>
          <p:cNvCxnSpPr/>
          <p:nvPr/>
        </p:nvCxnSpPr>
        <p:spPr>
          <a:xfrm rot="10800000">
            <a:off x="0" y="2057400"/>
            <a:ext cx="11393100" cy="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50" name="Google Shape;1150;p70"/>
          <p:cNvCxnSpPr/>
          <p:nvPr/>
        </p:nvCxnSpPr>
        <p:spPr>
          <a:xfrm>
            <a:off x="13603200" y="4325100"/>
            <a:ext cx="0" cy="592470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151" name="Google Shape;1151;p70"/>
          <p:cNvGrpSpPr/>
          <p:nvPr/>
        </p:nvGrpSpPr>
        <p:grpSpPr>
          <a:xfrm>
            <a:off x="913788" y="717625"/>
            <a:ext cx="3957972" cy="536147"/>
            <a:chOff x="913788" y="717625"/>
            <a:chExt cx="3957972" cy="536147"/>
          </a:xfrm>
        </p:grpSpPr>
        <p:grpSp>
          <p:nvGrpSpPr>
            <p:cNvPr id="1152" name="Google Shape;1152;p70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1153" name="Google Shape;1153;p70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4" name="Google Shape;1154;p70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5" name="Google Shape;1155;p70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6" name="Google Shape;1156;p70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7" name="Google Shape;1157;p70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8" name="Google Shape;1158;p70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9" name="Google Shape;1159;p70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0" name="Google Shape;1160;p70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1" name="Google Shape;1161;p70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2" name="Google Shape;1162;p70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3" name="Google Shape;1163;p70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4" name="Google Shape;1164;p70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165" name="Google Shape;1165;p70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lang="es-419" sz="2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1166" name="Google Shape;1166;p70"/>
          <p:cNvSpPr txBox="1"/>
          <p:nvPr/>
        </p:nvSpPr>
        <p:spPr>
          <a:xfrm>
            <a:off x="2049375" y="3753225"/>
            <a:ext cx="10824000" cy="35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419" sz="4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La presentación debe incluir:</a:t>
            </a:r>
            <a:endParaRPr b="1" sz="45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482600" lvl="0" marL="9144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chivo"/>
              <a:buChar char="■"/>
            </a:pPr>
            <a:r>
              <a:rPr lang="es-419" sz="4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Una </a:t>
            </a:r>
            <a:r>
              <a:rPr b="1" lang="es-419" sz="4000">
                <a:solidFill>
                  <a:schemeClr val="dk1"/>
                </a:solidFill>
                <a:highlight>
                  <a:schemeClr val="accent4"/>
                </a:highlight>
                <a:latin typeface="Archivo"/>
                <a:ea typeface="Archivo"/>
                <a:cs typeface="Archivo"/>
                <a:sym typeface="Archivo"/>
              </a:rPr>
              <a:t>introducción</a:t>
            </a:r>
            <a:r>
              <a:rPr lang="es-419" sz="4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al contexto.</a:t>
            </a:r>
            <a:endParaRPr sz="40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482600" lvl="0" marL="9144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chivo"/>
              <a:buChar char="■"/>
            </a:pPr>
            <a:r>
              <a:rPr lang="es-419" sz="4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Una exposición basada en </a:t>
            </a:r>
            <a:r>
              <a:rPr b="1" lang="es-419" sz="4000">
                <a:solidFill>
                  <a:schemeClr val="dk1"/>
                </a:solidFill>
                <a:highlight>
                  <a:schemeClr val="accent4"/>
                </a:highlight>
                <a:latin typeface="Archivo"/>
                <a:ea typeface="Archivo"/>
                <a:cs typeface="Archivo"/>
                <a:sym typeface="Archivo"/>
              </a:rPr>
              <a:t>gráficos</a:t>
            </a:r>
            <a:r>
              <a:rPr lang="es-419" sz="4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.</a:t>
            </a:r>
            <a:endParaRPr sz="40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482600" lvl="0" marL="9144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chivo"/>
              <a:buChar char="■"/>
            </a:pPr>
            <a:r>
              <a:rPr b="1" lang="es-419" sz="4000">
                <a:solidFill>
                  <a:schemeClr val="dk1"/>
                </a:solidFill>
                <a:highlight>
                  <a:schemeClr val="accent4"/>
                </a:highlight>
                <a:latin typeface="Archivo"/>
                <a:ea typeface="Archivo"/>
                <a:cs typeface="Archivo"/>
                <a:sym typeface="Archivo"/>
              </a:rPr>
              <a:t>C</a:t>
            </a:r>
            <a:r>
              <a:rPr b="1" lang="es-419" sz="4000">
                <a:solidFill>
                  <a:schemeClr val="dk1"/>
                </a:solidFill>
                <a:highlight>
                  <a:schemeClr val="accent4"/>
                </a:highlight>
                <a:latin typeface="Archivo"/>
                <a:ea typeface="Archivo"/>
                <a:cs typeface="Archivo"/>
                <a:sym typeface="Archivo"/>
              </a:rPr>
              <a:t>onclusiones</a:t>
            </a:r>
            <a:r>
              <a:rPr lang="es-419" sz="4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y resultados finales basados en medidas </a:t>
            </a:r>
            <a:r>
              <a:rPr lang="es-419" sz="4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estadísticas</a:t>
            </a:r>
            <a:r>
              <a:rPr lang="es-419" sz="4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.</a:t>
            </a:r>
            <a:endParaRPr b="1" sz="45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0" name="Shape 1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1" name="Google Shape;1171;p71"/>
          <p:cNvSpPr txBox="1"/>
          <p:nvPr/>
        </p:nvSpPr>
        <p:spPr>
          <a:xfrm>
            <a:off x="913825" y="2487075"/>
            <a:ext cx="93219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5000">
                <a:solidFill>
                  <a:srgbClr val="0C0C0C"/>
                </a:solidFill>
                <a:latin typeface="Montserrat"/>
                <a:ea typeface="Montserrat"/>
                <a:cs typeface="Montserrat"/>
                <a:sym typeface="Montserrat"/>
              </a:rPr>
              <a:t>Actividades</a:t>
            </a:r>
            <a:endParaRPr b="1" sz="5000">
              <a:solidFill>
                <a:srgbClr val="0C0C0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172" name="Google Shape;1172;p71"/>
          <p:cNvGrpSpPr/>
          <p:nvPr/>
        </p:nvGrpSpPr>
        <p:grpSpPr>
          <a:xfrm>
            <a:off x="24242354" y="1029025"/>
            <a:ext cx="1551546" cy="11658311"/>
            <a:chOff x="-3766725" y="2744225"/>
            <a:chExt cx="3492900" cy="1362000"/>
          </a:xfrm>
        </p:grpSpPr>
        <p:cxnSp>
          <p:nvCxnSpPr>
            <p:cNvPr id="1173" name="Google Shape;1173;p71"/>
            <p:cNvCxnSpPr/>
            <p:nvPr/>
          </p:nvCxnSpPr>
          <p:spPr>
            <a:xfrm>
              <a:off x="-3766725" y="2744225"/>
              <a:ext cx="3492900" cy="0"/>
            </a:xfrm>
            <a:prstGeom prst="straightConnector1">
              <a:avLst/>
            </a:prstGeom>
            <a:noFill/>
            <a:ln cap="flat" cmpd="sng" w="9525">
              <a:solidFill>
                <a:srgbClr val="00E0CA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74" name="Google Shape;1174;p71"/>
            <p:cNvCxnSpPr/>
            <p:nvPr/>
          </p:nvCxnSpPr>
          <p:spPr>
            <a:xfrm>
              <a:off x="-3766725" y="4106225"/>
              <a:ext cx="3492900" cy="0"/>
            </a:xfrm>
            <a:prstGeom prst="straightConnector1">
              <a:avLst/>
            </a:prstGeom>
            <a:noFill/>
            <a:ln cap="flat" cmpd="sng" w="9525">
              <a:solidFill>
                <a:srgbClr val="00E0CA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75" name="Google Shape;1175;p71"/>
            <p:cNvCxnSpPr/>
            <p:nvPr/>
          </p:nvCxnSpPr>
          <p:spPr>
            <a:xfrm>
              <a:off x="-3766725" y="3833825"/>
              <a:ext cx="3492900" cy="0"/>
            </a:xfrm>
            <a:prstGeom prst="straightConnector1">
              <a:avLst/>
            </a:prstGeom>
            <a:noFill/>
            <a:ln cap="flat" cmpd="sng" w="9525">
              <a:solidFill>
                <a:srgbClr val="00E0CA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76" name="Google Shape;1176;p71"/>
            <p:cNvCxnSpPr/>
            <p:nvPr/>
          </p:nvCxnSpPr>
          <p:spPr>
            <a:xfrm>
              <a:off x="-3766725" y="3561425"/>
              <a:ext cx="3492900" cy="0"/>
            </a:xfrm>
            <a:prstGeom prst="straightConnector1">
              <a:avLst/>
            </a:prstGeom>
            <a:noFill/>
            <a:ln cap="flat" cmpd="sng" w="9525">
              <a:solidFill>
                <a:srgbClr val="00E0CA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77" name="Google Shape;1177;p71"/>
            <p:cNvCxnSpPr/>
            <p:nvPr/>
          </p:nvCxnSpPr>
          <p:spPr>
            <a:xfrm>
              <a:off x="-3766725" y="3289025"/>
              <a:ext cx="3492900" cy="0"/>
            </a:xfrm>
            <a:prstGeom prst="straightConnector1">
              <a:avLst/>
            </a:prstGeom>
            <a:noFill/>
            <a:ln cap="flat" cmpd="sng" w="9525">
              <a:solidFill>
                <a:srgbClr val="00E0CA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78" name="Google Shape;1178;p71"/>
            <p:cNvCxnSpPr/>
            <p:nvPr/>
          </p:nvCxnSpPr>
          <p:spPr>
            <a:xfrm>
              <a:off x="-3766725" y="3016625"/>
              <a:ext cx="3492900" cy="0"/>
            </a:xfrm>
            <a:prstGeom prst="straightConnector1">
              <a:avLst/>
            </a:prstGeom>
            <a:noFill/>
            <a:ln cap="flat" cmpd="sng" w="9525">
              <a:solidFill>
                <a:srgbClr val="00E0CA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179" name="Google Shape;1179;p71"/>
          <p:cNvGrpSpPr/>
          <p:nvPr/>
        </p:nvGrpSpPr>
        <p:grpSpPr>
          <a:xfrm>
            <a:off x="17493237" y="9740090"/>
            <a:ext cx="429608" cy="178308"/>
            <a:chOff x="1207700" y="4333950"/>
            <a:chExt cx="334325" cy="138750"/>
          </a:xfrm>
        </p:grpSpPr>
        <p:sp>
          <p:nvSpPr>
            <p:cNvPr id="1180" name="Google Shape;1180;p71"/>
            <p:cNvSpPr/>
            <p:nvPr/>
          </p:nvSpPr>
          <p:spPr>
            <a:xfrm>
              <a:off x="1207700" y="4333950"/>
              <a:ext cx="139850" cy="138750"/>
            </a:xfrm>
            <a:custGeom>
              <a:rect b="b" l="l" r="r" t="t"/>
              <a:pathLst>
                <a:path extrusionOk="0" h="5550" w="5594">
                  <a:moveTo>
                    <a:pt x="3390" y="438"/>
                  </a:moveTo>
                  <a:cubicBezTo>
                    <a:pt x="4363" y="438"/>
                    <a:pt x="5148" y="1232"/>
                    <a:pt x="5148" y="2196"/>
                  </a:cubicBezTo>
                  <a:lnTo>
                    <a:pt x="5148" y="3346"/>
                  </a:lnTo>
                  <a:cubicBezTo>
                    <a:pt x="5148" y="4319"/>
                    <a:pt x="4363" y="5104"/>
                    <a:pt x="3390" y="5104"/>
                  </a:cubicBezTo>
                  <a:lnTo>
                    <a:pt x="437" y="5104"/>
                  </a:lnTo>
                  <a:lnTo>
                    <a:pt x="437" y="438"/>
                  </a:lnTo>
                  <a:close/>
                  <a:moveTo>
                    <a:pt x="0" y="1"/>
                  </a:moveTo>
                  <a:lnTo>
                    <a:pt x="0" y="5550"/>
                  </a:lnTo>
                  <a:lnTo>
                    <a:pt x="3390" y="5550"/>
                  </a:lnTo>
                  <a:cubicBezTo>
                    <a:pt x="4604" y="5550"/>
                    <a:pt x="5594" y="4560"/>
                    <a:pt x="5594" y="3346"/>
                  </a:cubicBezTo>
                  <a:lnTo>
                    <a:pt x="5594" y="2196"/>
                  </a:lnTo>
                  <a:cubicBezTo>
                    <a:pt x="5594" y="982"/>
                    <a:pt x="4604" y="1"/>
                    <a:pt x="339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1" name="Google Shape;1181;p71"/>
            <p:cNvSpPr/>
            <p:nvPr/>
          </p:nvSpPr>
          <p:spPr>
            <a:xfrm>
              <a:off x="1403300" y="4333950"/>
              <a:ext cx="138725" cy="138750"/>
            </a:xfrm>
            <a:custGeom>
              <a:rect b="b" l="l" r="r" t="t"/>
              <a:pathLst>
                <a:path extrusionOk="0" h="5550" w="5549">
                  <a:moveTo>
                    <a:pt x="0" y="1"/>
                  </a:moveTo>
                  <a:lnTo>
                    <a:pt x="0" y="5550"/>
                  </a:lnTo>
                  <a:lnTo>
                    <a:pt x="5549" y="5550"/>
                  </a:lnTo>
                  <a:lnTo>
                    <a:pt x="554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82" name="Google Shape;1182;p71"/>
          <p:cNvSpPr/>
          <p:nvPr/>
        </p:nvSpPr>
        <p:spPr>
          <a:xfrm flipH="1" rot="10800000">
            <a:off x="0" y="2076275"/>
            <a:ext cx="133200" cy="8213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8A6DF1"/>
              </a:solidFill>
            </a:endParaRPr>
          </a:p>
        </p:txBody>
      </p:sp>
      <p:sp>
        <p:nvSpPr>
          <p:cNvPr id="1183" name="Google Shape;1183;p71"/>
          <p:cNvSpPr/>
          <p:nvPr/>
        </p:nvSpPr>
        <p:spPr>
          <a:xfrm rot="5400000">
            <a:off x="4753900" y="-44637"/>
            <a:ext cx="2946000" cy="10626000"/>
          </a:xfrm>
          <a:prstGeom prst="round2SameRect">
            <a:avLst>
              <a:gd fmla="val 35491" name="adj1"/>
              <a:gd fmla="val 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184" name="Google Shape;1184;p71"/>
          <p:cNvSpPr txBox="1"/>
          <p:nvPr/>
        </p:nvSpPr>
        <p:spPr>
          <a:xfrm>
            <a:off x="1399900" y="3952275"/>
            <a:ext cx="9813600" cy="26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4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Una vez terminado, </a:t>
            </a:r>
            <a:r>
              <a:rPr b="1" lang="es-419" sz="4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entregar el enlace</a:t>
            </a:r>
            <a:r>
              <a:rPr lang="es-419" sz="4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de la presentación, con permiso de acceso público, en la </a:t>
            </a:r>
            <a:r>
              <a:rPr b="1" lang="es-419" sz="4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“actividad entregable”</a:t>
            </a:r>
            <a:r>
              <a:rPr lang="es-419" sz="4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de Playground</a:t>
            </a:r>
            <a:endParaRPr sz="40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1185" name="Google Shape;1185;p71"/>
          <p:cNvGrpSpPr/>
          <p:nvPr/>
        </p:nvGrpSpPr>
        <p:grpSpPr>
          <a:xfrm>
            <a:off x="12802662" y="1205068"/>
            <a:ext cx="4365693" cy="4618015"/>
            <a:chOff x="1438525" y="7648472"/>
            <a:chExt cx="1671911" cy="1768541"/>
          </a:xfrm>
        </p:grpSpPr>
        <p:sp>
          <p:nvSpPr>
            <p:cNvPr id="1186" name="Google Shape;1186;p71"/>
            <p:cNvSpPr/>
            <p:nvPr/>
          </p:nvSpPr>
          <p:spPr>
            <a:xfrm>
              <a:off x="2977581" y="9379342"/>
              <a:ext cx="35408" cy="37671"/>
            </a:xfrm>
            <a:custGeom>
              <a:rect b="b" l="l" r="r" t="t"/>
              <a:pathLst>
                <a:path extrusionOk="0" fill="none" h="749" w="704">
                  <a:moveTo>
                    <a:pt x="1" y="749"/>
                  </a:moveTo>
                  <a:lnTo>
                    <a:pt x="704" y="1"/>
                  </a:lnTo>
                </a:path>
              </a:pathLst>
            </a:custGeom>
            <a:noFill/>
            <a:ln cap="flat" cmpd="sng" w="2825">
              <a:solidFill>
                <a:srgbClr val="000000"/>
              </a:solidFill>
              <a:prstDash val="solid"/>
              <a:miter lim="45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7" name="Google Shape;1187;p71"/>
            <p:cNvSpPr/>
            <p:nvPr/>
          </p:nvSpPr>
          <p:spPr>
            <a:xfrm>
              <a:off x="2304885" y="9379342"/>
              <a:ext cx="35206" cy="37671"/>
            </a:xfrm>
            <a:custGeom>
              <a:rect b="b" l="l" r="r" t="t"/>
              <a:pathLst>
                <a:path extrusionOk="0" fill="none" h="749" w="700">
                  <a:moveTo>
                    <a:pt x="1" y="749"/>
                  </a:moveTo>
                  <a:lnTo>
                    <a:pt x="699" y="1"/>
                  </a:lnTo>
                </a:path>
              </a:pathLst>
            </a:custGeom>
            <a:noFill/>
            <a:ln cap="flat" cmpd="sng" w="2825">
              <a:solidFill>
                <a:srgbClr val="000000"/>
              </a:solidFill>
              <a:prstDash val="solid"/>
              <a:miter lim="45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8" name="Google Shape;1188;p71"/>
            <p:cNvSpPr/>
            <p:nvPr/>
          </p:nvSpPr>
          <p:spPr>
            <a:xfrm>
              <a:off x="1632189" y="9379342"/>
              <a:ext cx="35207" cy="37671"/>
            </a:xfrm>
            <a:custGeom>
              <a:rect b="b" l="l" r="r" t="t"/>
              <a:pathLst>
                <a:path extrusionOk="0" fill="none" h="749" w="700">
                  <a:moveTo>
                    <a:pt x="1" y="749"/>
                  </a:moveTo>
                  <a:lnTo>
                    <a:pt x="699" y="1"/>
                  </a:lnTo>
                </a:path>
              </a:pathLst>
            </a:custGeom>
            <a:noFill/>
            <a:ln cap="flat" cmpd="sng" w="2825">
              <a:solidFill>
                <a:srgbClr val="8A6DF1"/>
              </a:solidFill>
              <a:prstDash val="solid"/>
              <a:miter lim="45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9" name="Google Shape;1189;p71"/>
            <p:cNvSpPr/>
            <p:nvPr/>
          </p:nvSpPr>
          <p:spPr>
            <a:xfrm>
              <a:off x="1635029" y="8044953"/>
              <a:ext cx="377211" cy="421497"/>
            </a:xfrm>
            <a:custGeom>
              <a:rect b="b" l="l" r="r" t="t"/>
              <a:pathLst>
                <a:path extrusionOk="0" h="4854" w="4344">
                  <a:moveTo>
                    <a:pt x="4344" y="1"/>
                  </a:moveTo>
                  <a:lnTo>
                    <a:pt x="2877" y="112"/>
                  </a:lnTo>
                  <a:cubicBezTo>
                    <a:pt x="2471" y="144"/>
                    <a:pt x="2104" y="359"/>
                    <a:pt x="1881" y="694"/>
                  </a:cubicBezTo>
                  <a:lnTo>
                    <a:pt x="192" y="3252"/>
                  </a:lnTo>
                  <a:cubicBezTo>
                    <a:pt x="24" y="3507"/>
                    <a:pt x="1" y="3834"/>
                    <a:pt x="120" y="4113"/>
                  </a:cubicBezTo>
                  <a:cubicBezTo>
                    <a:pt x="248" y="4400"/>
                    <a:pt x="503" y="4599"/>
                    <a:pt x="813" y="4639"/>
                  </a:cubicBezTo>
                  <a:lnTo>
                    <a:pt x="2152" y="4854"/>
                  </a:lnTo>
                  <a:cubicBezTo>
                    <a:pt x="2463" y="3188"/>
                    <a:pt x="3212" y="1523"/>
                    <a:pt x="4344" y="1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0" name="Google Shape;1190;p71"/>
            <p:cNvSpPr/>
            <p:nvPr/>
          </p:nvSpPr>
          <p:spPr>
            <a:xfrm>
              <a:off x="2288276" y="8742484"/>
              <a:ext cx="421497" cy="373043"/>
            </a:xfrm>
            <a:custGeom>
              <a:rect b="b" l="l" r="r" t="t"/>
              <a:pathLst>
                <a:path extrusionOk="0" h="4296" w="4854">
                  <a:moveTo>
                    <a:pt x="4853" y="1"/>
                  </a:moveTo>
                  <a:lnTo>
                    <a:pt x="4853" y="1"/>
                  </a:lnTo>
                  <a:cubicBezTo>
                    <a:pt x="3323" y="1124"/>
                    <a:pt x="1666" y="1873"/>
                    <a:pt x="0" y="2192"/>
                  </a:cubicBezTo>
                  <a:lnTo>
                    <a:pt x="207" y="3531"/>
                  </a:lnTo>
                  <a:cubicBezTo>
                    <a:pt x="255" y="3834"/>
                    <a:pt x="454" y="4097"/>
                    <a:pt x="733" y="4216"/>
                  </a:cubicBezTo>
                  <a:cubicBezTo>
                    <a:pt x="853" y="4272"/>
                    <a:pt x="980" y="4296"/>
                    <a:pt x="1100" y="4296"/>
                  </a:cubicBezTo>
                  <a:cubicBezTo>
                    <a:pt x="1275" y="4296"/>
                    <a:pt x="1451" y="4248"/>
                    <a:pt x="1602" y="4144"/>
                  </a:cubicBezTo>
                  <a:lnTo>
                    <a:pt x="4152" y="2455"/>
                  </a:lnTo>
                  <a:cubicBezTo>
                    <a:pt x="4495" y="2232"/>
                    <a:pt x="4710" y="1873"/>
                    <a:pt x="4742" y="1467"/>
                  </a:cubicBezTo>
                  <a:lnTo>
                    <a:pt x="4853" y="1"/>
                  </a:ln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1" name="Google Shape;1191;p71"/>
            <p:cNvSpPr/>
            <p:nvPr/>
          </p:nvSpPr>
          <p:spPr>
            <a:xfrm>
              <a:off x="1899350" y="8323166"/>
              <a:ext cx="532212" cy="528738"/>
            </a:xfrm>
            <a:custGeom>
              <a:rect b="b" l="l" r="r" t="t"/>
              <a:pathLst>
                <a:path extrusionOk="0" h="6089" w="6129">
                  <a:moveTo>
                    <a:pt x="614" y="0"/>
                  </a:moveTo>
                  <a:cubicBezTo>
                    <a:pt x="359" y="638"/>
                    <a:pt x="168" y="1315"/>
                    <a:pt x="49" y="2009"/>
                  </a:cubicBezTo>
                  <a:cubicBezTo>
                    <a:pt x="1" y="2287"/>
                    <a:pt x="96" y="2566"/>
                    <a:pt x="288" y="2766"/>
                  </a:cubicBezTo>
                  <a:lnTo>
                    <a:pt x="3364" y="5834"/>
                  </a:lnTo>
                  <a:cubicBezTo>
                    <a:pt x="3531" y="6001"/>
                    <a:pt x="3746" y="6089"/>
                    <a:pt x="3977" y="6089"/>
                  </a:cubicBezTo>
                  <a:cubicBezTo>
                    <a:pt x="4025" y="6089"/>
                    <a:pt x="4073" y="6089"/>
                    <a:pt x="4113" y="6081"/>
                  </a:cubicBezTo>
                  <a:cubicBezTo>
                    <a:pt x="4814" y="5961"/>
                    <a:pt x="5483" y="5770"/>
                    <a:pt x="6129" y="5507"/>
                  </a:cubicBezTo>
                  <a:lnTo>
                    <a:pt x="614" y="0"/>
                  </a:lnTo>
                  <a:close/>
                </a:path>
              </a:pathLst>
            </a:custGeom>
            <a:solidFill>
              <a:srgbClr val="FFD1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2" name="Google Shape;1192;p71"/>
            <p:cNvSpPr/>
            <p:nvPr/>
          </p:nvSpPr>
          <p:spPr>
            <a:xfrm>
              <a:off x="1990698" y="7648472"/>
              <a:ext cx="1119737" cy="1114875"/>
            </a:xfrm>
            <a:custGeom>
              <a:rect b="b" l="l" r="r" t="t"/>
              <a:pathLst>
                <a:path extrusionOk="0" h="12839" w="12895">
                  <a:moveTo>
                    <a:pt x="7519" y="2848"/>
                  </a:moveTo>
                  <a:cubicBezTo>
                    <a:pt x="8153" y="2848"/>
                    <a:pt x="8786" y="3089"/>
                    <a:pt x="9268" y="3571"/>
                  </a:cubicBezTo>
                  <a:cubicBezTo>
                    <a:pt x="9739" y="4041"/>
                    <a:pt x="9994" y="4663"/>
                    <a:pt x="9994" y="5324"/>
                  </a:cubicBezTo>
                  <a:cubicBezTo>
                    <a:pt x="9994" y="5985"/>
                    <a:pt x="9739" y="6607"/>
                    <a:pt x="9268" y="7069"/>
                  </a:cubicBezTo>
                  <a:cubicBezTo>
                    <a:pt x="8790" y="7555"/>
                    <a:pt x="8153" y="7794"/>
                    <a:pt x="7523" y="7794"/>
                  </a:cubicBezTo>
                  <a:cubicBezTo>
                    <a:pt x="6886" y="7794"/>
                    <a:pt x="6256" y="7555"/>
                    <a:pt x="5770" y="7069"/>
                  </a:cubicBezTo>
                  <a:cubicBezTo>
                    <a:pt x="5308" y="6607"/>
                    <a:pt x="5045" y="5985"/>
                    <a:pt x="5045" y="5324"/>
                  </a:cubicBezTo>
                  <a:cubicBezTo>
                    <a:pt x="5045" y="4663"/>
                    <a:pt x="5308" y="4041"/>
                    <a:pt x="5770" y="3571"/>
                  </a:cubicBezTo>
                  <a:cubicBezTo>
                    <a:pt x="6252" y="3089"/>
                    <a:pt x="6886" y="2848"/>
                    <a:pt x="7519" y="2848"/>
                  </a:cubicBezTo>
                  <a:close/>
                  <a:moveTo>
                    <a:pt x="11261" y="1"/>
                  </a:moveTo>
                  <a:cubicBezTo>
                    <a:pt x="9818" y="1"/>
                    <a:pt x="7531" y="216"/>
                    <a:pt x="5356" y="1347"/>
                  </a:cubicBezTo>
                  <a:cubicBezTo>
                    <a:pt x="3619" y="2248"/>
                    <a:pt x="1347" y="4216"/>
                    <a:pt x="1" y="6814"/>
                  </a:cubicBezTo>
                  <a:cubicBezTo>
                    <a:pt x="17" y="6830"/>
                    <a:pt x="32" y="6838"/>
                    <a:pt x="48" y="6854"/>
                  </a:cubicBezTo>
                  <a:lnTo>
                    <a:pt x="5993" y="12791"/>
                  </a:lnTo>
                  <a:cubicBezTo>
                    <a:pt x="6001" y="12807"/>
                    <a:pt x="6017" y="12823"/>
                    <a:pt x="6033" y="12839"/>
                  </a:cubicBezTo>
                  <a:cubicBezTo>
                    <a:pt x="8623" y="11500"/>
                    <a:pt x="10599" y="9229"/>
                    <a:pt x="11500" y="7491"/>
                  </a:cubicBezTo>
                  <a:cubicBezTo>
                    <a:pt x="12847" y="4886"/>
                    <a:pt x="12894" y="2128"/>
                    <a:pt x="12823" y="837"/>
                  </a:cubicBezTo>
                  <a:cubicBezTo>
                    <a:pt x="12799" y="399"/>
                    <a:pt x="12448" y="49"/>
                    <a:pt x="12002" y="17"/>
                  </a:cubicBezTo>
                  <a:cubicBezTo>
                    <a:pt x="11795" y="9"/>
                    <a:pt x="11548" y="1"/>
                    <a:pt x="1126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3" name="Google Shape;1193;p71"/>
            <p:cNvSpPr/>
            <p:nvPr/>
          </p:nvSpPr>
          <p:spPr>
            <a:xfrm>
              <a:off x="1990698" y="7648472"/>
              <a:ext cx="1119737" cy="1114875"/>
            </a:xfrm>
            <a:custGeom>
              <a:rect b="b" l="l" r="r" t="t"/>
              <a:pathLst>
                <a:path extrusionOk="0" fill="none" h="12839" w="12895">
                  <a:moveTo>
                    <a:pt x="5770" y="3571"/>
                  </a:moveTo>
                  <a:cubicBezTo>
                    <a:pt x="6734" y="2607"/>
                    <a:pt x="8304" y="2607"/>
                    <a:pt x="9268" y="3571"/>
                  </a:cubicBezTo>
                  <a:cubicBezTo>
                    <a:pt x="9739" y="4041"/>
                    <a:pt x="9994" y="4663"/>
                    <a:pt x="9994" y="5324"/>
                  </a:cubicBezTo>
                  <a:cubicBezTo>
                    <a:pt x="9994" y="5985"/>
                    <a:pt x="9739" y="6607"/>
                    <a:pt x="9268" y="7069"/>
                  </a:cubicBezTo>
                  <a:cubicBezTo>
                    <a:pt x="8790" y="7555"/>
                    <a:pt x="8153" y="7794"/>
                    <a:pt x="7523" y="7794"/>
                  </a:cubicBezTo>
                  <a:cubicBezTo>
                    <a:pt x="6886" y="7794"/>
                    <a:pt x="6256" y="7555"/>
                    <a:pt x="5770" y="7069"/>
                  </a:cubicBezTo>
                  <a:cubicBezTo>
                    <a:pt x="5308" y="6607"/>
                    <a:pt x="5045" y="5985"/>
                    <a:pt x="5045" y="5324"/>
                  </a:cubicBezTo>
                  <a:cubicBezTo>
                    <a:pt x="5045" y="4663"/>
                    <a:pt x="5308" y="4041"/>
                    <a:pt x="5770" y="3571"/>
                  </a:cubicBezTo>
                  <a:close/>
                  <a:moveTo>
                    <a:pt x="11500" y="7491"/>
                  </a:moveTo>
                  <a:cubicBezTo>
                    <a:pt x="12847" y="4886"/>
                    <a:pt x="12894" y="2128"/>
                    <a:pt x="12823" y="837"/>
                  </a:cubicBezTo>
                  <a:cubicBezTo>
                    <a:pt x="12799" y="399"/>
                    <a:pt x="12448" y="49"/>
                    <a:pt x="12002" y="17"/>
                  </a:cubicBezTo>
                  <a:cubicBezTo>
                    <a:pt x="11795" y="9"/>
                    <a:pt x="11548" y="1"/>
                    <a:pt x="11261" y="1"/>
                  </a:cubicBezTo>
                  <a:cubicBezTo>
                    <a:pt x="9818" y="1"/>
                    <a:pt x="7531" y="216"/>
                    <a:pt x="5356" y="1347"/>
                  </a:cubicBezTo>
                  <a:cubicBezTo>
                    <a:pt x="3619" y="2248"/>
                    <a:pt x="1347" y="4216"/>
                    <a:pt x="1" y="6814"/>
                  </a:cubicBezTo>
                  <a:cubicBezTo>
                    <a:pt x="17" y="6830"/>
                    <a:pt x="32" y="6838"/>
                    <a:pt x="48" y="6854"/>
                  </a:cubicBezTo>
                  <a:lnTo>
                    <a:pt x="5993" y="12791"/>
                  </a:lnTo>
                  <a:cubicBezTo>
                    <a:pt x="6001" y="12807"/>
                    <a:pt x="6017" y="12823"/>
                    <a:pt x="6033" y="12839"/>
                  </a:cubicBezTo>
                  <a:cubicBezTo>
                    <a:pt x="8623" y="11500"/>
                    <a:pt x="10599" y="9229"/>
                    <a:pt x="11500" y="7491"/>
                  </a:cubicBezTo>
                  <a:close/>
                </a:path>
              </a:pathLst>
            </a:custGeom>
            <a:noFill/>
            <a:ln cap="flat" cmpd="sng" w="19050">
              <a:solidFill>
                <a:srgbClr val="263238"/>
              </a:solidFill>
              <a:prstDash val="solid"/>
              <a:miter lim="796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4" name="Google Shape;1194;p71"/>
            <p:cNvSpPr/>
            <p:nvPr/>
          </p:nvSpPr>
          <p:spPr>
            <a:xfrm>
              <a:off x="2515259" y="7981999"/>
              <a:ext cx="257466" cy="257553"/>
            </a:xfrm>
            <a:custGeom>
              <a:rect b="b" l="l" r="r" t="t"/>
              <a:pathLst>
                <a:path extrusionOk="0" h="2966" w="2965">
                  <a:moveTo>
                    <a:pt x="1482" y="1"/>
                  </a:moveTo>
                  <a:cubicBezTo>
                    <a:pt x="1100" y="1"/>
                    <a:pt x="717" y="144"/>
                    <a:pt x="430" y="431"/>
                  </a:cubicBezTo>
                  <a:cubicBezTo>
                    <a:pt x="151" y="710"/>
                    <a:pt x="0" y="1084"/>
                    <a:pt x="0" y="1483"/>
                  </a:cubicBezTo>
                  <a:cubicBezTo>
                    <a:pt x="0" y="1881"/>
                    <a:pt x="151" y="2248"/>
                    <a:pt x="430" y="2535"/>
                  </a:cubicBezTo>
                  <a:cubicBezTo>
                    <a:pt x="721" y="2822"/>
                    <a:pt x="1102" y="2965"/>
                    <a:pt x="1482" y="2965"/>
                  </a:cubicBezTo>
                  <a:cubicBezTo>
                    <a:pt x="1863" y="2965"/>
                    <a:pt x="2243" y="2822"/>
                    <a:pt x="2534" y="2535"/>
                  </a:cubicBezTo>
                  <a:cubicBezTo>
                    <a:pt x="2813" y="2248"/>
                    <a:pt x="2965" y="1881"/>
                    <a:pt x="2965" y="1483"/>
                  </a:cubicBezTo>
                  <a:cubicBezTo>
                    <a:pt x="2965" y="1084"/>
                    <a:pt x="2813" y="710"/>
                    <a:pt x="2534" y="431"/>
                  </a:cubicBezTo>
                  <a:cubicBezTo>
                    <a:pt x="2239" y="144"/>
                    <a:pt x="1865" y="1"/>
                    <a:pt x="1482" y="1"/>
                  </a:cubicBezTo>
                  <a:close/>
                </a:path>
              </a:pathLst>
            </a:custGeom>
            <a:solidFill>
              <a:srgbClr val="FFD1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5" name="Google Shape;1195;p71"/>
            <p:cNvSpPr/>
            <p:nvPr/>
          </p:nvSpPr>
          <p:spPr>
            <a:xfrm>
              <a:off x="1438525" y="8548065"/>
              <a:ext cx="359236" cy="358542"/>
            </a:xfrm>
            <a:custGeom>
              <a:rect b="b" l="l" r="r" t="t"/>
              <a:pathLst>
                <a:path extrusionOk="0" h="4129" w="4137">
                  <a:moveTo>
                    <a:pt x="4136" y="0"/>
                  </a:moveTo>
                  <a:lnTo>
                    <a:pt x="0" y="4128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6" name="Google Shape;1196;p71"/>
            <p:cNvSpPr/>
            <p:nvPr/>
          </p:nvSpPr>
          <p:spPr>
            <a:xfrm>
              <a:off x="1438525" y="8548065"/>
              <a:ext cx="359236" cy="358542"/>
            </a:xfrm>
            <a:custGeom>
              <a:rect b="b" l="l" r="r" t="t"/>
              <a:pathLst>
                <a:path extrusionOk="0" fill="none" h="4129" w="4137">
                  <a:moveTo>
                    <a:pt x="4136" y="0"/>
                  </a:moveTo>
                  <a:lnTo>
                    <a:pt x="0" y="4128"/>
                  </a:lnTo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miter lim="796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7" name="Google Shape;1197;p71"/>
            <p:cNvSpPr/>
            <p:nvPr/>
          </p:nvSpPr>
          <p:spPr>
            <a:xfrm>
              <a:off x="1808696" y="8927265"/>
              <a:ext cx="359236" cy="359236"/>
            </a:xfrm>
            <a:custGeom>
              <a:rect b="b" l="l" r="r" t="t"/>
              <a:pathLst>
                <a:path extrusionOk="0" h="4137" w="4137">
                  <a:moveTo>
                    <a:pt x="4137" y="0"/>
                  </a:moveTo>
                  <a:lnTo>
                    <a:pt x="1" y="4136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8" name="Google Shape;1198;p71"/>
            <p:cNvSpPr/>
            <p:nvPr/>
          </p:nvSpPr>
          <p:spPr>
            <a:xfrm>
              <a:off x="1808696" y="8927265"/>
              <a:ext cx="359236" cy="359236"/>
            </a:xfrm>
            <a:custGeom>
              <a:rect b="b" l="l" r="r" t="t"/>
              <a:pathLst>
                <a:path extrusionOk="0" fill="none" h="4137" w="4137">
                  <a:moveTo>
                    <a:pt x="4137" y="0"/>
                  </a:moveTo>
                  <a:lnTo>
                    <a:pt x="1" y="4136"/>
                  </a:lnTo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miter lim="796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9" name="Google Shape;1199;p71"/>
            <p:cNvSpPr/>
            <p:nvPr/>
          </p:nvSpPr>
          <p:spPr>
            <a:xfrm>
              <a:off x="1728462" y="8743874"/>
              <a:ext cx="230547" cy="231242"/>
            </a:xfrm>
            <a:custGeom>
              <a:rect b="b" l="l" r="r" t="t"/>
              <a:pathLst>
                <a:path extrusionOk="0" h="2663" w="2655">
                  <a:moveTo>
                    <a:pt x="2654" y="0"/>
                  </a:moveTo>
                  <a:lnTo>
                    <a:pt x="0" y="2662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0" name="Google Shape;1200;p71"/>
            <p:cNvSpPr/>
            <p:nvPr/>
          </p:nvSpPr>
          <p:spPr>
            <a:xfrm>
              <a:off x="1728462" y="8743874"/>
              <a:ext cx="230547" cy="231242"/>
            </a:xfrm>
            <a:custGeom>
              <a:rect b="b" l="l" r="r" t="t"/>
              <a:pathLst>
                <a:path extrusionOk="0" fill="none" h="2663" w="2655">
                  <a:moveTo>
                    <a:pt x="2654" y="0"/>
                  </a:moveTo>
                  <a:lnTo>
                    <a:pt x="0" y="2662"/>
                  </a:lnTo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miter lim="796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04" name="Shape 1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5" name="Google Shape;1205;p72"/>
          <p:cNvSpPr txBox="1"/>
          <p:nvPr/>
        </p:nvSpPr>
        <p:spPr>
          <a:xfrm>
            <a:off x="4324949" y="1350000"/>
            <a:ext cx="9638100" cy="15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0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¿Preguntas?</a:t>
            </a:r>
            <a:endParaRPr sz="100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grpSp>
        <p:nvGrpSpPr>
          <p:cNvPr id="1206" name="Google Shape;1206;p72"/>
          <p:cNvGrpSpPr/>
          <p:nvPr/>
        </p:nvGrpSpPr>
        <p:grpSpPr>
          <a:xfrm>
            <a:off x="5804728" y="3357148"/>
            <a:ext cx="6678545" cy="6316600"/>
            <a:chOff x="2078675" y="1829575"/>
            <a:chExt cx="852475" cy="806275"/>
          </a:xfrm>
        </p:grpSpPr>
        <p:sp>
          <p:nvSpPr>
            <p:cNvPr id="1207" name="Google Shape;1207;p72"/>
            <p:cNvSpPr/>
            <p:nvPr/>
          </p:nvSpPr>
          <p:spPr>
            <a:xfrm>
              <a:off x="2135175" y="1869400"/>
              <a:ext cx="724425" cy="765825"/>
            </a:xfrm>
            <a:custGeom>
              <a:rect b="b" l="l" r="r" t="t"/>
              <a:pathLst>
                <a:path extrusionOk="0" h="30633" w="28977">
                  <a:moveTo>
                    <a:pt x="28795" y="183"/>
                  </a:moveTo>
                  <a:lnTo>
                    <a:pt x="28795" y="30450"/>
                  </a:lnTo>
                  <a:lnTo>
                    <a:pt x="2976" y="30450"/>
                  </a:lnTo>
                  <a:cubicBezTo>
                    <a:pt x="1437" y="30450"/>
                    <a:pt x="183" y="29196"/>
                    <a:pt x="183" y="27657"/>
                  </a:cubicBezTo>
                  <a:lnTo>
                    <a:pt x="183" y="2972"/>
                  </a:lnTo>
                  <a:cubicBezTo>
                    <a:pt x="183" y="1434"/>
                    <a:pt x="1437" y="183"/>
                    <a:pt x="2976" y="183"/>
                  </a:cubicBezTo>
                  <a:close/>
                  <a:moveTo>
                    <a:pt x="2976" y="1"/>
                  </a:moveTo>
                  <a:cubicBezTo>
                    <a:pt x="1335" y="1"/>
                    <a:pt x="1" y="1335"/>
                    <a:pt x="1" y="2972"/>
                  </a:cubicBezTo>
                  <a:lnTo>
                    <a:pt x="1" y="27657"/>
                  </a:lnTo>
                  <a:cubicBezTo>
                    <a:pt x="1" y="29298"/>
                    <a:pt x="1335" y="30632"/>
                    <a:pt x="2976" y="30632"/>
                  </a:cubicBezTo>
                  <a:lnTo>
                    <a:pt x="28977" y="30632"/>
                  </a:lnTo>
                  <a:lnTo>
                    <a:pt x="28977" y="1"/>
                  </a:ln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8" name="Google Shape;1208;p72"/>
            <p:cNvSpPr/>
            <p:nvPr/>
          </p:nvSpPr>
          <p:spPr>
            <a:xfrm>
              <a:off x="2078675" y="1991175"/>
              <a:ext cx="448625" cy="643050"/>
            </a:xfrm>
            <a:custGeom>
              <a:rect b="b" l="l" r="r" t="t"/>
              <a:pathLst>
                <a:path extrusionOk="0" h="25722" w="17945">
                  <a:moveTo>
                    <a:pt x="9322" y="1"/>
                  </a:moveTo>
                  <a:cubicBezTo>
                    <a:pt x="8119" y="1"/>
                    <a:pt x="7026" y="124"/>
                    <a:pt x="6041" y="372"/>
                  </a:cubicBezTo>
                  <a:cubicBezTo>
                    <a:pt x="5061" y="617"/>
                    <a:pt x="4189" y="967"/>
                    <a:pt x="3427" y="1422"/>
                  </a:cubicBezTo>
                  <a:cubicBezTo>
                    <a:pt x="2665" y="1874"/>
                    <a:pt x="2031" y="2414"/>
                    <a:pt x="1528" y="3041"/>
                  </a:cubicBezTo>
                  <a:cubicBezTo>
                    <a:pt x="1025" y="3668"/>
                    <a:pt x="646" y="4361"/>
                    <a:pt x="387" y="5123"/>
                  </a:cubicBezTo>
                  <a:cubicBezTo>
                    <a:pt x="128" y="5885"/>
                    <a:pt x="0" y="6694"/>
                    <a:pt x="0" y="7554"/>
                  </a:cubicBezTo>
                  <a:cubicBezTo>
                    <a:pt x="0" y="7850"/>
                    <a:pt x="18" y="8109"/>
                    <a:pt x="55" y="8327"/>
                  </a:cubicBezTo>
                  <a:cubicBezTo>
                    <a:pt x="91" y="8550"/>
                    <a:pt x="124" y="8736"/>
                    <a:pt x="146" y="8881"/>
                  </a:cubicBezTo>
                  <a:lnTo>
                    <a:pt x="5195" y="8881"/>
                  </a:lnTo>
                  <a:cubicBezTo>
                    <a:pt x="5170" y="8710"/>
                    <a:pt x="5159" y="8546"/>
                    <a:pt x="5159" y="8386"/>
                  </a:cubicBezTo>
                  <a:lnTo>
                    <a:pt x="5159" y="7886"/>
                  </a:lnTo>
                  <a:cubicBezTo>
                    <a:pt x="5159" y="7518"/>
                    <a:pt x="5203" y="7124"/>
                    <a:pt x="5287" y="6709"/>
                  </a:cubicBezTo>
                  <a:cubicBezTo>
                    <a:pt x="5374" y="6289"/>
                    <a:pt x="5545" y="5892"/>
                    <a:pt x="5804" y="5509"/>
                  </a:cubicBezTo>
                  <a:cubicBezTo>
                    <a:pt x="6059" y="5130"/>
                    <a:pt x="6442" y="4817"/>
                    <a:pt x="6945" y="4572"/>
                  </a:cubicBezTo>
                  <a:cubicBezTo>
                    <a:pt x="7448" y="4324"/>
                    <a:pt x="8119" y="4204"/>
                    <a:pt x="8954" y="4204"/>
                  </a:cubicBezTo>
                  <a:cubicBezTo>
                    <a:pt x="9716" y="4204"/>
                    <a:pt x="10329" y="4306"/>
                    <a:pt x="10795" y="4514"/>
                  </a:cubicBezTo>
                  <a:cubicBezTo>
                    <a:pt x="11262" y="4725"/>
                    <a:pt x="11612" y="4995"/>
                    <a:pt x="11845" y="5327"/>
                  </a:cubicBezTo>
                  <a:cubicBezTo>
                    <a:pt x="12079" y="5659"/>
                    <a:pt x="12232" y="5994"/>
                    <a:pt x="12305" y="6340"/>
                  </a:cubicBezTo>
                  <a:cubicBezTo>
                    <a:pt x="12381" y="6683"/>
                    <a:pt x="12418" y="6989"/>
                    <a:pt x="12418" y="7259"/>
                  </a:cubicBezTo>
                  <a:cubicBezTo>
                    <a:pt x="12418" y="7850"/>
                    <a:pt x="12275" y="8378"/>
                    <a:pt x="11995" y="8845"/>
                  </a:cubicBezTo>
                  <a:cubicBezTo>
                    <a:pt x="11710" y="9312"/>
                    <a:pt x="11353" y="9735"/>
                    <a:pt x="10923" y="10117"/>
                  </a:cubicBezTo>
                  <a:cubicBezTo>
                    <a:pt x="10493" y="10497"/>
                    <a:pt x="10033" y="10879"/>
                    <a:pt x="9541" y="11258"/>
                  </a:cubicBezTo>
                  <a:cubicBezTo>
                    <a:pt x="9053" y="11638"/>
                    <a:pt x="8590" y="12068"/>
                    <a:pt x="8159" y="12549"/>
                  </a:cubicBezTo>
                  <a:cubicBezTo>
                    <a:pt x="7733" y="13027"/>
                    <a:pt x="7376" y="13581"/>
                    <a:pt x="7091" y="14204"/>
                  </a:cubicBezTo>
                  <a:cubicBezTo>
                    <a:pt x="6810" y="14831"/>
                    <a:pt x="6668" y="15586"/>
                    <a:pt x="6668" y="16472"/>
                  </a:cubicBezTo>
                  <a:lnTo>
                    <a:pt x="6668" y="18204"/>
                  </a:lnTo>
                  <a:lnTo>
                    <a:pt x="11313" y="18204"/>
                  </a:lnTo>
                  <a:lnTo>
                    <a:pt x="11313" y="17135"/>
                  </a:lnTo>
                  <a:cubicBezTo>
                    <a:pt x="11313" y="16472"/>
                    <a:pt x="11470" y="15907"/>
                    <a:pt x="11791" y="15440"/>
                  </a:cubicBezTo>
                  <a:cubicBezTo>
                    <a:pt x="12108" y="14973"/>
                    <a:pt x="12520" y="14536"/>
                    <a:pt x="13026" y="14131"/>
                  </a:cubicBezTo>
                  <a:cubicBezTo>
                    <a:pt x="13530" y="13727"/>
                    <a:pt x="14062" y="13315"/>
                    <a:pt x="14627" y="12899"/>
                  </a:cubicBezTo>
                  <a:cubicBezTo>
                    <a:pt x="15192" y="12480"/>
                    <a:pt x="15728" y="11995"/>
                    <a:pt x="16231" y="11441"/>
                  </a:cubicBezTo>
                  <a:cubicBezTo>
                    <a:pt x="16734" y="10890"/>
                    <a:pt x="17146" y="10238"/>
                    <a:pt x="17463" y="9490"/>
                  </a:cubicBezTo>
                  <a:cubicBezTo>
                    <a:pt x="17784" y="8739"/>
                    <a:pt x="17945" y="7824"/>
                    <a:pt x="17945" y="6745"/>
                  </a:cubicBezTo>
                  <a:cubicBezTo>
                    <a:pt x="17945" y="5885"/>
                    <a:pt x="17810" y="5101"/>
                    <a:pt x="17540" y="4386"/>
                  </a:cubicBezTo>
                  <a:cubicBezTo>
                    <a:pt x="17266" y="3675"/>
                    <a:pt x="16887" y="3048"/>
                    <a:pt x="16395" y="2509"/>
                  </a:cubicBezTo>
                  <a:cubicBezTo>
                    <a:pt x="15903" y="1969"/>
                    <a:pt x="15309" y="1506"/>
                    <a:pt x="14609" y="1127"/>
                  </a:cubicBezTo>
                  <a:cubicBezTo>
                    <a:pt x="13909" y="744"/>
                    <a:pt x="13110" y="464"/>
                    <a:pt x="12213" y="278"/>
                  </a:cubicBezTo>
                  <a:cubicBezTo>
                    <a:pt x="11317" y="95"/>
                    <a:pt x="10354" y="1"/>
                    <a:pt x="9322" y="1"/>
                  </a:cubicBezTo>
                  <a:close/>
                  <a:moveTo>
                    <a:pt x="6373" y="20562"/>
                  </a:moveTo>
                  <a:lnTo>
                    <a:pt x="6373" y="25721"/>
                  </a:lnTo>
                  <a:lnTo>
                    <a:pt x="11605" y="25721"/>
                  </a:lnTo>
                  <a:lnTo>
                    <a:pt x="11605" y="20562"/>
                  </a:ln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9" name="Google Shape;1209;p72"/>
            <p:cNvSpPr/>
            <p:nvPr/>
          </p:nvSpPr>
          <p:spPr>
            <a:xfrm>
              <a:off x="2495825" y="1992000"/>
              <a:ext cx="23000" cy="23000"/>
            </a:xfrm>
            <a:custGeom>
              <a:rect b="b" l="l" r="r" t="t"/>
              <a:pathLst>
                <a:path extrusionOk="0" h="920" w="920">
                  <a:moveTo>
                    <a:pt x="460" y="0"/>
                  </a:moveTo>
                  <a:cubicBezTo>
                    <a:pt x="205" y="0"/>
                    <a:pt x="1" y="204"/>
                    <a:pt x="1" y="460"/>
                  </a:cubicBezTo>
                  <a:cubicBezTo>
                    <a:pt x="1" y="711"/>
                    <a:pt x="205" y="919"/>
                    <a:pt x="460" y="919"/>
                  </a:cubicBezTo>
                  <a:cubicBezTo>
                    <a:pt x="712" y="919"/>
                    <a:pt x="920" y="711"/>
                    <a:pt x="920" y="460"/>
                  </a:cubicBezTo>
                  <a:cubicBezTo>
                    <a:pt x="920" y="204"/>
                    <a:pt x="712" y="0"/>
                    <a:pt x="46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0" name="Google Shape;1210;p72"/>
            <p:cNvSpPr/>
            <p:nvPr/>
          </p:nvSpPr>
          <p:spPr>
            <a:xfrm>
              <a:off x="2492450" y="2006775"/>
              <a:ext cx="66850" cy="61900"/>
            </a:xfrm>
            <a:custGeom>
              <a:rect b="b" l="l" r="r" t="t"/>
              <a:pathLst>
                <a:path extrusionOk="0" h="2476" w="2674">
                  <a:moveTo>
                    <a:pt x="1301" y="0"/>
                  </a:moveTo>
                  <a:cubicBezTo>
                    <a:pt x="749" y="0"/>
                    <a:pt x="247" y="370"/>
                    <a:pt x="103" y="930"/>
                  </a:cubicBezTo>
                  <a:cubicBezTo>
                    <a:pt x="1" y="1331"/>
                    <a:pt x="107" y="1735"/>
                    <a:pt x="351" y="2031"/>
                  </a:cubicBezTo>
                  <a:cubicBezTo>
                    <a:pt x="511" y="2224"/>
                    <a:pt x="734" y="2370"/>
                    <a:pt x="996" y="2435"/>
                  </a:cubicBezTo>
                  <a:cubicBezTo>
                    <a:pt x="1100" y="2463"/>
                    <a:pt x="1204" y="2476"/>
                    <a:pt x="1307" y="2476"/>
                  </a:cubicBezTo>
                  <a:cubicBezTo>
                    <a:pt x="1464" y="2476"/>
                    <a:pt x="1617" y="2445"/>
                    <a:pt x="1758" y="2388"/>
                  </a:cubicBezTo>
                  <a:cubicBezTo>
                    <a:pt x="2115" y="2249"/>
                    <a:pt x="2400" y="1947"/>
                    <a:pt x="2502" y="1546"/>
                  </a:cubicBezTo>
                  <a:cubicBezTo>
                    <a:pt x="2673" y="886"/>
                    <a:pt x="2276" y="208"/>
                    <a:pt x="1612" y="40"/>
                  </a:cubicBezTo>
                  <a:cubicBezTo>
                    <a:pt x="1508" y="13"/>
                    <a:pt x="1403" y="0"/>
                    <a:pt x="1301" y="0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1" name="Google Shape;1211;p72"/>
            <p:cNvSpPr/>
            <p:nvPr/>
          </p:nvSpPr>
          <p:spPr>
            <a:xfrm>
              <a:off x="2519800" y="1978875"/>
              <a:ext cx="57450" cy="57450"/>
            </a:xfrm>
            <a:custGeom>
              <a:rect b="b" l="l" r="r" t="t"/>
              <a:pathLst>
                <a:path extrusionOk="0" h="2298" w="2298">
                  <a:moveTo>
                    <a:pt x="1149" y="0"/>
                  </a:moveTo>
                  <a:cubicBezTo>
                    <a:pt x="515" y="0"/>
                    <a:pt x="1" y="514"/>
                    <a:pt x="1" y="1149"/>
                  </a:cubicBezTo>
                  <a:cubicBezTo>
                    <a:pt x="1" y="1783"/>
                    <a:pt x="515" y="2297"/>
                    <a:pt x="1149" y="2297"/>
                  </a:cubicBezTo>
                  <a:cubicBezTo>
                    <a:pt x="1783" y="2297"/>
                    <a:pt x="2297" y="1783"/>
                    <a:pt x="2297" y="1149"/>
                  </a:cubicBezTo>
                  <a:cubicBezTo>
                    <a:pt x="2297" y="514"/>
                    <a:pt x="1783" y="0"/>
                    <a:pt x="114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2" name="Google Shape;1212;p72"/>
            <p:cNvSpPr/>
            <p:nvPr/>
          </p:nvSpPr>
          <p:spPr>
            <a:xfrm>
              <a:off x="2489100" y="1987525"/>
              <a:ext cx="35200" cy="38950"/>
            </a:xfrm>
            <a:custGeom>
              <a:rect b="b" l="l" r="r" t="t"/>
              <a:pathLst>
                <a:path extrusionOk="0" h="1558" w="1408">
                  <a:moveTo>
                    <a:pt x="0" y="1"/>
                  </a:moveTo>
                  <a:lnTo>
                    <a:pt x="0" y="1557"/>
                  </a:lnTo>
                  <a:lnTo>
                    <a:pt x="1407" y="87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3" name="Google Shape;1213;p72"/>
            <p:cNvSpPr/>
            <p:nvPr/>
          </p:nvSpPr>
          <p:spPr>
            <a:xfrm>
              <a:off x="2522550" y="2032475"/>
              <a:ext cx="10050" cy="5475"/>
            </a:xfrm>
            <a:custGeom>
              <a:rect b="b" l="l" r="r" t="t"/>
              <a:pathLst>
                <a:path extrusionOk="0" h="219" w="402">
                  <a:moveTo>
                    <a:pt x="70" y="0"/>
                  </a:moveTo>
                  <a:cubicBezTo>
                    <a:pt x="45" y="0"/>
                    <a:pt x="22" y="15"/>
                    <a:pt x="11" y="40"/>
                  </a:cubicBezTo>
                  <a:cubicBezTo>
                    <a:pt x="0" y="73"/>
                    <a:pt x="18" y="106"/>
                    <a:pt x="47" y="120"/>
                  </a:cubicBezTo>
                  <a:lnTo>
                    <a:pt x="310" y="215"/>
                  </a:lnTo>
                  <a:cubicBezTo>
                    <a:pt x="317" y="219"/>
                    <a:pt x="324" y="219"/>
                    <a:pt x="332" y="219"/>
                  </a:cubicBezTo>
                  <a:cubicBezTo>
                    <a:pt x="354" y="219"/>
                    <a:pt x="379" y="204"/>
                    <a:pt x="386" y="179"/>
                  </a:cubicBezTo>
                  <a:cubicBezTo>
                    <a:pt x="401" y="150"/>
                    <a:pt x="383" y="113"/>
                    <a:pt x="350" y="102"/>
                  </a:cubicBezTo>
                  <a:lnTo>
                    <a:pt x="91" y="4"/>
                  </a:lnTo>
                  <a:cubicBezTo>
                    <a:pt x="84" y="1"/>
                    <a:pt x="77" y="0"/>
                    <a:pt x="7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4" name="Google Shape;1214;p72"/>
            <p:cNvSpPr/>
            <p:nvPr/>
          </p:nvSpPr>
          <p:spPr>
            <a:xfrm>
              <a:off x="2499475" y="2027900"/>
              <a:ext cx="9050" cy="3225"/>
            </a:xfrm>
            <a:custGeom>
              <a:rect b="b" l="l" r="r" t="t"/>
              <a:pathLst>
                <a:path extrusionOk="0" h="129" w="362">
                  <a:moveTo>
                    <a:pt x="66" y="1"/>
                  </a:moveTo>
                  <a:cubicBezTo>
                    <a:pt x="30" y="1"/>
                    <a:pt x="4" y="26"/>
                    <a:pt x="1" y="59"/>
                  </a:cubicBezTo>
                  <a:cubicBezTo>
                    <a:pt x="1" y="96"/>
                    <a:pt x="26" y="121"/>
                    <a:pt x="63" y="125"/>
                  </a:cubicBezTo>
                  <a:lnTo>
                    <a:pt x="300" y="128"/>
                  </a:lnTo>
                  <a:cubicBezTo>
                    <a:pt x="332" y="128"/>
                    <a:pt x="362" y="103"/>
                    <a:pt x="362" y="70"/>
                  </a:cubicBezTo>
                  <a:cubicBezTo>
                    <a:pt x="362" y="37"/>
                    <a:pt x="336" y="8"/>
                    <a:pt x="300" y="8"/>
                  </a:cubicBezTo>
                  <a:lnTo>
                    <a:pt x="66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5" name="Google Shape;1215;p72"/>
            <p:cNvSpPr/>
            <p:nvPr/>
          </p:nvSpPr>
          <p:spPr>
            <a:xfrm>
              <a:off x="2505575" y="2041450"/>
              <a:ext cx="12975" cy="5900"/>
            </a:xfrm>
            <a:custGeom>
              <a:rect b="b" l="l" r="r" t="t"/>
              <a:pathLst>
                <a:path extrusionOk="0" h="236" w="519">
                  <a:moveTo>
                    <a:pt x="70" y="1"/>
                  </a:moveTo>
                  <a:cubicBezTo>
                    <a:pt x="54" y="1"/>
                    <a:pt x="39" y="6"/>
                    <a:pt x="26" y="17"/>
                  </a:cubicBezTo>
                  <a:cubicBezTo>
                    <a:pt x="1" y="42"/>
                    <a:pt x="1" y="79"/>
                    <a:pt x="26" y="104"/>
                  </a:cubicBezTo>
                  <a:cubicBezTo>
                    <a:pt x="128" y="210"/>
                    <a:pt x="249" y="235"/>
                    <a:pt x="340" y="235"/>
                  </a:cubicBezTo>
                  <a:cubicBezTo>
                    <a:pt x="413" y="235"/>
                    <a:pt x="460" y="221"/>
                    <a:pt x="468" y="217"/>
                  </a:cubicBezTo>
                  <a:cubicBezTo>
                    <a:pt x="500" y="210"/>
                    <a:pt x="519" y="173"/>
                    <a:pt x="508" y="140"/>
                  </a:cubicBezTo>
                  <a:cubicBezTo>
                    <a:pt x="499" y="114"/>
                    <a:pt x="476" y="97"/>
                    <a:pt x="450" y="97"/>
                  </a:cubicBezTo>
                  <a:cubicBezTo>
                    <a:pt x="444" y="97"/>
                    <a:pt x="438" y="98"/>
                    <a:pt x="431" y="100"/>
                  </a:cubicBezTo>
                  <a:cubicBezTo>
                    <a:pt x="428" y="102"/>
                    <a:pt x="391" y="113"/>
                    <a:pt x="340" y="113"/>
                  </a:cubicBezTo>
                  <a:cubicBezTo>
                    <a:pt x="275" y="113"/>
                    <a:pt x="187" y="96"/>
                    <a:pt x="114" y="20"/>
                  </a:cubicBezTo>
                  <a:cubicBezTo>
                    <a:pt x="103" y="7"/>
                    <a:pt x="86" y="1"/>
                    <a:pt x="7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6" name="Google Shape;1216;p72"/>
            <p:cNvSpPr/>
            <p:nvPr/>
          </p:nvSpPr>
          <p:spPr>
            <a:xfrm>
              <a:off x="2548150" y="2035900"/>
              <a:ext cx="15700" cy="14150"/>
            </a:xfrm>
            <a:custGeom>
              <a:rect b="b" l="l" r="r" t="t"/>
              <a:pathLst>
                <a:path extrusionOk="0" h="566" w="628">
                  <a:moveTo>
                    <a:pt x="317" y="1"/>
                  </a:moveTo>
                  <a:cubicBezTo>
                    <a:pt x="191" y="1"/>
                    <a:pt x="75" y="86"/>
                    <a:pt x="41" y="213"/>
                  </a:cubicBezTo>
                  <a:cubicBezTo>
                    <a:pt x="0" y="362"/>
                    <a:pt x="92" y="519"/>
                    <a:pt x="245" y="556"/>
                  </a:cubicBezTo>
                  <a:cubicBezTo>
                    <a:pt x="269" y="562"/>
                    <a:pt x="293" y="565"/>
                    <a:pt x="316" y="565"/>
                  </a:cubicBezTo>
                  <a:cubicBezTo>
                    <a:pt x="440" y="565"/>
                    <a:pt x="554" y="481"/>
                    <a:pt x="587" y="355"/>
                  </a:cubicBezTo>
                  <a:cubicBezTo>
                    <a:pt x="628" y="202"/>
                    <a:pt x="536" y="49"/>
                    <a:pt x="383" y="9"/>
                  </a:cubicBezTo>
                  <a:cubicBezTo>
                    <a:pt x="361" y="3"/>
                    <a:pt x="339" y="1"/>
                    <a:pt x="317" y="1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7" name="Google Shape;1217;p72"/>
            <p:cNvSpPr/>
            <p:nvPr/>
          </p:nvSpPr>
          <p:spPr>
            <a:xfrm>
              <a:off x="2352000" y="2084500"/>
              <a:ext cx="119525" cy="196525"/>
            </a:xfrm>
            <a:custGeom>
              <a:rect b="b" l="l" r="r" t="t"/>
              <a:pathLst>
                <a:path extrusionOk="0" h="7861" w="4781">
                  <a:moveTo>
                    <a:pt x="3944" y="1"/>
                  </a:moveTo>
                  <a:cubicBezTo>
                    <a:pt x="3729" y="1"/>
                    <a:pt x="3517" y="93"/>
                    <a:pt x="3369" y="271"/>
                  </a:cubicBezTo>
                  <a:lnTo>
                    <a:pt x="252" y="4033"/>
                  </a:lnTo>
                  <a:cubicBezTo>
                    <a:pt x="1" y="4335"/>
                    <a:pt x="30" y="4780"/>
                    <a:pt x="318" y="5050"/>
                  </a:cubicBezTo>
                  <a:lnTo>
                    <a:pt x="3103" y="7660"/>
                  </a:lnTo>
                  <a:cubicBezTo>
                    <a:pt x="3246" y="7795"/>
                    <a:pt x="3428" y="7861"/>
                    <a:pt x="3610" y="7861"/>
                  </a:cubicBezTo>
                  <a:cubicBezTo>
                    <a:pt x="3811" y="7861"/>
                    <a:pt x="4007" y="7784"/>
                    <a:pt x="4153" y="7628"/>
                  </a:cubicBezTo>
                  <a:cubicBezTo>
                    <a:pt x="4434" y="7329"/>
                    <a:pt x="4419" y="6855"/>
                    <a:pt x="4121" y="6574"/>
                  </a:cubicBezTo>
                  <a:lnTo>
                    <a:pt x="1846" y="4441"/>
                  </a:lnTo>
                  <a:lnTo>
                    <a:pt x="4518" y="1222"/>
                  </a:lnTo>
                  <a:cubicBezTo>
                    <a:pt x="4780" y="905"/>
                    <a:pt x="4737" y="435"/>
                    <a:pt x="4419" y="172"/>
                  </a:cubicBezTo>
                  <a:cubicBezTo>
                    <a:pt x="4280" y="57"/>
                    <a:pt x="4112" y="1"/>
                    <a:pt x="3944" y="1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8" name="Google Shape;1218;p72"/>
            <p:cNvSpPr/>
            <p:nvPr/>
          </p:nvSpPr>
          <p:spPr>
            <a:xfrm>
              <a:off x="2392025" y="2211100"/>
              <a:ext cx="244550" cy="382275"/>
            </a:xfrm>
            <a:custGeom>
              <a:rect b="b" l="l" r="r" t="t"/>
              <a:pathLst>
                <a:path extrusionOk="0" h="15291" w="9782">
                  <a:moveTo>
                    <a:pt x="4025" y="1"/>
                  </a:moveTo>
                  <a:cubicBezTo>
                    <a:pt x="3329" y="1"/>
                    <a:pt x="2724" y="486"/>
                    <a:pt x="2571" y="1164"/>
                  </a:cubicBezTo>
                  <a:lnTo>
                    <a:pt x="1203" y="7241"/>
                  </a:lnTo>
                  <a:cubicBezTo>
                    <a:pt x="1200" y="7267"/>
                    <a:pt x="1192" y="7292"/>
                    <a:pt x="1189" y="7318"/>
                  </a:cubicBezTo>
                  <a:lnTo>
                    <a:pt x="135" y="13552"/>
                  </a:lnTo>
                  <a:cubicBezTo>
                    <a:pt x="0" y="14365"/>
                    <a:pt x="544" y="15134"/>
                    <a:pt x="1357" y="15269"/>
                  </a:cubicBezTo>
                  <a:cubicBezTo>
                    <a:pt x="1440" y="15283"/>
                    <a:pt x="1524" y="15291"/>
                    <a:pt x="1604" y="15291"/>
                  </a:cubicBezTo>
                  <a:cubicBezTo>
                    <a:pt x="2319" y="15291"/>
                    <a:pt x="2950" y="14777"/>
                    <a:pt x="3070" y="14048"/>
                  </a:cubicBezTo>
                  <a:lnTo>
                    <a:pt x="4116" y="7853"/>
                  </a:lnTo>
                  <a:lnTo>
                    <a:pt x="5214" y="2979"/>
                  </a:lnTo>
                  <a:lnTo>
                    <a:pt x="5932" y="2979"/>
                  </a:lnTo>
                  <a:lnTo>
                    <a:pt x="6315" y="7518"/>
                  </a:lnTo>
                  <a:lnTo>
                    <a:pt x="6752" y="13267"/>
                  </a:lnTo>
                  <a:cubicBezTo>
                    <a:pt x="6811" y="14046"/>
                    <a:pt x="7464" y="14642"/>
                    <a:pt x="8235" y="14642"/>
                  </a:cubicBezTo>
                  <a:cubicBezTo>
                    <a:pt x="8273" y="14642"/>
                    <a:pt x="8311" y="14641"/>
                    <a:pt x="8349" y="14638"/>
                  </a:cubicBezTo>
                  <a:cubicBezTo>
                    <a:pt x="9166" y="14576"/>
                    <a:pt x="9782" y="13862"/>
                    <a:pt x="9720" y="13041"/>
                  </a:cubicBezTo>
                  <a:lnTo>
                    <a:pt x="9282" y="7285"/>
                  </a:lnTo>
                  <a:cubicBezTo>
                    <a:pt x="9282" y="7281"/>
                    <a:pt x="9282" y="7277"/>
                    <a:pt x="9282" y="7274"/>
                  </a:cubicBezTo>
                  <a:lnTo>
                    <a:pt x="8787" y="1364"/>
                  </a:lnTo>
                  <a:cubicBezTo>
                    <a:pt x="8721" y="595"/>
                    <a:pt x="8076" y="1"/>
                    <a:pt x="7303" y="1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9" name="Google Shape;1219;p72"/>
            <p:cNvSpPr/>
            <p:nvPr/>
          </p:nvSpPr>
          <p:spPr>
            <a:xfrm>
              <a:off x="2449975" y="2079775"/>
              <a:ext cx="160825" cy="110750"/>
            </a:xfrm>
            <a:custGeom>
              <a:rect b="b" l="l" r="r" t="t"/>
              <a:pathLst>
                <a:path extrusionOk="0" h="4430" w="6433">
                  <a:moveTo>
                    <a:pt x="1" y="0"/>
                  </a:moveTo>
                  <a:lnTo>
                    <a:pt x="1" y="3832"/>
                  </a:lnTo>
                  <a:cubicBezTo>
                    <a:pt x="1" y="4164"/>
                    <a:pt x="267" y="4430"/>
                    <a:pt x="595" y="4430"/>
                  </a:cubicBezTo>
                  <a:lnTo>
                    <a:pt x="5838" y="4430"/>
                  </a:lnTo>
                  <a:cubicBezTo>
                    <a:pt x="6166" y="4430"/>
                    <a:pt x="6432" y="4164"/>
                    <a:pt x="6432" y="3832"/>
                  </a:cubicBezTo>
                  <a:lnTo>
                    <a:pt x="6432" y="0"/>
                  </a:ln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0" name="Google Shape;1220;p72"/>
            <p:cNvSpPr/>
            <p:nvPr/>
          </p:nvSpPr>
          <p:spPr>
            <a:xfrm>
              <a:off x="2418075" y="2201625"/>
              <a:ext cx="212300" cy="152325"/>
            </a:xfrm>
            <a:custGeom>
              <a:rect b="b" l="l" r="r" t="t"/>
              <a:pathLst>
                <a:path extrusionOk="0" h="6093" w="8492">
                  <a:moveTo>
                    <a:pt x="2648" y="0"/>
                  </a:moveTo>
                  <a:cubicBezTo>
                    <a:pt x="1766" y="0"/>
                    <a:pt x="1014" y="500"/>
                    <a:pt x="894" y="1167"/>
                  </a:cubicBezTo>
                  <a:lnTo>
                    <a:pt x="1" y="6092"/>
                  </a:lnTo>
                  <a:lnTo>
                    <a:pt x="8492" y="6092"/>
                  </a:lnTo>
                  <a:lnTo>
                    <a:pt x="8255" y="1539"/>
                  </a:lnTo>
                  <a:cubicBezTo>
                    <a:pt x="8149" y="547"/>
                    <a:pt x="7573" y="0"/>
                    <a:pt x="6501" y="0"/>
                  </a:cubicBezTo>
                  <a:close/>
                </a:path>
              </a:pathLst>
            </a:custGeom>
            <a:solidFill>
              <a:srgbClr val="99761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1" name="Google Shape;1221;p72"/>
            <p:cNvSpPr/>
            <p:nvPr/>
          </p:nvSpPr>
          <p:spPr>
            <a:xfrm>
              <a:off x="2586075" y="2083525"/>
              <a:ext cx="143850" cy="208725"/>
            </a:xfrm>
            <a:custGeom>
              <a:rect b="b" l="l" r="r" t="t"/>
              <a:pathLst>
                <a:path extrusionOk="0" h="8349" w="5754">
                  <a:moveTo>
                    <a:pt x="820" y="1"/>
                  </a:moveTo>
                  <a:cubicBezTo>
                    <a:pt x="632" y="1"/>
                    <a:pt x="443" y="72"/>
                    <a:pt x="299" y="215"/>
                  </a:cubicBezTo>
                  <a:cubicBezTo>
                    <a:pt x="4" y="503"/>
                    <a:pt x="0" y="973"/>
                    <a:pt x="288" y="1265"/>
                  </a:cubicBezTo>
                  <a:lnTo>
                    <a:pt x="3912" y="4947"/>
                  </a:lnTo>
                  <a:lnTo>
                    <a:pt x="1703" y="6854"/>
                  </a:lnTo>
                  <a:lnTo>
                    <a:pt x="1214" y="6861"/>
                  </a:lnTo>
                  <a:cubicBezTo>
                    <a:pt x="802" y="6865"/>
                    <a:pt x="474" y="7204"/>
                    <a:pt x="481" y="7616"/>
                  </a:cubicBezTo>
                  <a:cubicBezTo>
                    <a:pt x="485" y="8020"/>
                    <a:pt x="817" y="8348"/>
                    <a:pt x="1225" y="8348"/>
                  </a:cubicBezTo>
                  <a:lnTo>
                    <a:pt x="1236" y="8348"/>
                  </a:lnTo>
                  <a:lnTo>
                    <a:pt x="1994" y="8337"/>
                  </a:lnTo>
                  <a:cubicBezTo>
                    <a:pt x="2166" y="8334"/>
                    <a:pt x="2337" y="8268"/>
                    <a:pt x="2468" y="8155"/>
                  </a:cubicBezTo>
                  <a:lnTo>
                    <a:pt x="5487" y="5556"/>
                  </a:lnTo>
                  <a:cubicBezTo>
                    <a:pt x="5644" y="5421"/>
                    <a:pt x="5735" y="5228"/>
                    <a:pt x="5746" y="5023"/>
                  </a:cubicBezTo>
                  <a:cubicBezTo>
                    <a:pt x="5753" y="4816"/>
                    <a:pt x="5677" y="4615"/>
                    <a:pt x="5531" y="4469"/>
                  </a:cubicBezTo>
                  <a:lnTo>
                    <a:pt x="1349" y="222"/>
                  </a:lnTo>
                  <a:cubicBezTo>
                    <a:pt x="1204" y="75"/>
                    <a:pt x="1012" y="1"/>
                    <a:pt x="820" y="1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2" name="Google Shape;1222;p72"/>
            <p:cNvSpPr/>
            <p:nvPr/>
          </p:nvSpPr>
          <p:spPr>
            <a:xfrm>
              <a:off x="2299975" y="2534025"/>
              <a:ext cx="184950" cy="100200"/>
            </a:xfrm>
            <a:custGeom>
              <a:rect b="b" l="l" r="r" t="t"/>
              <a:pathLst>
                <a:path extrusionOk="0" h="4008" w="7398">
                  <a:moveTo>
                    <a:pt x="3544" y="0"/>
                  </a:moveTo>
                  <a:cubicBezTo>
                    <a:pt x="2775" y="2261"/>
                    <a:pt x="0" y="4007"/>
                    <a:pt x="0" y="4007"/>
                  </a:cubicBezTo>
                  <a:lnTo>
                    <a:pt x="4550" y="4007"/>
                  </a:lnTo>
                  <a:cubicBezTo>
                    <a:pt x="4550" y="4007"/>
                    <a:pt x="5432" y="3719"/>
                    <a:pt x="5895" y="2964"/>
                  </a:cubicBezTo>
                  <a:lnTo>
                    <a:pt x="5895" y="4007"/>
                  </a:lnTo>
                  <a:lnTo>
                    <a:pt x="7036" y="4007"/>
                  </a:lnTo>
                  <a:lnTo>
                    <a:pt x="73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3" name="Google Shape;1223;p72"/>
            <p:cNvSpPr/>
            <p:nvPr/>
          </p:nvSpPr>
          <p:spPr>
            <a:xfrm>
              <a:off x="2298150" y="2532300"/>
              <a:ext cx="188400" cy="103550"/>
            </a:xfrm>
            <a:custGeom>
              <a:rect b="b" l="l" r="r" t="t"/>
              <a:pathLst>
                <a:path extrusionOk="0" h="4142" w="7536">
                  <a:moveTo>
                    <a:pt x="7397" y="135"/>
                  </a:moveTo>
                  <a:lnTo>
                    <a:pt x="7051" y="4010"/>
                  </a:lnTo>
                  <a:lnTo>
                    <a:pt x="6034" y="4010"/>
                  </a:lnTo>
                  <a:lnTo>
                    <a:pt x="6034" y="3033"/>
                  </a:lnTo>
                  <a:cubicBezTo>
                    <a:pt x="6034" y="3004"/>
                    <a:pt x="6016" y="2979"/>
                    <a:pt x="5986" y="2968"/>
                  </a:cubicBezTo>
                  <a:cubicBezTo>
                    <a:pt x="5981" y="2966"/>
                    <a:pt x="5976" y="2966"/>
                    <a:pt x="5971" y="2966"/>
                  </a:cubicBezTo>
                  <a:cubicBezTo>
                    <a:pt x="5947" y="2966"/>
                    <a:pt x="5925" y="2979"/>
                    <a:pt x="5910" y="2997"/>
                  </a:cubicBezTo>
                  <a:cubicBezTo>
                    <a:pt x="5494" y="3682"/>
                    <a:pt x="4707" y="3974"/>
                    <a:pt x="4612" y="4010"/>
                  </a:cubicBezTo>
                  <a:lnTo>
                    <a:pt x="292" y="4010"/>
                  </a:lnTo>
                  <a:cubicBezTo>
                    <a:pt x="551" y="3832"/>
                    <a:pt x="1054" y="3464"/>
                    <a:pt x="1601" y="2968"/>
                  </a:cubicBezTo>
                  <a:cubicBezTo>
                    <a:pt x="2319" y="2315"/>
                    <a:pt x="3252" y="1298"/>
                    <a:pt x="3664" y="135"/>
                  </a:cubicBezTo>
                  <a:close/>
                  <a:moveTo>
                    <a:pt x="3617" y="0"/>
                  </a:moveTo>
                  <a:cubicBezTo>
                    <a:pt x="3588" y="0"/>
                    <a:pt x="3562" y="18"/>
                    <a:pt x="3555" y="48"/>
                  </a:cubicBezTo>
                  <a:cubicBezTo>
                    <a:pt x="3161" y="1200"/>
                    <a:pt x="2228" y="2217"/>
                    <a:pt x="1513" y="2869"/>
                  </a:cubicBezTo>
                  <a:cubicBezTo>
                    <a:pt x="737" y="3577"/>
                    <a:pt x="44" y="4014"/>
                    <a:pt x="37" y="4018"/>
                  </a:cubicBezTo>
                  <a:cubicBezTo>
                    <a:pt x="11" y="4036"/>
                    <a:pt x="0" y="4065"/>
                    <a:pt x="7" y="4094"/>
                  </a:cubicBezTo>
                  <a:cubicBezTo>
                    <a:pt x="18" y="4120"/>
                    <a:pt x="44" y="4142"/>
                    <a:pt x="73" y="4142"/>
                  </a:cubicBezTo>
                  <a:lnTo>
                    <a:pt x="4623" y="4142"/>
                  </a:lnTo>
                  <a:cubicBezTo>
                    <a:pt x="4630" y="4142"/>
                    <a:pt x="4638" y="4142"/>
                    <a:pt x="4645" y="4138"/>
                  </a:cubicBezTo>
                  <a:cubicBezTo>
                    <a:pt x="4678" y="4127"/>
                    <a:pt x="5418" y="3883"/>
                    <a:pt x="5903" y="3248"/>
                  </a:cubicBezTo>
                  <a:lnTo>
                    <a:pt x="5903" y="4076"/>
                  </a:lnTo>
                  <a:cubicBezTo>
                    <a:pt x="5903" y="4112"/>
                    <a:pt x="5932" y="4142"/>
                    <a:pt x="5968" y="4142"/>
                  </a:cubicBezTo>
                  <a:lnTo>
                    <a:pt x="7109" y="4142"/>
                  </a:lnTo>
                  <a:cubicBezTo>
                    <a:pt x="7146" y="4142"/>
                    <a:pt x="7175" y="4116"/>
                    <a:pt x="7175" y="4080"/>
                  </a:cubicBezTo>
                  <a:lnTo>
                    <a:pt x="7536" y="73"/>
                  </a:lnTo>
                  <a:cubicBezTo>
                    <a:pt x="7536" y="55"/>
                    <a:pt x="7532" y="37"/>
                    <a:pt x="7518" y="22"/>
                  </a:cubicBezTo>
                  <a:cubicBezTo>
                    <a:pt x="7507" y="11"/>
                    <a:pt x="7489" y="0"/>
                    <a:pt x="7470" y="0"/>
                  </a:cubicBezTo>
                  <a:close/>
                </a:path>
              </a:pathLst>
            </a:custGeom>
            <a:solidFill>
              <a:srgbClr val="99761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4" name="Google Shape;1224;p72"/>
            <p:cNvSpPr/>
            <p:nvPr/>
          </p:nvSpPr>
          <p:spPr>
            <a:xfrm>
              <a:off x="2463100" y="2534025"/>
              <a:ext cx="180500" cy="100200"/>
            </a:xfrm>
            <a:custGeom>
              <a:rect b="b" l="l" r="r" t="t"/>
              <a:pathLst>
                <a:path extrusionOk="0" h="4008" w="7220">
                  <a:moveTo>
                    <a:pt x="3461" y="0"/>
                  </a:moveTo>
                  <a:cubicBezTo>
                    <a:pt x="2706" y="2261"/>
                    <a:pt x="1" y="4007"/>
                    <a:pt x="1" y="4007"/>
                  </a:cubicBezTo>
                  <a:lnTo>
                    <a:pt x="4441" y="4007"/>
                  </a:lnTo>
                  <a:cubicBezTo>
                    <a:pt x="4441" y="4007"/>
                    <a:pt x="5302" y="3719"/>
                    <a:pt x="5754" y="2964"/>
                  </a:cubicBezTo>
                  <a:lnTo>
                    <a:pt x="5754" y="4007"/>
                  </a:lnTo>
                  <a:lnTo>
                    <a:pt x="6866" y="4007"/>
                  </a:lnTo>
                  <a:lnTo>
                    <a:pt x="722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5" name="Google Shape;1225;p72"/>
            <p:cNvSpPr/>
            <p:nvPr/>
          </p:nvSpPr>
          <p:spPr>
            <a:xfrm>
              <a:off x="2461300" y="2532300"/>
              <a:ext cx="183950" cy="103550"/>
            </a:xfrm>
            <a:custGeom>
              <a:rect b="b" l="l" r="r" t="t"/>
              <a:pathLst>
                <a:path extrusionOk="0" h="4142" w="7358">
                  <a:moveTo>
                    <a:pt x="7219" y="135"/>
                  </a:moveTo>
                  <a:lnTo>
                    <a:pt x="6880" y="4010"/>
                  </a:lnTo>
                  <a:lnTo>
                    <a:pt x="5892" y="4010"/>
                  </a:lnTo>
                  <a:lnTo>
                    <a:pt x="5892" y="3033"/>
                  </a:lnTo>
                  <a:cubicBezTo>
                    <a:pt x="5892" y="3004"/>
                    <a:pt x="5870" y="2979"/>
                    <a:pt x="5844" y="2968"/>
                  </a:cubicBezTo>
                  <a:cubicBezTo>
                    <a:pt x="5839" y="2966"/>
                    <a:pt x="5834" y="2966"/>
                    <a:pt x="5829" y="2966"/>
                  </a:cubicBezTo>
                  <a:cubicBezTo>
                    <a:pt x="5804" y="2966"/>
                    <a:pt x="5780" y="2979"/>
                    <a:pt x="5768" y="3001"/>
                  </a:cubicBezTo>
                  <a:cubicBezTo>
                    <a:pt x="5359" y="3682"/>
                    <a:pt x="4597" y="3974"/>
                    <a:pt x="4503" y="4010"/>
                  </a:cubicBezTo>
                  <a:lnTo>
                    <a:pt x="288" y="4010"/>
                  </a:lnTo>
                  <a:cubicBezTo>
                    <a:pt x="540" y="3832"/>
                    <a:pt x="1032" y="3464"/>
                    <a:pt x="1564" y="2968"/>
                  </a:cubicBezTo>
                  <a:cubicBezTo>
                    <a:pt x="2264" y="2315"/>
                    <a:pt x="3179" y="1298"/>
                    <a:pt x="3580" y="135"/>
                  </a:cubicBezTo>
                  <a:close/>
                  <a:moveTo>
                    <a:pt x="3533" y="0"/>
                  </a:moveTo>
                  <a:cubicBezTo>
                    <a:pt x="3504" y="0"/>
                    <a:pt x="3478" y="18"/>
                    <a:pt x="3467" y="48"/>
                  </a:cubicBezTo>
                  <a:cubicBezTo>
                    <a:pt x="3084" y="1200"/>
                    <a:pt x="2173" y="2217"/>
                    <a:pt x="1477" y="2869"/>
                  </a:cubicBezTo>
                  <a:cubicBezTo>
                    <a:pt x="718" y="3577"/>
                    <a:pt x="44" y="4014"/>
                    <a:pt x="37" y="4018"/>
                  </a:cubicBezTo>
                  <a:cubicBezTo>
                    <a:pt x="11" y="4036"/>
                    <a:pt x="0" y="4065"/>
                    <a:pt x="11" y="4094"/>
                  </a:cubicBezTo>
                  <a:cubicBezTo>
                    <a:pt x="18" y="4123"/>
                    <a:pt x="44" y="4142"/>
                    <a:pt x="73" y="4142"/>
                  </a:cubicBezTo>
                  <a:lnTo>
                    <a:pt x="4513" y="4142"/>
                  </a:lnTo>
                  <a:cubicBezTo>
                    <a:pt x="4521" y="4142"/>
                    <a:pt x="4528" y="4142"/>
                    <a:pt x="4535" y="4138"/>
                  </a:cubicBezTo>
                  <a:cubicBezTo>
                    <a:pt x="4568" y="4127"/>
                    <a:pt x="5286" y="3883"/>
                    <a:pt x="5760" y="3252"/>
                  </a:cubicBezTo>
                  <a:lnTo>
                    <a:pt x="5760" y="4076"/>
                  </a:lnTo>
                  <a:cubicBezTo>
                    <a:pt x="5760" y="4112"/>
                    <a:pt x="5790" y="4142"/>
                    <a:pt x="5826" y="4142"/>
                  </a:cubicBezTo>
                  <a:lnTo>
                    <a:pt x="6938" y="4142"/>
                  </a:lnTo>
                  <a:cubicBezTo>
                    <a:pt x="6974" y="4142"/>
                    <a:pt x="7004" y="4116"/>
                    <a:pt x="7007" y="4080"/>
                  </a:cubicBezTo>
                  <a:lnTo>
                    <a:pt x="7357" y="73"/>
                  </a:lnTo>
                  <a:cubicBezTo>
                    <a:pt x="7357" y="55"/>
                    <a:pt x="7354" y="37"/>
                    <a:pt x="7339" y="22"/>
                  </a:cubicBezTo>
                  <a:cubicBezTo>
                    <a:pt x="7328" y="11"/>
                    <a:pt x="7310" y="0"/>
                    <a:pt x="7292" y="0"/>
                  </a:cubicBezTo>
                  <a:close/>
                </a:path>
              </a:pathLst>
            </a:custGeom>
            <a:solidFill>
              <a:srgbClr val="99761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6" name="Google Shape;1226;p72"/>
            <p:cNvSpPr/>
            <p:nvPr/>
          </p:nvSpPr>
          <p:spPr>
            <a:xfrm>
              <a:off x="2539375" y="2248375"/>
              <a:ext cx="100125" cy="51825"/>
            </a:xfrm>
            <a:custGeom>
              <a:rect b="b" l="l" r="r" t="t"/>
              <a:pathLst>
                <a:path extrusionOk="0" h="2073" w="4005">
                  <a:moveTo>
                    <a:pt x="3587" y="0"/>
                  </a:moveTo>
                  <a:cubicBezTo>
                    <a:pt x="2965" y="0"/>
                    <a:pt x="1759" y="149"/>
                    <a:pt x="745" y="1160"/>
                  </a:cubicBezTo>
                  <a:cubicBezTo>
                    <a:pt x="1" y="1899"/>
                    <a:pt x="260" y="2073"/>
                    <a:pt x="896" y="2073"/>
                  </a:cubicBezTo>
                  <a:cubicBezTo>
                    <a:pt x="1460" y="2073"/>
                    <a:pt x="2323" y="1935"/>
                    <a:pt x="3043" y="1935"/>
                  </a:cubicBezTo>
                  <a:cubicBezTo>
                    <a:pt x="3081" y="1935"/>
                    <a:pt x="3118" y="1936"/>
                    <a:pt x="3155" y="1937"/>
                  </a:cubicBezTo>
                  <a:lnTo>
                    <a:pt x="4004" y="26"/>
                  </a:lnTo>
                  <a:cubicBezTo>
                    <a:pt x="4004" y="26"/>
                    <a:pt x="3846" y="0"/>
                    <a:pt x="3587" y="0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7" name="Google Shape;1227;p72"/>
            <p:cNvSpPr/>
            <p:nvPr/>
          </p:nvSpPr>
          <p:spPr>
            <a:xfrm>
              <a:off x="2539200" y="2252300"/>
              <a:ext cx="61650" cy="20300"/>
            </a:xfrm>
            <a:custGeom>
              <a:rect b="b" l="l" r="r" t="t"/>
              <a:pathLst>
                <a:path extrusionOk="0" h="812" w="2466">
                  <a:moveTo>
                    <a:pt x="2466" y="0"/>
                  </a:moveTo>
                  <a:lnTo>
                    <a:pt x="2466" y="0"/>
                  </a:lnTo>
                  <a:cubicBezTo>
                    <a:pt x="2466" y="1"/>
                    <a:pt x="1066" y="336"/>
                    <a:pt x="501" y="361"/>
                  </a:cubicBezTo>
                  <a:cubicBezTo>
                    <a:pt x="1" y="383"/>
                    <a:pt x="128" y="812"/>
                    <a:pt x="935" y="812"/>
                  </a:cubicBezTo>
                  <a:cubicBezTo>
                    <a:pt x="1210" y="812"/>
                    <a:pt x="1566" y="761"/>
                    <a:pt x="2003" y="628"/>
                  </a:cubicBezTo>
                  <a:lnTo>
                    <a:pt x="2466" y="0"/>
                  </a:ln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8" name="Google Shape;1228;p72"/>
            <p:cNvSpPr/>
            <p:nvPr/>
          </p:nvSpPr>
          <p:spPr>
            <a:xfrm>
              <a:off x="2545875" y="2271525"/>
              <a:ext cx="49425" cy="22350"/>
            </a:xfrm>
            <a:custGeom>
              <a:rect b="b" l="l" r="r" t="t"/>
              <a:pathLst>
                <a:path extrusionOk="0" h="894" w="1977">
                  <a:moveTo>
                    <a:pt x="1951" y="1"/>
                  </a:moveTo>
                  <a:cubicBezTo>
                    <a:pt x="897" y="252"/>
                    <a:pt x="8" y="792"/>
                    <a:pt x="0" y="795"/>
                  </a:cubicBezTo>
                  <a:lnTo>
                    <a:pt x="59" y="894"/>
                  </a:lnTo>
                  <a:cubicBezTo>
                    <a:pt x="70" y="890"/>
                    <a:pt x="941" y="358"/>
                    <a:pt x="1976" y="114"/>
                  </a:cubicBezTo>
                  <a:lnTo>
                    <a:pt x="1951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9" name="Google Shape;1229;p72"/>
            <p:cNvSpPr/>
            <p:nvPr/>
          </p:nvSpPr>
          <p:spPr>
            <a:xfrm>
              <a:off x="2552525" y="2259400"/>
              <a:ext cx="38675" cy="19450"/>
            </a:xfrm>
            <a:custGeom>
              <a:rect b="b" l="l" r="r" t="t"/>
              <a:pathLst>
                <a:path extrusionOk="0" h="778" w="1547">
                  <a:moveTo>
                    <a:pt x="1513" y="1"/>
                  </a:moveTo>
                  <a:cubicBezTo>
                    <a:pt x="737" y="256"/>
                    <a:pt x="8" y="675"/>
                    <a:pt x="0" y="679"/>
                  </a:cubicBezTo>
                  <a:lnTo>
                    <a:pt x="59" y="777"/>
                  </a:lnTo>
                  <a:cubicBezTo>
                    <a:pt x="66" y="774"/>
                    <a:pt x="784" y="358"/>
                    <a:pt x="1546" y="110"/>
                  </a:cubicBezTo>
                  <a:lnTo>
                    <a:pt x="1513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0" name="Google Shape;1230;p72"/>
            <p:cNvSpPr/>
            <p:nvPr/>
          </p:nvSpPr>
          <p:spPr>
            <a:xfrm>
              <a:off x="2543050" y="1999200"/>
              <a:ext cx="23000" cy="23000"/>
            </a:xfrm>
            <a:custGeom>
              <a:rect b="b" l="l" r="r" t="t"/>
              <a:pathLst>
                <a:path extrusionOk="0" h="920" w="920">
                  <a:moveTo>
                    <a:pt x="460" y="0"/>
                  </a:moveTo>
                  <a:cubicBezTo>
                    <a:pt x="208" y="0"/>
                    <a:pt x="0" y="208"/>
                    <a:pt x="0" y="460"/>
                  </a:cubicBezTo>
                  <a:cubicBezTo>
                    <a:pt x="0" y="715"/>
                    <a:pt x="208" y="919"/>
                    <a:pt x="460" y="919"/>
                  </a:cubicBezTo>
                  <a:cubicBezTo>
                    <a:pt x="715" y="919"/>
                    <a:pt x="919" y="715"/>
                    <a:pt x="919" y="460"/>
                  </a:cubicBezTo>
                  <a:cubicBezTo>
                    <a:pt x="919" y="208"/>
                    <a:pt x="715" y="0"/>
                    <a:pt x="46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1" name="Google Shape;1231;p72"/>
            <p:cNvSpPr/>
            <p:nvPr/>
          </p:nvSpPr>
          <p:spPr>
            <a:xfrm>
              <a:off x="2490900" y="2067425"/>
              <a:ext cx="72850" cy="65150"/>
            </a:xfrm>
            <a:custGeom>
              <a:rect b="b" l="l" r="r" t="t"/>
              <a:pathLst>
                <a:path extrusionOk="0" h="2606" w="2914">
                  <a:moveTo>
                    <a:pt x="2844" y="0"/>
                  </a:moveTo>
                  <a:cubicBezTo>
                    <a:pt x="2821" y="0"/>
                    <a:pt x="2797" y="16"/>
                    <a:pt x="2786" y="38"/>
                  </a:cubicBezTo>
                  <a:cubicBezTo>
                    <a:pt x="2779" y="64"/>
                    <a:pt x="1868" y="2339"/>
                    <a:pt x="993" y="2477"/>
                  </a:cubicBezTo>
                  <a:cubicBezTo>
                    <a:pt x="966" y="2482"/>
                    <a:pt x="941" y="2484"/>
                    <a:pt x="916" y="2484"/>
                  </a:cubicBezTo>
                  <a:cubicBezTo>
                    <a:pt x="815" y="2484"/>
                    <a:pt x="724" y="2449"/>
                    <a:pt x="643" y="2379"/>
                  </a:cubicBezTo>
                  <a:cubicBezTo>
                    <a:pt x="143" y="1956"/>
                    <a:pt x="125" y="454"/>
                    <a:pt x="121" y="439"/>
                  </a:cubicBezTo>
                  <a:cubicBezTo>
                    <a:pt x="121" y="407"/>
                    <a:pt x="96" y="377"/>
                    <a:pt x="59" y="377"/>
                  </a:cubicBezTo>
                  <a:cubicBezTo>
                    <a:pt x="26" y="381"/>
                    <a:pt x="1" y="407"/>
                    <a:pt x="1" y="439"/>
                  </a:cubicBezTo>
                  <a:cubicBezTo>
                    <a:pt x="1" y="505"/>
                    <a:pt x="19" y="2014"/>
                    <a:pt x="562" y="2470"/>
                  </a:cubicBezTo>
                  <a:cubicBezTo>
                    <a:pt x="668" y="2561"/>
                    <a:pt x="788" y="2605"/>
                    <a:pt x="916" y="2605"/>
                  </a:cubicBezTo>
                  <a:cubicBezTo>
                    <a:pt x="949" y="2605"/>
                    <a:pt x="978" y="2605"/>
                    <a:pt x="1011" y="2598"/>
                  </a:cubicBezTo>
                  <a:cubicBezTo>
                    <a:pt x="1955" y="2448"/>
                    <a:pt x="2863" y="181"/>
                    <a:pt x="2903" y="86"/>
                  </a:cubicBezTo>
                  <a:cubicBezTo>
                    <a:pt x="2914" y="53"/>
                    <a:pt x="2899" y="17"/>
                    <a:pt x="2866" y="6"/>
                  </a:cubicBezTo>
                  <a:cubicBezTo>
                    <a:pt x="2859" y="2"/>
                    <a:pt x="2852" y="0"/>
                    <a:pt x="284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2" name="Google Shape;1232;p72"/>
            <p:cNvSpPr/>
            <p:nvPr/>
          </p:nvSpPr>
          <p:spPr>
            <a:xfrm>
              <a:off x="2802900" y="1829575"/>
              <a:ext cx="93075" cy="93175"/>
            </a:xfrm>
            <a:custGeom>
              <a:rect b="b" l="l" r="r" t="t"/>
              <a:pathLst>
                <a:path extrusionOk="0" h="3727" w="3723">
                  <a:moveTo>
                    <a:pt x="1863" y="1"/>
                  </a:moveTo>
                  <a:cubicBezTo>
                    <a:pt x="832" y="1"/>
                    <a:pt x="0" y="836"/>
                    <a:pt x="0" y="1864"/>
                  </a:cubicBezTo>
                  <a:cubicBezTo>
                    <a:pt x="0" y="2892"/>
                    <a:pt x="832" y="3727"/>
                    <a:pt x="1863" y="3727"/>
                  </a:cubicBezTo>
                  <a:cubicBezTo>
                    <a:pt x="2891" y="3727"/>
                    <a:pt x="3723" y="2892"/>
                    <a:pt x="3723" y="1864"/>
                  </a:cubicBezTo>
                  <a:cubicBezTo>
                    <a:pt x="3723" y="836"/>
                    <a:pt x="2891" y="1"/>
                    <a:pt x="186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3" name="Google Shape;1233;p72"/>
            <p:cNvSpPr/>
            <p:nvPr/>
          </p:nvSpPr>
          <p:spPr>
            <a:xfrm>
              <a:off x="2802900" y="1829575"/>
              <a:ext cx="93075" cy="93175"/>
            </a:xfrm>
            <a:custGeom>
              <a:rect b="b" l="l" r="r" t="t"/>
              <a:pathLst>
                <a:path extrusionOk="0" h="3727" w="3723">
                  <a:moveTo>
                    <a:pt x="1863" y="92"/>
                  </a:moveTo>
                  <a:cubicBezTo>
                    <a:pt x="2837" y="92"/>
                    <a:pt x="3631" y="887"/>
                    <a:pt x="3631" y="1864"/>
                  </a:cubicBezTo>
                  <a:cubicBezTo>
                    <a:pt x="3631" y="2841"/>
                    <a:pt x="2837" y="3635"/>
                    <a:pt x="1863" y="3635"/>
                  </a:cubicBezTo>
                  <a:cubicBezTo>
                    <a:pt x="886" y="3635"/>
                    <a:pt x="91" y="2841"/>
                    <a:pt x="91" y="1864"/>
                  </a:cubicBezTo>
                  <a:cubicBezTo>
                    <a:pt x="91" y="887"/>
                    <a:pt x="886" y="92"/>
                    <a:pt x="1863" y="92"/>
                  </a:cubicBezTo>
                  <a:close/>
                  <a:moveTo>
                    <a:pt x="1863" y="1"/>
                  </a:moveTo>
                  <a:cubicBezTo>
                    <a:pt x="832" y="1"/>
                    <a:pt x="0" y="836"/>
                    <a:pt x="0" y="1864"/>
                  </a:cubicBezTo>
                  <a:cubicBezTo>
                    <a:pt x="0" y="2892"/>
                    <a:pt x="832" y="3727"/>
                    <a:pt x="1863" y="3727"/>
                  </a:cubicBezTo>
                  <a:cubicBezTo>
                    <a:pt x="2891" y="3727"/>
                    <a:pt x="3723" y="2892"/>
                    <a:pt x="3723" y="1864"/>
                  </a:cubicBezTo>
                  <a:cubicBezTo>
                    <a:pt x="3723" y="836"/>
                    <a:pt x="2891" y="1"/>
                    <a:pt x="1863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4" name="Google Shape;1234;p72"/>
            <p:cNvSpPr/>
            <p:nvPr/>
          </p:nvSpPr>
          <p:spPr>
            <a:xfrm>
              <a:off x="2625075" y="1920625"/>
              <a:ext cx="306075" cy="159175"/>
            </a:xfrm>
            <a:custGeom>
              <a:rect b="b" l="l" r="r" t="t"/>
              <a:pathLst>
                <a:path extrusionOk="0" h="6367" w="12243">
                  <a:moveTo>
                    <a:pt x="2049" y="1"/>
                  </a:moveTo>
                  <a:cubicBezTo>
                    <a:pt x="919" y="1"/>
                    <a:pt x="0" y="916"/>
                    <a:pt x="0" y="2046"/>
                  </a:cubicBezTo>
                  <a:cubicBezTo>
                    <a:pt x="0" y="3176"/>
                    <a:pt x="919" y="4095"/>
                    <a:pt x="2049" y="4095"/>
                  </a:cubicBezTo>
                  <a:lnTo>
                    <a:pt x="2819" y="4095"/>
                  </a:lnTo>
                  <a:lnTo>
                    <a:pt x="1863" y="6366"/>
                  </a:lnTo>
                  <a:lnTo>
                    <a:pt x="1863" y="6366"/>
                  </a:lnTo>
                  <a:lnTo>
                    <a:pt x="4966" y="4095"/>
                  </a:lnTo>
                  <a:lnTo>
                    <a:pt x="10194" y="4095"/>
                  </a:lnTo>
                  <a:cubicBezTo>
                    <a:pt x="11328" y="4095"/>
                    <a:pt x="12243" y="3176"/>
                    <a:pt x="12243" y="2046"/>
                  </a:cubicBezTo>
                  <a:cubicBezTo>
                    <a:pt x="12243" y="916"/>
                    <a:pt x="11328" y="1"/>
                    <a:pt x="1019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5" name="Google Shape;1235;p72"/>
            <p:cNvSpPr/>
            <p:nvPr/>
          </p:nvSpPr>
          <p:spPr>
            <a:xfrm>
              <a:off x="2625075" y="1920625"/>
              <a:ext cx="306075" cy="159175"/>
            </a:xfrm>
            <a:custGeom>
              <a:rect b="b" l="l" r="r" t="t"/>
              <a:pathLst>
                <a:path extrusionOk="0" h="6367" w="12243">
                  <a:moveTo>
                    <a:pt x="10194" y="92"/>
                  </a:moveTo>
                  <a:cubicBezTo>
                    <a:pt x="11273" y="92"/>
                    <a:pt x="12152" y="967"/>
                    <a:pt x="12152" y="2046"/>
                  </a:cubicBezTo>
                  <a:cubicBezTo>
                    <a:pt x="12152" y="3125"/>
                    <a:pt x="11273" y="4004"/>
                    <a:pt x="10194" y="4004"/>
                  </a:cubicBezTo>
                  <a:lnTo>
                    <a:pt x="4937" y="4004"/>
                  </a:lnTo>
                  <a:lnTo>
                    <a:pt x="4915" y="4022"/>
                  </a:lnTo>
                  <a:lnTo>
                    <a:pt x="2075" y="6100"/>
                  </a:lnTo>
                  <a:lnTo>
                    <a:pt x="2902" y="4131"/>
                  </a:lnTo>
                  <a:lnTo>
                    <a:pt x="2957" y="4004"/>
                  </a:lnTo>
                  <a:lnTo>
                    <a:pt x="2049" y="4004"/>
                  </a:lnTo>
                  <a:cubicBezTo>
                    <a:pt x="970" y="4004"/>
                    <a:pt x="92" y="3125"/>
                    <a:pt x="92" y="2046"/>
                  </a:cubicBezTo>
                  <a:cubicBezTo>
                    <a:pt x="92" y="967"/>
                    <a:pt x="970" y="92"/>
                    <a:pt x="2049" y="92"/>
                  </a:cubicBezTo>
                  <a:close/>
                  <a:moveTo>
                    <a:pt x="2049" y="1"/>
                  </a:moveTo>
                  <a:cubicBezTo>
                    <a:pt x="919" y="1"/>
                    <a:pt x="0" y="916"/>
                    <a:pt x="0" y="2046"/>
                  </a:cubicBezTo>
                  <a:cubicBezTo>
                    <a:pt x="0" y="3176"/>
                    <a:pt x="919" y="4095"/>
                    <a:pt x="2049" y="4095"/>
                  </a:cubicBezTo>
                  <a:lnTo>
                    <a:pt x="2819" y="4095"/>
                  </a:lnTo>
                  <a:lnTo>
                    <a:pt x="1863" y="6366"/>
                  </a:lnTo>
                  <a:lnTo>
                    <a:pt x="1863" y="6366"/>
                  </a:lnTo>
                  <a:lnTo>
                    <a:pt x="4966" y="4095"/>
                  </a:lnTo>
                  <a:lnTo>
                    <a:pt x="10194" y="4095"/>
                  </a:lnTo>
                  <a:cubicBezTo>
                    <a:pt x="11328" y="4095"/>
                    <a:pt x="12243" y="3176"/>
                    <a:pt x="12243" y="2046"/>
                  </a:cubicBezTo>
                  <a:cubicBezTo>
                    <a:pt x="12243" y="916"/>
                    <a:pt x="11328" y="1"/>
                    <a:pt x="1019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6" name="Google Shape;1236;p72"/>
            <p:cNvSpPr/>
            <p:nvPr/>
          </p:nvSpPr>
          <p:spPr>
            <a:xfrm>
              <a:off x="2832525" y="1850625"/>
              <a:ext cx="33100" cy="47525"/>
            </a:xfrm>
            <a:custGeom>
              <a:rect b="b" l="l" r="r" t="t"/>
              <a:pathLst>
                <a:path extrusionOk="0" h="1901" w="1324">
                  <a:moveTo>
                    <a:pt x="689" y="1"/>
                  </a:moveTo>
                  <a:cubicBezTo>
                    <a:pt x="598" y="1"/>
                    <a:pt x="518" y="8"/>
                    <a:pt x="445" y="26"/>
                  </a:cubicBezTo>
                  <a:cubicBezTo>
                    <a:pt x="372" y="45"/>
                    <a:pt x="310" y="70"/>
                    <a:pt x="252" y="107"/>
                  </a:cubicBezTo>
                  <a:cubicBezTo>
                    <a:pt x="197" y="139"/>
                    <a:pt x="150" y="179"/>
                    <a:pt x="113" y="227"/>
                  </a:cubicBezTo>
                  <a:cubicBezTo>
                    <a:pt x="77" y="271"/>
                    <a:pt x="48" y="322"/>
                    <a:pt x="29" y="380"/>
                  </a:cubicBezTo>
                  <a:cubicBezTo>
                    <a:pt x="11" y="435"/>
                    <a:pt x="0" y="497"/>
                    <a:pt x="0" y="559"/>
                  </a:cubicBezTo>
                  <a:cubicBezTo>
                    <a:pt x="0" y="581"/>
                    <a:pt x="0" y="599"/>
                    <a:pt x="4" y="617"/>
                  </a:cubicBezTo>
                  <a:cubicBezTo>
                    <a:pt x="7" y="632"/>
                    <a:pt x="7" y="646"/>
                    <a:pt x="11" y="657"/>
                  </a:cubicBezTo>
                  <a:lnTo>
                    <a:pt x="383" y="657"/>
                  </a:lnTo>
                  <a:cubicBezTo>
                    <a:pt x="383" y="642"/>
                    <a:pt x="379" y="632"/>
                    <a:pt x="379" y="621"/>
                  </a:cubicBezTo>
                  <a:lnTo>
                    <a:pt x="379" y="584"/>
                  </a:lnTo>
                  <a:cubicBezTo>
                    <a:pt x="379" y="555"/>
                    <a:pt x="383" y="526"/>
                    <a:pt x="390" y="497"/>
                  </a:cubicBezTo>
                  <a:cubicBezTo>
                    <a:pt x="398" y="464"/>
                    <a:pt x="409" y="435"/>
                    <a:pt x="427" y="409"/>
                  </a:cubicBezTo>
                  <a:cubicBezTo>
                    <a:pt x="449" y="380"/>
                    <a:pt x="474" y="354"/>
                    <a:pt x="514" y="336"/>
                  </a:cubicBezTo>
                  <a:cubicBezTo>
                    <a:pt x="551" y="322"/>
                    <a:pt x="598" y="311"/>
                    <a:pt x="660" y="311"/>
                  </a:cubicBezTo>
                  <a:cubicBezTo>
                    <a:pt x="718" y="311"/>
                    <a:pt x="762" y="318"/>
                    <a:pt x="799" y="333"/>
                  </a:cubicBezTo>
                  <a:cubicBezTo>
                    <a:pt x="831" y="351"/>
                    <a:pt x="857" y="369"/>
                    <a:pt x="875" y="395"/>
                  </a:cubicBezTo>
                  <a:cubicBezTo>
                    <a:pt x="893" y="420"/>
                    <a:pt x="904" y="442"/>
                    <a:pt x="908" y="467"/>
                  </a:cubicBezTo>
                  <a:cubicBezTo>
                    <a:pt x="915" y="493"/>
                    <a:pt x="915" y="515"/>
                    <a:pt x="915" y="537"/>
                  </a:cubicBezTo>
                  <a:cubicBezTo>
                    <a:pt x="915" y="581"/>
                    <a:pt x="908" y="621"/>
                    <a:pt x="886" y="653"/>
                  </a:cubicBezTo>
                  <a:cubicBezTo>
                    <a:pt x="864" y="690"/>
                    <a:pt x="839" y="719"/>
                    <a:pt x="806" y="748"/>
                  </a:cubicBezTo>
                  <a:cubicBezTo>
                    <a:pt x="773" y="777"/>
                    <a:pt x="740" y="803"/>
                    <a:pt x="704" y="832"/>
                  </a:cubicBezTo>
                  <a:cubicBezTo>
                    <a:pt x="667" y="861"/>
                    <a:pt x="635" y="890"/>
                    <a:pt x="602" y="927"/>
                  </a:cubicBezTo>
                  <a:cubicBezTo>
                    <a:pt x="573" y="963"/>
                    <a:pt x="543" y="1003"/>
                    <a:pt x="525" y="1051"/>
                  </a:cubicBezTo>
                  <a:cubicBezTo>
                    <a:pt x="503" y="1095"/>
                    <a:pt x="492" y="1153"/>
                    <a:pt x="492" y="1219"/>
                  </a:cubicBezTo>
                  <a:lnTo>
                    <a:pt x="492" y="1346"/>
                  </a:lnTo>
                  <a:lnTo>
                    <a:pt x="835" y="1346"/>
                  </a:lnTo>
                  <a:lnTo>
                    <a:pt x="835" y="1266"/>
                  </a:lnTo>
                  <a:cubicBezTo>
                    <a:pt x="835" y="1219"/>
                    <a:pt x="846" y="1175"/>
                    <a:pt x="872" y="1142"/>
                  </a:cubicBezTo>
                  <a:cubicBezTo>
                    <a:pt x="893" y="1105"/>
                    <a:pt x="926" y="1073"/>
                    <a:pt x="963" y="1044"/>
                  </a:cubicBezTo>
                  <a:cubicBezTo>
                    <a:pt x="999" y="1014"/>
                    <a:pt x="1039" y="985"/>
                    <a:pt x="1079" y="952"/>
                  </a:cubicBezTo>
                  <a:cubicBezTo>
                    <a:pt x="1123" y="923"/>
                    <a:pt x="1160" y="887"/>
                    <a:pt x="1200" y="847"/>
                  </a:cubicBezTo>
                  <a:cubicBezTo>
                    <a:pt x="1236" y="803"/>
                    <a:pt x="1265" y="756"/>
                    <a:pt x="1291" y="701"/>
                  </a:cubicBezTo>
                  <a:cubicBezTo>
                    <a:pt x="1313" y="646"/>
                    <a:pt x="1324" y="577"/>
                    <a:pt x="1324" y="500"/>
                  </a:cubicBezTo>
                  <a:cubicBezTo>
                    <a:pt x="1324" y="435"/>
                    <a:pt x="1316" y="376"/>
                    <a:pt x="1294" y="325"/>
                  </a:cubicBezTo>
                  <a:cubicBezTo>
                    <a:pt x="1276" y="271"/>
                    <a:pt x="1247" y="227"/>
                    <a:pt x="1211" y="187"/>
                  </a:cubicBezTo>
                  <a:cubicBezTo>
                    <a:pt x="1174" y="147"/>
                    <a:pt x="1130" y="110"/>
                    <a:pt x="1079" y="85"/>
                  </a:cubicBezTo>
                  <a:cubicBezTo>
                    <a:pt x="1028" y="56"/>
                    <a:pt x="966" y="34"/>
                    <a:pt x="901" y="23"/>
                  </a:cubicBezTo>
                  <a:cubicBezTo>
                    <a:pt x="835" y="8"/>
                    <a:pt x="766" y="1"/>
                    <a:pt x="689" y="1"/>
                  </a:cubicBezTo>
                  <a:close/>
                  <a:moveTo>
                    <a:pt x="470" y="1517"/>
                  </a:moveTo>
                  <a:lnTo>
                    <a:pt x="470" y="1900"/>
                  </a:lnTo>
                  <a:lnTo>
                    <a:pt x="857" y="1900"/>
                  </a:lnTo>
                  <a:lnTo>
                    <a:pt x="857" y="1517"/>
                  </a:lnTo>
                  <a:close/>
                </a:path>
              </a:pathLst>
            </a:custGeom>
            <a:solidFill>
              <a:srgbClr val="CC9E1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7" name="Google Shape;1237;p72"/>
            <p:cNvSpPr/>
            <p:nvPr/>
          </p:nvSpPr>
          <p:spPr>
            <a:xfrm>
              <a:off x="2665725" y="1984150"/>
              <a:ext cx="224325" cy="2300"/>
            </a:xfrm>
            <a:custGeom>
              <a:rect b="b" l="l" r="r" t="t"/>
              <a:pathLst>
                <a:path extrusionOk="0" h="92" w="8973">
                  <a:moveTo>
                    <a:pt x="0" y="1"/>
                  </a:moveTo>
                  <a:lnTo>
                    <a:pt x="0" y="92"/>
                  </a:lnTo>
                  <a:lnTo>
                    <a:pt x="8973" y="92"/>
                  </a:lnTo>
                  <a:lnTo>
                    <a:pt x="8973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8" name="Google Shape;1238;p72"/>
            <p:cNvSpPr/>
            <p:nvPr/>
          </p:nvSpPr>
          <p:spPr>
            <a:xfrm>
              <a:off x="2693525" y="1954075"/>
              <a:ext cx="196525" cy="2300"/>
            </a:xfrm>
            <a:custGeom>
              <a:rect b="b" l="l" r="r" t="t"/>
              <a:pathLst>
                <a:path extrusionOk="0" h="92" w="7861">
                  <a:moveTo>
                    <a:pt x="0" y="1"/>
                  </a:moveTo>
                  <a:lnTo>
                    <a:pt x="0" y="92"/>
                  </a:lnTo>
                  <a:lnTo>
                    <a:pt x="7861" y="92"/>
                  </a:lnTo>
                  <a:lnTo>
                    <a:pt x="7861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42" name="Shape 1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3" name="Google Shape;1243;p73"/>
          <p:cNvSpPr txBox="1"/>
          <p:nvPr/>
        </p:nvSpPr>
        <p:spPr>
          <a:xfrm>
            <a:off x="4324949" y="1350000"/>
            <a:ext cx="9638100" cy="15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0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¡A trabajar!</a:t>
            </a:r>
            <a:endParaRPr sz="100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grpSp>
        <p:nvGrpSpPr>
          <p:cNvPr id="1244" name="Google Shape;1244;p73"/>
          <p:cNvGrpSpPr/>
          <p:nvPr/>
        </p:nvGrpSpPr>
        <p:grpSpPr>
          <a:xfrm>
            <a:off x="5859698" y="4828600"/>
            <a:ext cx="6568603" cy="4621399"/>
            <a:chOff x="12616253" y="4062668"/>
            <a:chExt cx="4520095" cy="3328819"/>
          </a:xfrm>
        </p:grpSpPr>
        <p:sp>
          <p:nvSpPr>
            <p:cNvPr id="1245" name="Google Shape;1245;p73"/>
            <p:cNvSpPr/>
            <p:nvPr/>
          </p:nvSpPr>
          <p:spPr>
            <a:xfrm>
              <a:off x="13221814" y="5007241"/>
              <a:ext cx="3127456" cy="1669069"/>
            </a:xfrm>
            <a:custGeom>
              <a:rect b="b" l="l" r="r" t="t"/>
              <a:pathLst>
                <a:path extrusionOk="0" h="23632" w="44281">
                  <a:moveTo>
                    <a:pt x="18419" y="0"/>
                  </a:moveTo>
                  <a:cubicBezTo>
                    <a:pt x="17957" y="0"/>
                    <a:pt x="17488" y="94"/>
                    <a:pt x="17038" y="292"/>
                  </a:cubicBezTo>
                  <a:cubicBezTo>
                    <a:pt x="16693" y="449"/>
                    <a:pt x="16380" y="669"/>
                    <a:pt x="16114" y="904"/>
                  </a:cubicBezTo>
                  <a:lnTo>
                    <a:pt x="0" y="904"/>
                  </a:lnTo>
                  <a:lnTo>
                    <a:pt x="0" y="14525"/>
                  </a:lnTo>
                  <a:cubicBezTo>
                    <a:pt x="0" y="15904"/>
                    <a:pt x="1113" y="17033"/>
                    <a:pt x="2508" y="17033"/>
                  </a:cubicBezTo>
                  <a:lnTo>
                    <a:pt x="15878" y="17033"/>
                  </a:lnTo>
                  <a:cubicBezTo>
                    <a:pt x="17273" y="17033"/>
                    <a:pt x="18402" y="15904"/>
                    <a:pt x="18402" y="14525"/>
                  </a:cubicBezTo>
                  <a:lnTo>
                    <a:pt x="18402" y="11923"/>
                  </a:lnTo>
                  <a:lnTo>
                    <a:pt x="22650" y="21578"/>
                  </a:lnTo>
                  <a:cubicBezTo>
                    <a:pt x="23214" y="22863"/>
                    <a:pt x="24468" y="23631"/>
                    <a:pt x="25800" y="23631"/>
                  </a:cubicBezTo>
                  <a:cubicBezTo>
                    <a:pt x="26208" y="23631"/>
                    <a:pt x="26631" y="23569"/>
                    <a:pt x="27039" y="23412"/>
                  </a:cubicBezTo>
                  <a:lnTo>
                    <a:pt x="41616" y="17816"/>
                  </a:lnTo>
                  <a:cubicBezTo>
                    <a:pt x="43387" y="17142"/>
                    <a:pt x="44280" y="15136"/>
                    <a:pt x="43591" y="13365"/>
                  </a:cubicBezTo>
                  <a:cubicBezTo>
                    <a:pt x="43069" y="11994"/>
                    <a:pt x="41750" y="11149"/>
                    <a:pt x="40359" y="11149"/>
                  </a:cubicBezTo>
                  <a:cubicBezTo>
                    <a:pt x="39953" y="11149"/>
                    <a:pt x="39540" y="11222"/>
                    <a:pt x="39139" y="11374"/>
                  </a:cubicBezTo>
                  <a:lnTo>
                    <a:pt x="27634" y="15794"/>
                  </a:lnTo>
                  <a:lnTo>
                    <a:pt x="21584" y="2064"/>
                  </a:lnTo>
                  <a:cubicBezTo>
                    <a:pt x="21014" y="773"/>
                    <a:pt x="19746" y="0"/>
                    <a:pt x="18419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6" name="Google Shape;1246;p73"/>
            <p:cNvSpPr/>
            <p:nvPr/>
          </p:nvSpPr>
          <p:spPr>
            <a:xfrm>
              <a:off x="16059137" y="5787817"/>
              <a:ext cx="1077211" cy="611210"/>
            </a:xfrm>
            <a:custGeom>
              <a:rect b="b" l="l" r="r" t="t"/>
              <a:pathLst>
                <a:path extrusionOk="0" h="8654" w="15252">
                  <a:moveTo>
                    <a:pt x="9633" y="0"/>
                  </a:moveTo>
                  <a:cubicBezTo>
                    <a:pt x="9597" y="0"/>
                    <a:pt x="9558" y="3"/>
                    <a:pt x="9515" y="9"/>
                  </a:cubicBezTo>
                  <a:cubicBezTo>
                    <a:pt x="9087" y="70"/>
                    <a:pt x="8072" y="90"/>
                    <a:pt x="6942" y="90"/>
                  </a:cubicBezTo>
                  <a:cubicBezTo>
                    <a:pt x="4886" y="90"/>
                    <a:pt x="2446" y="24"/>
                    <a:pt x="2446" y="24"/>
                  </a:cubicBezTo>
                  <a:lnTo>
                    <a:pt x="1" y="6984"/>
                  </a:lnTo>
                  <a:cubicBezTo>
                    <a:pt x="3376" y="8128"/>
                    <a:pt x="4770" y="8654"/>
                    <a:pt x="6731" y="8654"/>
                  </a:cubicBezTo>
                  <a:cubicBezTo>
                    <a:pt x="7511" y="8654"/>
                    <a:pt x="8380" y="8571"/>
                    <a:pt x="9499" y="8410"/>
                  </a:cubicBezTo>
                  <a:cubicBezTo>
                    <a:pt x="13433" y="7830"/>
                    <a:pt x="15252" y="4397"/>
                    <a:pt x="13010" y="4382"/>
                  </a:cubicBezTo>
                  <a:cubicBezTo>
                    <a:pt x="10753" y="4366"/>
                    <a:pt x="6521" y="2375"/>
                    <a:pt x="6521" y="2375"/>
                  </a:cubicBezTo>
                  <a:cubicBezTo>
                    <a:pt x="9137" y="1997"/>
                    <a:pt x="10615" y="0"/>
                    <a:pt x="9633" y="0"/>
                  </a:cubicBezTo>
                  <a:close/>
                </a:path>
              </a:pathLst>
            </a:custGeom>
            <a:solidFill>
              <a:srgbClr val="FD8B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7" name="Google Shape;1247;p73"/>
            <p:cNvSpPr/>
            <p:nvPr/>
          </p:nvSpPr>
          <p:spPr>
            <a:xfrm>
              <a:off x="16384590" y="5987622"/>
              <a:ext cx="235896" cy="332232"/>
            </a:xfrm>
            <a:custGeom>
              <a:rect b="b" l="l" r="r" t="t"/>
              <a:pathLst>
                <a:path extrusionOk="0" h="4704" w="3340">
                  <a:moveTo>
                    <a:pt x="2932" y="1"/>
                  </a:moveTo>
                  <a:cubicBezTo>
                    <a:pt x="2916" y="32"/>
                    <a:pt x="1459" y="3465"/>
                    <a:pt x="1" y="4311"/>
                  </a:cubicBezTo>
                  <a:lnTo>
                    <a:pt x="220" y="4703"/>
                  </a:lnTo>
                  <a:cubicBezTo>
                    <a:pt x="1819" y="3778"/>
                    <a:pt x="3277" y="314"/>
                    <a:pt x="3339" y="173"/>
                  </a:cubicBezTo>
                  <a:lnTo>
                    <a:pt x="2932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8" name="Google Shape;1248;p73"/>
            <p:cNvSpPr/>
            <p:nvPr/>
          </p:nvSpPr>
          <p:spPr>
            <a:xfrm>
              <a:off x="16568363" y="6068491"/>
              <a:ext cx="457313" cy="141749"/>
            </a:xfrm>
            <a:custGeom>
              <a:rect b="b" l="l" r="r" t="t"/>
              <a:pathLst>
                <a:path extrusionOk="0" h="2007" w="6475">
                  <a:moveTo>
                    <a:pt x="189" y="0"/>
                  </a:moveTo>
                  <a:lnTo>
                    <a:pt x="1" y="392"/>
                  </a:lnTo>
                  <a:cubicBezTo>
                    <a:pt x="142" y="455"/>
                    <a:pt x="3386" y="1928"/>
                    <a:pt x="6459" y="2007"/>
                  </a:cubicBezTo>
                  <a:lnTo>
                    <a:pt x="6474" y="1568"/>
                  </a:lnTo>
                  <a:cubicBezTo>
                    <a:pt x="3480" y="1489"/>
                    <a:pt x="220" y="16"/>
                    <a:pt x="18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9" name="Google Shape;1249;p73"/>
            <p:cNvSpPr/>
            <p:nvPr/>
          </p:nvSpPr>
          <p:spPr>
            <a:xfrm>
              <a:off x="16518570" y="6161437"/>
              <a:ext cx="419598" cy="155098"/>
            </a:xfrm>
            <a:custGeom>
              <a:rect b="b" l="l" r="r" t="t"/>
              <a:pathLst>
                <a:path extrusionOk="0" h="2196" w="5941">
                  <a:moveTo>
                    <a:pt x="157" y="1"/>
                  </a:moveTo>
                  <a:lnTo>
                    <a:pt x="0" y="408"/>
                  </a:lnTo>
                  <a:cubicBezTo>
                    <a:pt x="16" y="424"/>
                    <a:pt x="47" y="440"/>
                    <a:pt x="110" y="455"/>
                  </a:cubicBezTo>
                  <a:cubicBezTo>
                    <a:pt x="1584" y="1114"/>
                    <a:pt x="4295" y="2195"/>
                    <a:pt x="5878" y="2195"/>
                  </a:cubicBezTo>
                  <a:lnTo>
                    <a:pt x="5941" y="2195"/>
                  </a:lnTo>
                  <a:lnTo>
                    <a:pt x="5941" y="1756"/>
                  </a:lnTo>
                  <a:cubicBezTo>
                    <a:pt x="5927" y="1757"/>
                    <a:pt x="5912" y="1757"/>
                    <a:pt x="5898" y="1757"/>
                  </a:cubicBezTo>
                  <a:cubicBezTo>
                    <a:pt x="4777" y="1757"/>
                    <a:pt x="2789" y="1162"/>
                    <a:pt x="283" y="64"/>
                  </a:cubicBezTo>
                  <a:cubicBezTo>
                    <a:pt x="220" y="32"/>
                    <a:pt x="173" y="1"/>
                    <a:pt x="15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0" name="Google Shape;1250;p73"/>
            <p:cNvSpPr/>
            <p:nvPr/>
          </p:nvSpPr>
          <p:spPr>
            <a:xfrm>
              <a:off x="16458819" y="6241175"/>
              <a:ext cx="313304" cy="148388"/>
            </a:xfrm>
            <a:custGeom>
              <a:rect b="b" l="l" r="r" t="t"/>
              <a:pathLst>
                <a:path extrusionOk="0" h="2101" w="4436">
                  <a:moveTo>
                    <a:pt x="204" y="0"/>
                  </a:moveTo>
                  <a:lnTo>
                    <a:pt x="0" y="377"/>
                  </a:lnTo>
                  <a:cubicBezTo>
                    <a:pt x="110" y="439"/>
                    <a:pt x="2774" y="1960"/>
                    <a:pt x="4405" y="2101"/>
                  </a:cubicBezTo>
                  <a:lnTo>
                    <a:pt x="4436" y="1662"/>
                  </a:lnTo>
                  <a:cubicBezTo>
                    <a:pt x="2915" y="1536"/>
                    <a:pt x="235" y="16"/>
                    <a:pt x="20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1" name="Google Shape;1251;p73"/>
            <p:cNvSpPr/>
            <p:nvPr/>
          </p:nvSpPr>
          <p:spPr>
            <a:xfrm>
              <a:off x="16267277" y="5947788"/>
              <a:ext cx="265771" cy="140690"/>
            </a:xfrm>
            <a:custGeom>
              <a:rect b="b" l="l" r="r" t="t"/>
              <a:pathLst>
                <a:path extrusionOk="0" h="1992" w="3763">
                  <a:moveTo>
                    <a:pt x="3386" y="1"/>
                  </a:moveTo>
                  <a:cubicBezTo>
                    <a:pt x="3344" y="71"/>
                    <a:pt x="2450" y="1557"/>
                    <a:pt x="737" y="1557"/>
                  </a:cubicBezTo>
                  <a:cubicBezTo>
                    <a:pt x="534" y="1557"/>
                    <a:pt x="320" y="1536"/>
                    <a:pt x="94" y="1490"/>
                  </a:cubicBezTo>
                  <a:lnTo>
                    <a:pt x="0" y="1913"/>
                  </a:lnTo>
                  <a:cubicBezTo>
                    <a:pt x="251" y="1976"/>
                    <a:pt x="502" y="1991"/>
                    <a:pt x="721" y="1991"/>
                  </a:cubicBezTo>
                  <a:cubicBezTo>
                    <a:pt x="2712" y="1991"/>
                    <a:pt x="3762" y="236"/>
                    <a:pt x="3762" y="220"/>
                  </a:cubicBezTo>
                  <a:lnTo>
                    <a:pt x="3386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2" name="Google Shape;1252;p73"/>
            <p:cNvSpPr/>
            <p:nvPr/>
          </p:nvSpPr>
          <p:spPr>
            <a:xfrm>
              <a:off x="15932926" y="5788594"/>
              <a:ext cx="337741" cy="492486"/>
            </a:xfrm>
            <a:custGeom>
              <a:rect b="b" l="l" r="r" t="t"/>
              <a:pathLst>
                <a:path extrusionOk="0" h="6973" w="4782">
                  <a:moveTo>
                    <a:pt x="3745" y="1"/>
                  </a:moveTo>
                  <a:cubicBezTo>
                    <a:pt x="2919" y="1"/>
                    <a:pt x="1216" y="93"/>
                    <a:pt x="1" y="781"/>
                  </a:cubicBezTo>
                  <a:lnTo>
                    <a:pt x="1788" y="6973"/>
                  </a:lnTo>
                  <a:lnTo>
                    <a:pt x="4781" y="499"/>
                  </a:lnTo>
                  <a:lnTo>
                    <a:pt x="4233" y="13"/>
                  </a:lnTo>
                  <a:cubicBezTo>
                    <a:pt x="4233" y="13"/>
                    <a:pt x="4048" y="1"/>
                    <a:pt x="3745" y="1"/>
                  </a:cubicBezTo>
                  <a:close/>
                </a:path>
              </a:pathLst>
            </a:custGeom>
            <a:solidFill>
              <a:srgbClr val="FD8B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3" name="Google Shape;1253;p73"/>
            <p:cNvSpPr/>
            <p:nvPr/>
          </p:nvSpPr>
          <p:spPr>
            <a:xfrm>
              <a:off x="14044343" y="5404238"/>
              <a:ext cx="342120" cy="302286"/>
            </a:xfrm>
            <a:custGeom>
              <a:rect b="b" l="l" r="r" t="t"/>
              <a:pathLst>
                <a:path extrusionOk="0" h="4280" w="4844">
                  <a:moveTo>
                    <a:pt x="0" y="1"/>
                  </a:moveTo>
                  <a:lnTo>
                    <a:pt x="0" y="3230"/>
                  </a:lnTo>
                  <a:cubicBezTo>
                    <a:pt x="0" y="3809"/>
                    <a:pt x="471" y="4280"/>
                    <a:pt x="1051" y="4280"/>
                  </a:cubicBezTo>
                  <a:lnTo>
                    <a:pt x="3794" y="4280"/>
                  </a:lnTo>
                  <a:cubicBezTo>
                    <a:pt x="4373" y="4280"/>
                    <a:pt x="4844" y="3809"/>
                    <a:pt x="4844" y="3230"/>
                  </a:cubicBezTo>
                  <a:lnTo>
                    <a:pt x="4844" y="1"/>
                  </a:ln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4" name="Google Shape;1254;p73"/>
            <p:cNvSpPr/>
            <p:nvPr/>
          </p:nvSpPr>
          <p:spPr>
            <a:xfrm>
              <a:off x="14026616" y="5386511"/>
              <a:ext cx="377575" cy="337741"/>
            </a:xfrm>
            <a:custGeom>
              <a:rect b="b" l="l" r="r" t="t"/>
              <a:pathLst>
                <a:path extrusionOk="0" h="4782" w="5346">
                  <a:moveTo>
                    <a:pt x="4860" y="487"/>
                  </a:moveTo>
                  <a:lnTo>
                    <a:pt x="4860" y="3402"/>
                  </a:lnTo>
                  <a:cubicBezTo>
                    <a:pt x="4860" y="3888"/>
                    <a:pt x="4452" y="4296"/>
                    <a:pt x="3966" y="4296"/>
                  </a:cubicBezTo>
                  <a:lnTo>
                    <a:pt x="1380" y="4296"/>
                  </a:lnTo>
                  <a:cubicBezTo>
                    <a:pt x="894" y="4296"/>
                    <a:pt x="486" y="3888"/>
                    <a:pt x="486" y="3402"/>
                  </a:cubicBezTo>
                  <a:lnTo>
                    <a:pt x="486" y="487"/>
                  </a:lnTo>
                  <a:close/>
                  <a:moveTo>
                    <a:pt x="1" y="1"/>
                  </a:moveTo>
                  <a:lnTo>
                    <a:pt x="1" y="3402"/>
                  </a:lnTo>
                  <a:cubicBezTo>
                    <a:pt x="1" y="4155"/>
                    <a:pt x="612" y="4781"/>
                    <a:pt x="1380" y="4781"/>
                  </a:cubicBezTo>
                  <a:lnTo>
                    <a:pt x="3966" y="4781"/>
                  </a:lnTo>
                  <a:cubicBezTo>
                    <a:pt x="4734" y="4781"/>
                    <a:pt x="5346" y="4155"/>
                    <a:pt x="5346" y="3402"/>
                  </a:cubicBezTo>
                  <a:lnTo>
                    <a:pt x="5346" y="1"/>
                  </a:ln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5" name="Google Shape;1255;p73"/>
            <p:cNvSpPr/>
            <p:nvPr/>
          </p:nvSpPr>
          <p:spPr>
            <a:xfrm>
              <a:off x="14523693" y="5357766"/>
              <a:ext cx="71" cy="543620"/>
            </a:xfrm>
            <a:custGeom>
              <a:rect b="b" l="l" r="r" t="t"/>
              <a:pathLst>
                <a:path extrusionOk="0" h="7697" w="1">
                  <a:moveTo>
                    <a:pt x="0" y="7696"/>
                  </a:moveTo>
                  <a:lnTo>
                    <a:pt x="0" y="0"/>
                  </a:lnTo>
                </a:path>
              </a:pathLst>
            </a:custGeom>
            <a:solidFill>
              <a:srgbClr val="8383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6" name="Google Shape;1256;p73"/>
            <p:cNvSpPr/>
            <p:nvPr/>
          </p:nvSpPr>
          <p:spPr>
            <a:xfrm>
              <a:off x="14505965" y="5357766"/>
              <a:ext cx="34396" cy="543620"/>
            </a:xfrm>
            <a:custGeom>
              <a:rect b="b" l="l" r="r" t="t"/>
              <a:pathLst>
                <a:path extrusionOk="0" h="7697" w="487">
                  <a:moveTo>
                    <a:pt x="1" y="0"/>
                  </a:moveTo>
                  <a:lnTo>
                    <a:pt x="1" y="7696"/>
                  </a:lnTo>
                  <a:lnTo>
                    <a:pt x="486" y="7696"/>
                  </a:lnTo>
                  <a:lnTo>
                    <a:pt x="48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7" name="Google Shape;1257;p73"/>
            <p:cNvSpPr/>
            <p:nvPr/>
          </p:nvSpPr>
          <p:spPr>
            <a:xfrm>
              <a:off x="13366813" y="4073615"/>
              <a:ext cx="894568" cy="894497"/>
            </a:xfrm>
            <a:custGeom>
              <a:rect b="b" l="l" r="r" t="t"/>
              <a:pathLst>
                <a:path extrusionOk="0" h="12665" w="12666">
                  <a:moveTo>
                    <a:pt x="6333" y="0"/>
                  </a:moveTo>
                  <a:cubicBezTo>
                    <a:pt x="2838" y="0"/>
                    <a:pt x="1" y="2837"/>
                    <a:pt x="1" y="6333"/>
                  </a:cubicBezTo>
                  <a:cubicBezTo>
                    <a:pt x="1" y="8433"/>
                    <a:pt x="1020" y="10298"/>
                    <a:pt x="2603" y="11442"/>
                  </a:cubicBezTo>
                  <a:cubicBezTo>
                    <a:pt x="3653" y="12210"/>
                    <a:pt x="4938" y="12665"/>
                    <a:pt x="6333" y="12665"/>
                  </a:cubicBezTo>
                  <a:cubicBezTo>
                    <a:pt x="7712" y="12665"/>
                    <a:pt x="8982" y="12226"/>
                    <a:pt x="10017" y="11474"/>
                  </a:cubicBezTo>
                  <a:cubicBezTo>
                    <a:pt x="11615" y="10329"/>
                    <a:pt x="12666" y="8449"/>
                    <a:pt x="12666" y="6333"/>
                  </a:cubicBezTo>
                  <a:cubicBezTo>
                    <a:pt x="12666" y="2837"/>
                    <a:pt x="9828" y="0"/>
                    <a:pt x="6333" y="0"/>
                  </a:cubicBezTo>
                  <a:close/>
                </a:path>
              </a:pathLst>
            </a:custGeom>
            <a:solidFill>
              <a:srgbClr val="FD8B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8" name="Google Shape;1258;p73"/>
            <p:cNvSpPr/>
            <p:nvPr/>
          </p:nvSpPr>
          <p:spPr>
            <a:xfrm>
              <a:off x="13519580" y="4062668"/>
              <a:ext cx="586844" cy="120561"/>
            </a:xfrm>
            <a:custGeom>
              <a:rect b="b" l="l" r="r" t="t"/>
              <a:pathLst>
                <a:path extrusionOk="0" h="1707" w="8309">
                  <a:moveTo>
                    <a:pt x="4183" y="0"/>
                  </a:moveTo>
                  <a:cubicBezTo>
                    <a:pt x="1721" y="0"/>
                    <a:pt x="1" y="1707"/>
                    <a:pt x="1" y="1707"/>
                  </a:cubicBezTo>
                  <a:lnTo>
                    <a:pt x="8308" y="1707"/>
                  </a:lnTo>
                  <a:cubicBezTo>
                    <a:pt x="6830" y="427"/>
                    <a:pt x="5414" y="0"/>
                    <a:pt x="4183" y="0"/>
                  </a:cubicBezTo>
                  <a:close/>
                </a:path>
              </a:pathLst>
            </a:custGeom>
            <a:solidFill>
              <a:srgbClr val="CA5A4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9" name="Google Shape;1259;p73"/>
            <p:cNvSpPr/>
            <p:nvPr/>
          </p:nvSpPr>
          <p:spPr>
            <a:xfrm>
              <a:off x="13580461" y="4425623"/>
              <a:ext cx="122962" cy="50993"/>
            </a:xfrm>
            <a:custGeom>
              <a:rect b="b" l="l" r="r" t="t"/>
              <a:pathLst>
                <a:path extrusionOk="0" h="722" w="1741">
                  <a:moveTo>
                    <a:pt x="361" y="1"/>
                  </a:moveTo>
                  <a:cubicBezTo>
                    <a:pt x="158" y="1"/>
                    <a:pt x="1" y="157"/>
                    <a:pt x="1" y="361"/>
                  </a:cubicBezTo>
                  <a:cubicBezTo>
                    <a:pt x="1" y="549"/>
                    <a:pt x="158" y="722"/>
                    <a:pt x="361" y="722"/>
                  </a:cubicBezTo>
                  <a:lnTo>
                    <a:pt x="1380" y="722"/>
                  </a:lnTo>
                  <a:cubicBezTo>
                    <a:pt x="1584" y="722"/>
                    <a:pt x="1741" y="549"/>
                    <a:pt x="1741" y="361"/>
                  </a:cubicBezTo>
                  <a:cubicBezTo>
                    <a:pt x="1741" y="157"/>
                    <a:pt x="1584" y="1"/>
                    <a:pt x="138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0" name="Google Shape;1260;p73"/>
            <p:cNvSpPr/>
            <p:nvPr/>
          </p:nvSpPr>
          <p:spPr>
            <a:xfrm>
              <a:off x="13920321" y="4425623"/>
              <a:ext cx="126282" cy="50993"/>
            </a:xfrm>
            <a:custGeom>
              <a:rect b="b" l="l" r="r" t="t"/>
              <a:pathLst>
                <a:path extrusionOk="0" h="722" w="1788">
                  <a:moveTo>
                    <a:pt x="361" y="1"/>
                  </a:moveTo>
                  <a:cubicBezTo>
                    <a:pt x="158" y="1"/>
                    <a:pt x="1" y="157"/>
                    <a:pt x="1" y="361"/>
                  </a:cubicBezTo>
                  <a:cubicBezTo>
                    <a:pt x="1" y="549"/>
                    <a:pt x="158" y="722"/>
                    <a:pt x="361" y="722"/>
                  </a:cubicBezTo>
                  <a:lnTo>
                    <a:pt x="1427" y="722"/>
                  </a:lnTo>
                  <a:cubicBezTo>
                    <a:pt x="1631" y="722"/>
                    <a:pt x="1788" y="549"/>
                    <a:pt x="1788" y="361"/>
                  </a:cubicBezTo>
                  <a:cubicBezTo>
                    <a:pt x="1788" y="157"/>
                    <a:pt x="1631" y="1"/>
                    <a:pt x="142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1" name="Google Shape;1261;p73"/>
            <p:cNvSpPr/>
            <p:nvPr/>
          </p:nvSpPr>
          <p:spPr>
            <a:xfrm>
              <a:off x="13548396" y="4588349"/>
              <a:ext cx="528082" cy="379764"/>
            </a:xfrm>
            <a:custGeom>
              <a:rect b="b" l="l" r="r" t="t"/>
              <a:pathLst>
                <a:path extrusionOk="0" h="5377" w="7477">
                  <a:moveTo>
                    <a:pt x="3746" y="1"/>
                  </a:moveTo>
                  <a:cubicBezTo>
                    <a:pt x="1677" y="1"/>
                    <a:pt x="0" y="1678"/>
                    <a:pt x="0" y="3731"/>
                  </a:cubicBezTo>
                  <a:cubicBezTo>
                    <a:pt x="0" y="3872"/>
                    <a:pt x="16" y="4029"/>
                    <a:pt x="32" y="4154"/>
                  </a:cubicBezTo>
                  <a:cubicBezTo>
                    <a:pt x="1082" y="4922"/>
                    <a:pt x="2367" y="5377"/>
                    <a:pt x="3762" y="5377"/>
                  </a:cubicBezTo>
                  <a:cubicBezTo>
                    <a:pt x="5141" y="5377"/>
                    <a:pt x="6411" y="4938"/>
                    <a:pt x="7446" y="4186"/>
                  </a:cubicBezTo>
                  <a:cubicBezTo>
                    <a:pt x="7477" y="4045"/>
                    <a:pt x="7477" y="3888"/>
                    <a:pt x="7477" y="3731"/>
                  </a:cubicBezTo>
                  <a:cubicBezTo>
                    <a:pt x="7477" y="1678"/>
                    <a:pt x="5800" y="1"/>
                    <a:pt x="3746" y="1"/>
                  </a:cubicBezTo>
                  <a:close/>
                </a:path>
              </a:pathLst>
            </a:custGeom>
            <a:solidFill>
              <a:srgbClr val="CA5A4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2" name="Google Shape;1262;p73"/>
            <p:cNvSpPr/>
            <p:nvPr/>
          </p:nvSpPr>
          <p:spPr>
            <a:xfrm>
              <a:off x="13718891" y="4678540"/>
              <a:ext cx="190482" cy="79244"/>
            </a:xfrm>
            <a:custGeom>
              <a:rect b="b" l="l" r="r" t="t"/>
              <a:pathLst>
                <a:path extrusionOk="0" h="1122" w="2697">
                  <a:moveTo>
                    <a:pt x="2278" y="1"/>
                  </a:moveTo>
                  <a:cubicBezTo>
                    <a:pt x="2216" y="1"/>
                    <a:pt x="2155" y="18"/>
                    <a:pt x="2100" y="56"/>
                  </a:cubicBezTo>
                  <a:cubicBezTo>
                    <a:pt x="1597" y="368"/>
                    <a:pt x="874" y="404"/>
                    <a:pt x="554" y="404"/>
                  </a:cubicBezTo>
                  <a:cubicBezTo>
                    <a:pt x="456" y="404"/>
                    <a:pt x="396" y="401"/>
                    <a:pt x="392" y="401"/>
                  </a:cubicBezTo>
                  <a:cubicBezTo>
                    <a:pt x="188" y="401"/>
                    <a:pt x="31" y="542"/>
                    <a:pt x="16" y="746"/>
                  </a:cubicBezTo>
                  <a:cubicBezTo>
                    <a:pt x="0" y="934"/>
                    <a:pt x="157" y="1106"/>
                    <a:pt x="345" y="1106"/>
                  </a:cubicBezTo>
                  <a:cubicBezTo>
                    <a:pt x="361" y="1122"/>
                    <a:pt x="423" y="1122"/>
                    <a:pt x="533" y="1122"/>
                  </a:cubicBezTo>
                  <a:cubicBezTo>
                    <a:pt x="925" y="1122"/>
                    <a:pt x="1818" y="1075"/>
                    <a:pt x="2477" y="652"/>
                  </a:cubicBezTo>
                  <a:cubicBezTo>
                    <a:pt x="2633" y="558"/>
                    <a:pt x="2696" y="338"/>
                    <a:pt x="2586" y="166"/>
                  </a:cubicBezTo>
                  <a:cubicBezTo>
                    <a:pt x="2515" y="63"/>
                    <a:pt x="2396" y="1"/>
                    <a:pt x="2278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3" name="Google Shape;1263;p73"/>
            <p:cNvSpPr/>
            <p:nvPr/>
          </p:nvSpPr>
          <p:spPr>
            <a:xfrm>
              <a:off x="14212578" y="4401256"/>
              <a:ext cx="203760" cy="203760"/>
            </a:xfrm>
            <a:custGeom>
              <a:rect b="b" l="l" r="r" t="t"/>
              <a:pathLst>
                <a:path extrusionOk="0" h="2885" w="2885">
                  <a:moveTo>
                    <a:pt x="1443" y="1"/>
                  </a:moveTo>
                  <a:cubicBezTo>
                    <a:pt x="643" y="1"/>
                    <a:pt x="1" y="643"/>
                    <a:pt x="1" y="1443"/>
                  </a:cubicBezTo>
                  <a:cubicBezTo>
                    <a:pt x="1" y="2242"/>
                    <a:pt x="643" y="2885"/>
                    <a:pt x="1443" y="2885"/>
                  </a:cubicBezTo>
                  <a:cubicBezTo>
                    <a:pt x="2242" y="2885"/>
                    <a:pt x="2885" y="2242"/>
                    <a:pt x="2885" y="1443"/>
                  </a:cubicBezTo>
                  <a:cubicBezTo>
                    <a:pt x="2885" y="643"/>
                    <a:pt x="2242" y="1"/>
                    <a:pt x="1443" y="1"/>
                  </a:cubicBezTo>
                  <a:close/>
                </a:path>
              </a:pathLst>
            </a:custGeom>
            <a:solidFill>
              <a:srgbClr val="FD8B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4" name="Google Shape;1264;p73"/>
            <p:cNvSpPr/>
            <p:nvPr/>
          </p:nvSpPr>
          <p:spPr>
            <a:xfrm>
              <a:off x="13208536" y="4401256"/>
              <a:ext cx="204820" cy="203760"/>
            </a:xfrm>
            <a:custGeom>
              <a:rect b="b" l="l" r="r" t="t"/>
              <a:pathLst>
                <a:path extrusionOk="0" h="2885" w="2900">
                  <a:moveTo>
                    <a:pt x="1442" y="1"/>
                  </a:moveTo>
                  <a:cubicBezTo>
                    <a:pt x="659" y="1"/>
                    <a:pt x="0" y="643"/>
                    <a:pt x="0" y="1443"/>
                  </a:cubicBezTo>
                  <a:cubicBezTo>
                    <a:pt x="0" y="2242"/>
                    <a:pt x="659" y="2885"/>
                    <a:pt x="1442" y="2885"/>
                  </a:cubicBezTo>
                  <a:cubicBezTo>
                    <a:pt x="2242" y="2885"/>
                    <a:pt x="2900" y="2242"/>
                    <a:pt x="2900" y="1443"/>
                  </a:cubicBezTo>
                  <a:cubicBezTo>
                    <a:pt x="2900" y="643"/>
                    <a:pt x="2242" y="1"/>
                    <a:pt x="1442" y="1"/>
                  </a:cubicBezTo>
                  <a:close/>
                </a:path>
              </a:pathLst>
            </a:custGeom>
            <a:solidFill>
              <a:srgbClr val="FD8B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5" name="Google Shape;1265;p73"/>
            <p:cNvSpPr/>
            <p:nvPr/>
          </p:nvSpPr>
          <p:spPr>
            <a:xfrm>
              <a:off x="14215898" y="5978794"/>
              <a:ext cx="1688350" cy="1180186"/>
            </a:xfrm>
            <a:custGeom>
              <a:rect b="b" l="l" r="r" t="t"/>
              <a:pathLst>
                <a:path extrusionOk="0" h="16710" w="23905">
                  <a:moveTo>
                    <a:pt x="1020" y="1"/>
                  </a:moveTo>
                  <a:cubicBezTo>
                    <a:pt x="455" y="1"/>
                    <a:pt x="1" y="455"/>
                    <a:pt x="1" y="1019"/>
                  </a:cubicBezTo>
                  <a:lnTo>
                    <a:pt x="1" y="15691"/>
                  </a:lnTo>
                  <a:cubicBezTo>
                    <a:pt x="1" y="16255"/>
                    <a:pt x="455" y="16709"/>
                    <a:pt x="1020" y="16709"/>
                  </a:cubicBezTo>
                  <a:lnTo>
                    <a:pt x="22885" y="16709"/>
                  </a:lnTo>
                  <a:cubicBezTo>
                    <a:pt x="23450" y="16709"/>
                    <a:pt x="23904" y="16255"/>
                    <a:pt x="23904" y="15691"/>
                  </a:cubicBezTo>
                  <a:lnTo>
                    <a:pt x="23904" y="1019"/>
                  </a:lnTo>
                  <a:cubicBezTo>
                    <a:pt x="23904" y="455"/>
                    <a:pt x="23450" y="1"/>
                    <a:pt x="22885" y="1"/>
                  </a:cubicBezTo>
                  <a:close/>
                </a:path>
              </a:pathLst>
            </a:custGeom>
            <a:solidFill>
              <a:srgbClr val="99761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6" name="Google Shape;1266;p73"/>
            <p:cNvSpPr/>
            <p:nvPr/>
          </p:nvSpPr>
          <p:spPr>
            <a:xfrm>
              <a:off x="14215898" y="7245288"/>
              <a:ext cx="1688350" cy="146199"/>
            </a:xfrm>
            <a:custGeom>
              <a:rect b="b" l="l" r="r" t="t"/>
              <a:pathLst>
                <a:path extrusionOk="0" h="2070" w="23905">
                  <a:moveTo>
                    <a:pt x="1" y="0"/>
                  </a:moveTo>
                  <a:lnTo>
                    <a:pt x="1" y="1176"/>
                  </a:lnTo>
                  <a:cubicBezTo>
                    <a:pt x="1" y="1661"/>
                    <a:pt x="393" y="2069"/>
                    <a:pt x="894" y="2069"/>
                  </a:cubicBezTo>
                  <a:lnTo>
                    <a:pt x="23011" y="2069"/>
                  </a:lnTo>
                  <a:cubicBezTo>
                    <a:pt x="23512" y="2069"/>
                    <a:pt x="23904" y="1661"/>
                    <a:pt x="23904" y="1176"/>
                  </a:cubicBezTo>
                  <a:lnTo>
                    <a:pt x="23904" y="0"/>
                  </a:ln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7" name="Google Shape;1267;p73"/>
            <p:cNvSpPr/>
            <p:nvPr/>
          </p:nvSpPr>
          <p:spPr>
            <a:xfrm>
              <a:off x="14955440" y="6463652"/>
              <a:ext cx="209269" cy="210470"/>
            </a:xfrm>
            <a:custGeom>
              <a:rect b="b" l="l" r="r" t="t"/>
              <a:pathLst>
                <a:path extrusionOk="0" h="2980" w="2963">
                  <a:moveTo>
                    <a:pt x="1474" y="1"/>
                  </a:moveTo>
                  <a:cubicBezTo>
                    <a:pt x="659" y="1"/>
                    <a:pt x="0" y="675"/>
                    <a:pt x="0" y="1490"/>
                  </a:cubicBezTo>
                  <a:cubicBezTo>
                    <a:pt x="0" y="2305"/>
                    <a:pt x="659" y="2979"/>
                    <a:pt x="1474" y="2979"/>
                  </a:cubicBezTo>
                  <a:cubicBezTo>
                    <a:pt x="2304" y="2979"/>
                    <a:pt x="2963" y="2305"/>
                    <a:pt x="2963" y="1490"/>
                  </a:cubicBezTo>
                  <a:cubicBezTo>
                    <a:pt x="2963" y="675"/>
                    <a:pt x="2304" y="1"/>
                    <a:pt x="1474" y="1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8" name="Google Shape;1268;p73"/>
            <p:cNvSpPr/>
            <p:nvPr/>
          </p:nvSpPr>
          <p:spPr>
            <a:xfrm>
              <a:off x="12616253" y="5050747"/>
              <a:ext cx="1572027" cy="2105688"/>
            </a:xfrm>
            <a:custGeom>
              <a:rect b="b" l="l" r="r" t="t"/>
              <a:pathLst>
                <a:path extrusionOk="0" h="29814" w="22258">
                  <a:moveTo>
                    <a:pt x="8043" y="0"/>
                  </a:moveTo>
                  <a:cubicBezTo>
                    <a:pt x="6540" y="0"/>
                    <a:pt x="5163" y="993"/>
                    <a:pt x="4734" y="2513"/>
                  </a:cubicBezTo>
                  <a:lnTo>
                    <a:pt x="377" y="18062"/>
                  </a:lnTo>
                  <a:cubicBezTo>
                    <a:pt x="0" y="19442"/>
                    <a:pt x="502" y="20884"/>
                    <a:pt x="1615" y="21730"/>
                  </a:cubicBezTo>
                  <a:cubicBezTo>
                    <a:pt x="1772" y="21856"/>
                    <a:pt x="1960" y="21965"/>
                    <a:pt x="2148" y="22075"/>
                  </a:cubicBezTo>
                  <a:lnTo>
                    <a:pt x="16772" y="29442"/>
                  </a:lnTo>
                  <a:cubicBezTo>
                    <a:pt x="17268" y="29694"/>
                    <a:pt x="17797" y="29814"/>
                    <a:pt x="18320" y="29814"/>
                  </a:cubicBezTo>
                  <a:cubicBezTo>
                    <a:pt x="19580" y="29814"/>
                    <a:pt x="20797" y="29118"/>
                    <a:pt x="21396" y="27921"/>
                  </a:cubicBezTo>
                  <a:cubicBezTo>
                    <a:pt x="22258" y="26229"/>
                    <a:pt x="21568" y="24144"/>
                    <a:pt x="19876" y="23298"/>
                  </a:cubicBezTo>
                  <a:lnTo>
                    <a:pt x="7791" y="17185"/>
                  </a:lnTo>
                  <a:lnTo>
                    <a:pt x="11380" y="4379"/>
                  </a:lnTo>
                  <a:cubicBezTo>
                    <a:pt x="11882" y="2545"/>
                    <a:pt x="10816" y="632"/>
                    <a:pt x="8982" y="131"/>
                  </a:cubicBezTo>
                  <a:cubicBezTo>
                    <a:pt x="8668" y="43"/>
                    <a:pt x="8353" y="0"/>
                    <a:pt x="8043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9" name="Google Shape;1269;p73"/>
            <p:cNvSpPr/>
            <p:nvPr/>
          </p:nvSpPr>
          <p:spPr>
            <a:xfrm>
              <a:off x="13811837" y="6669602"/>
              <a:ext cx="1129263" cy="683250"/>
            </a:xfrm>
            <a:custGeom>
              <a:rect b="b" l="l" r="r" t="t"/>
              <a:pathLst>
                <a:path extrusionOk="0" h="9674" w="15989">
                  <a:moveTo>
                    <a:pt x="3151" y="0"/>
                  </a:moveTo>
                  <a:lnTo>
                    <a:pt x="1" y="7054"/>
                  </a:lnTo>
                  <a:cubicBezTo>
                    <a:pt x="1666" y="8386"/>
                    <a:pt x="5868" y="9673"/>
                    <a:pt x="8506" y="9673"/>
                  </a:cubicBezTo>
                  <a:cubicBezTo>
                    <a:pt x="8972" y="9673"/>
                    <a:pt x="9389" y="9633"/>
                    <a:pt x="9734" y="9546"/>
                  </a:cubicBezTo>
                  <a:cubicBezTo>
                    <a:pt x="12039" y="8950"/>
                    <a:pt x="15989" y="4750"/>
                    <a:pt x="14264" y="4515"/>
                  </a:cubicBezTo>
                  <a:cubicBezTo>
                    <a:pt x="12540" y="4279"/>
                    <a:pt x="9170" y="2978"/>
                    <a:pt x="9170" y="2978"/>
                  </a:cubicBezTo>
                  <a:cubicBezTo>
                    <a:pt x="9170" y="2978"/>
                    <a:pt x="15565" y="1944"/>
                    <a:pt x="11756" y="1693"/>
                  </a:cubicBezTo>
                  <a:cubicBezTo>
                    <a:pt x="7963" y="1427"/>
                    <a:pt x="3151" y="0"/>
                    <a:pt x="3151" y="0"/>
                  </a:cubicBezTo>
                  <a:close/>
                </a:path>
              </a:pathLst>
            </a:custGeom>
            <a:solidFill>
              <a:srgbClr val="FD8B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0" name="Google Shape;1270;p73"/>
            <p:cNvSpPr/>
            <p:nvPr/>
          </p:nvSpPr>
          <p:spPr>
            <a:xfrm>
              <a:off x="14386393" y="7030509"/>
              <a:ext cx="417409" cy="107424"/>
            </a:xfrm>
            <a:custGeom>
              <a:rect b="b" l="l" r="r" t="t"/>
              <a:pathLst>
                <a:path extrusionOk="0" h="1521" w="5910">
                  <a:moveTo>
                    <a:pt x="252" y="0"/>
                  </a:moveTo>
                  <a:lnTo>
                    <a:pt x="1" y="580"/>
                  </a:lnTo>
                  <a:cubicBezTo>
                    <a:pt x="1929" y="1380"/>
                    <a:pt x="5659" y="1505"/>
                    <a:pt x="5816" y="1521"/>
                  </a:cubicBezTo>
                  <a:lnTo>
                    <a:pt x="5910" y="909"/>
                  </a:lnTo>
                  <a:cubicBezTo>
                    <a:pt x="5863" y="909"/>
                    <a:pt x="2101" y="768"/>
                    <a:pt x="25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1" name="Google Shape;1271;p73"/>
            <p:cNvSpPr/>
            <p:nvPr/>
          </p:nvSpPr>
          <p:spPr>
            <a:xfrm>
              <a:off x="14265761" y="7154461"/>
              <a:ext cx="462822" cy="85389"/>
            </a:xfrm>
            <a:custGeom>
              <a:rect b="b" l="l" r="r" t="t"/>
              <a:pathLst>
                <a:path extrusionOk="0" h="1209" w="6553">
                  <a:moveTo>
                    <a:pt x="267" y="1"/>
                  </a:moveTo>
                  <a:lnTo>
                    <a:pt x="0" y="565"/>
                  </a:lnTo>
                  <a:cubicBezTo>
                    <a:pt x="1158" y="1055"/>
                    <a:pt x="2772" y="1208"/>
                    <a:pt x="4109" y="1208"/>
                  </a:cubicBezTo>
                  <a:cubicBezTo>
                    <a:pt x="5252" y="1208"/>
                    <a:pt x="6192" y="1097"/>
                    <a:pt x="6474" y="988"/>
                  </a:cubicBezTo>
                  <a:cubicBezTo>
                    <a:pt x="6521" y="988"/>
                    <a:pt x="6536" y="973"/>
                    <a:pt x="6552" y="957"/>
                  </a:cubicBezTo>
                  <a:lnTo>
                    <a:pt x="6380" y="737"/>
                  </a:lnTo>
                  <a:lnTo>
                    <a:pt x="6333" y="440"/>
                  </a:lnTo>
                  <a:cubicBezTo>
                    <a:pt x="6141" y="478"/>
                    <a:pt x="5212" y="591"/>
                    <a:pt x="4056" y="591"/>
                  </a:cubicBezTo>
                  <a:cubicBezTo>
                    <a:pt x="2844" y="591"/>
                    <a:pt x="1383" y="466"/>
                    <a:pt x="26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2" name="Google Shape;1272;p73"/>
            <p:cNvSpPr/>
            <p:nvPr/>
          </p:nvSpPr>
          <p:spPr>
            <a:xfrm>
              <a:off x="14204880" y="7251927"/>
              <a:ext cx="421858" cy="81080"/>
            </a:xfrm>
            <a:custGeom>
              <a:rect b="b" l="l" r="r" t="t"/>
              <a:pathLst>
                <a:path extrusionOk="0" h="1148" w="5973">
                  <a:moveTo>
                    <a:pt x="282" y="0"/>
                  </a:moveTo>
                  <a:lnTo>
                    <a:pt x="0" y="564"/>
                  </a:lnTo>
                  <a:cubicBezTo>
                    <a:pt x="945" y="1006"/>
                    <a:pt x="2046" y="1148"/>
                    <a:pt x="3045" y="1148"/>
                  </a:cubicBezTo>
                  <a:cubicBezTo>
                    <a:pt x="4384" y="1148"/>
                    <a:pt x="5537" y="894"/>
                    <a:pt x="5878" y="768"/>
                  </a:cubicBezTo>
                  <a:cubicBezTo>
                    <a:pt x="5925" y="752"/>
                    <a:pt x="5956" y="737"/>
                    <a:pt x="5972" y="737"/>
                  </a:cubicBezTo>
                  <a:lnTo>
                    <a:pt x="5816" y="434"/>
                  </a:lnTo>
                  <a:lnTo>
                    <a:pt x="5721" y="204"/>
                  </a:lnTo>
                  <a:cubicBezTo>
                    <a:pt x="5514" y="303"/>
                    <a:pt x="4428" y="543"/>
                    <a:pt x="3150" y="543"/>
                  </a:cubicBezTo>
                  <a:cubicBezTo>
                    <a:pt x="2208" y="543"/>
                    <a:pt x="1160" y="412"/>
                    <a:pt x="28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3" name="Google Shape;1273;p73"/>
            <p:cNvSpPr/>
            <p:nvPr/>
          </p:nvSpPr>
          <p:spPr>
            <a:xfrm>
              <a:off x="13294843" y="5321251"/>
              <a:ext cx="71" cy="543620"/>
            </a:xfrm>
            <a:custGeom>
              <a:rect b="b" l="l" r="r" t="t"/>
              <a:pathLst>
                <a:path extrusionOk="0" h="7697" w="1">
                  <a:moveTo>
                    <a:pt x="1" y="7696"/>
                  </a:moveTo>
                  <a:lnTo>
                    <a:pt x="1" y="0"/>
                  </a:lnTo>
                </a:path>
              </a:pathLst>
            </a:custGeom>
            <a:solidFill>
              <a:srgbClr val="8383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4" name="Google Shape;1274;p73"/>
            <p:cNvSpPr/>
            <p:nvPr/>
          </p:nvSpPr>
          <p:spPr>
            <a:xfrm>
              <a:off x="13278245" y="5321251"/>
              <a:ext cx="34396" cy="543620"/>
            </a:xfrm>
            <a:custGeom>
              <a:rect b="b" l="l" r="r" t="t"/>
              <a:pathLst>
                <a:path extrusionOk="0" h="7697" w="487">
                  <a:moveTo>
                    <a:pt x="1" y="0"/>
                  </a:moveTo>
                  <a:lnTo>
                    <a:pt x="1" y="7696"/>
                  </a:lnTo>
                  <a:lnTo>
                    <a:pt x="487" y="7696"/>
                  </a:lnTo>
                  <a:lnTo>
                    <a:pt x="48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75" name="Google Shape;1275;p73"/>
          <p:cNvGrpSpPr/>
          <p:nvPr/>
        </p:nvGrpSpPr>
        <p:grpSpPr>
          <a:xfrm>
            <a:off x="9331363" y="4128016"/>
            <a:ext cx="3086776" cy="2783898"/>
            <a:chOff x="15005232" y="3558033"/>
            <a:chExt cx="2124124" cy="2005257"/>
          </a:xfrm>
        </p:grpSpPr>
        <p:sp>
          <p:nvSpPr>
            <p:cNvPr id="1276" name="Google Shape;1276;p73"/>
            <p:cNvSpPr/>
            <p:nvPr/>
          </p:nvSpPr>
          <p:spPr>
            <a:xfrm>
              <a:off x="15914139" y="3572088"/>
              <a:ext cx="1215217" cy="601464"/>
            </a:xfrm>
            <a:custGeom>
              <a:rect b="b" l="l" r="r" t="t"/>
              <a:pathLst>
                <a:path extrusionOk="0" h="8516" w="17206">
                  <a:moveTo>
                    <a:pt x="4797" y="1"/>
                  </a:moveTo>
                  <a:cubicBezTo>
                    <a:pt x="3950" y="142"/>
                    <a:pt x="2195" y="675"/>
                    <a:pt x="2195" y="675"/>
                  </a:cubicBezTo>
                  <a:cubicBezTo>
                    <a:pt x="0" y="3041"/>
                    <a:pt x="3370" y="6913"/>
                    <a:pt x="7461" y="8026"/>
                  </a:cubicBezTo>
                  <a:cubicBezTo>
                    <a:pt x="8703" y="8370"/>
                    <a:pt x="9804" y="8516"/>
                    <a:pt x="10762" y="8516"/>
                  </a:cubicBezTo>
                  <a:cubicBezTo>
                    <a:pt x="12948" y="8516"/>
                    <a:pt x="14384" y="7755"/>
                    <a:pt x="15016" y="6850"/>
                  </a:cubicBezTo>
                  <a:cubicBezTo>
                    <a:pt x="17205" y="3684"/>
                    <a:pt x="15617" y="735"/>
                    <a:pt x="11353" y="735"/>
                  </a:cubicBezTo>
                  <a:cubicBezTo>
                    <a:pt x="11037" y="735"/>
                    <a:pt x="10706" y="751"/>
                    <a:pt x="10361" y="784"/>
                  </a:cubicBezTo>
                  <a:cubicBezTo>
                    <a:pt x="9917" y="827"/>
                    <a:pt x="9495" y="845"/>
                    <a:pt x="9096" y="845"/>
                  </a:cubicBezTo>
                  <a:cubicBezTo>
                    <a:pt x="6403" y="845"/>
                    <a:pt x="4797" y="1"/>
                    <a:pt x="4797" y="1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7" name="Google Shape;1277;p73"/>
            <p:cNvSpPr/>
            <p:nvPr/>
          </p:nvSpPr>
          <p:spPr>
            <a:xfrm>
              <a:off x="16404507" y="3825641"/>
              <a:ext cx="58762" cy="59821"/>
            </a:xfrm>
            <a:custGeom>
              <a:rect b="b" l="l" r="r" t="t"/>
              <a:pathLst>
                <a:path extrusionOk="0" h="847" w="832">
                  <a:moveTo>
                    <a:pt x="424" y="0"/>
                  </a:moveTo>
                  <a:cubicBezTo>
                    <a:pt x="189" y="0"/>
                    <a:pt x="1" y="188"/>
                    <a:pt x="1" y="423"/>
                  </a:cubicBezTo>
                  <a:cubicBezTo>
                    <a:pt x="1" y="658"/>
                    <a:pt x="189" y="846"/>
                    <a:pt x="424" y="846"/>
                  </a:cubicBezTo>
                  <a:cubicBezTo>
                    <a:pt x="644" y="846"/>
                    <a:pt x="832" y="658"/>
                    <a:pt x="832" y="423"/>
                  </a:cubicBezTo>
                  <a:cubicBezTo>
                    <a:pt x="832" y="188"/>
                    <a:pt x="644" y="0"/>
                    <a:pt x="4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8" name="Google Shape;1278;p73"/>
            <p:cNvSpPr/>
            <p:nvPr/>
          </p:nvSpPr>
          <p:spPr>
            <a:xfrm>
              <a:off x="15469114" y="4137038"/>
              <a:ext cx="502656" cy="574272"/>
            </a:xfrm>
            <a:custGeom>
              <a:rect b="b" l="l" r="r" t="t"/>
              <a:pathLst>
                <a:path extrusionOk="0" h="8131" w="7117">
                  <a:moveTo>
                    <a:pt x="4061" y="0"/>
                  </a:moveTo>
                  <a:cubicBezTo>
                    <a:pt x="2917" y="0"/>
                    <a:pt x="1851" y="734"/>
                    <a:pt x="1474" y="1892"/>
                  </a:cubicBezTo>
                  <a:lnTo>
                    <a:pt x="0" y="6453"/>
                  </a:lnTo>
                  <a:lnTo>
                    <a:pt x="5173" y="8130"/>
                  </a:lnTo>
                  <a:lnTo>
                    <a:pt x="6662" y="3569"/>
                  </a:lnTo>
                  <a:cubicBezTo>
                    <a:pt x="7116" y="2143"/>
                    <a:pt x="6333" y="607"/>
                    <a:pt x="4906" y="137"/>
                  </a:cubicBezTo>
                  <a:cubicBezTo>
                    <a:pt x="4626" y="44"/>
                    <a:pt x="4341" y="0"/>
                    <a:pt x="4061" y="0"/>
                  </a:cubicBezTo>
                  <a:close/>
                </a:path>
              </a:pathLst>
            </a:custGeom>
            <a:solidFill>
              <a:srgbClr val="FFD1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9" name="Google Shape;1279;p73"/>
            <p:cNvSpPr/>
            <p:nvPr/>
          </p:nvSpPr>
          <p:spPr>
            <a:xfrm>
              <a:off x="15753602" y="4138875"/>
              <a:ext cx="874651" cy="810451"/>
            </a:xfrm>
            <a:custGeom>
              <a:rect b="b" l="l" r="r" t="t"/>
              <a:pathLst>
                <a:path extrusionOk="0" h="11475" w="12384">
                  <a:moveTo>
                    <a:pt x="0" y="1"/>
                  </a:moveTo>
                  <a:lnTo>
                    <a:pt x="0" y="9217"/>
                  </a:lnTo>
                  <a:cubicBezTo>
                    <a:pt x="0" y="10471"/>
                    <a:pt x="1019" y="11474"/>
                    <a:pt x="2258" y="11474"/>
                  </a:cubicBezTo>
                  <a:lnTo>
                    <a:pt x="10126" y="11474"/>
                  </a:lnTo>
                  <a:cubicBezTo>
                    <a:pt x="11380" y="11474"/>
                    <a:pt x="12383" y="10471"/>
                    <a:pt x="12383" y="9217"/>
                  </a:cubicBezTo>
                  <a:lnTo>
                    <a:pt x="12383" y="1"/>
                  </a:lnTo>
                  <a:close/>
                </a:path>
              </a:pathLst>
            </a:custGeom>
            <a:solidFill>
              <a:srgbClr val="FFD1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0" name="Google Shape;1280;p73"/>
            <p:cNvSpPr/>
            <p:nvPr/>
          </p:nvSpPr>
          <p:spPr>
            <a:xfrm>
              <a:off x="15753602" y="4402386"/>
              <a:ext cx="29946" cy="320013"/>
            </a:xfrm>
            <a:custGeom>
              <a:rect b="b" l="l" r="r" t="t"/>
              <a:pathLst>
                <a:path extrusionOk="0" h="4531" w="424">
                  <a:moveTo>
                    <a:pt x="16" y="0"/>
                  </a:moveTo>
                  <a:lnTo>
                    <a:pt x="0" y="4530"/>
                  </a:lnTo>
                  <a:lnTo>
                    <a:pt x="408" y="4530"/>
                  </a:lnTo>
                  <a:lnTo>
                    <a:pt x="42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1" name="Google Shape;1281;p73"/>
            <p:cNvSpPr/>
            <p:nvPr/>
          </p:nvSpPr>
          <p:spPr>
            <a:xfrm>
              <a:off x="16374631" y="3869925"/>
              <a:ext cx="58762" cy="58691"/>
            </a:xfrm>
            <a:custGeom>
              <a:rect b="b" l="l" r="r" t="t"/>
              <a:pathLst>
                <a:path extrusionOk="0" h="831" w="832">
                  <a:moveTo>
                    <a:pt x="408" y="0"/>
                  </a:moveTo>
                  <a:cubicBezTo>
                    <a:pt x="189" y="0"/>
                    <a:pt x="1" y="188"/>
                    <a:pt x="1" y="408"/>
                  </a:cubicBezTo>
                  <a:cubicBezTo>
                    <a:pt x="1" y="643"/>
                    <a:pt x="189" y="831"/>
                    <a:pt x="408" y="831"/>
                  </a:cubicBezTo>
                  <a:cubicBezTo>
                    <a:pt x="643" y="831"/>
                    <a:pt x="832" y="643"/>
                    <a:pt x="832" y="408"/>
                  </a:cubicBezTo>
                  <a:cubicBezTo>
                    <a:pt x="832" y="188"/>
                    <a:pt x="643" y="0"/>
                    <a:pt x="40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2" name="Google Shape;1282;p73"/>
            <p:cNvSpPr/>
            <p:nvPr/>
          </p:nvSpPr>
          <p:spPr>
            <a:xfrm>
              <a:off x="15005232" y="4587219"/>
              <a:ext cx="1045146" cy="730783"/>
            </a:xfrm>
            <a:custGeom>
              <a:rect b="b" l="l" r="r" t="t"/>
              <a:pathLst>
                <a:path extrusionOk="0" h="10347" w="14798">
                  <a:moveTo>
                    <a:pt x="628" y="1"/>
                  </a:moveTo>
                  <a:cubicBezTo>
                    <a:pt x="267" y="1"/>
                    <a:pt x="1" y="283"/>
                    <a:pt x="1" y="628"/>
                  </a:cubicBezTo>
                  <a:lnTo>
                    <a:pt x="1" y="9719"/>
                  </a:lnTo>
                  <a:cubicBezTo>
                    <a:pt x="1" y="10064"/>
                    <a:pt x="267" y="10346"/>
                    <a:pt x="628" y="10346"/>
                  </a:cubicBezTo>
                  <a:lnTo>
                    <a:pt x="14170" y="10346"/>
                  </a:lnTo>
                  <a:cubicBezTo>
                    <a:pt x="14531" y="10346"/>
                    <a:pt x="14797" y="10064"/>
                    <a:pt x="14797" y="9719"/>
                  </a:cubicBezTo>
                  <a:lnTo>
                    <a:pt x="14797" y="628"/>
                  </a:lnTo>
                  <a:cubicBezTo>
                    <a:pt x="14797" y="283"/>
                    <a:pt x="14531" y="1"/>
                    <a:pt x="14170" y="1"/>
                  </a:cubicBezTo>
                  <a:close/>
                </a:path>
              </a:pathLst>
            </a:custGeom>
            <a:solidFill>
              <a:srgbClr val="99761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3" name="Google Shape;1283;p73"/>
            <p:cNvSpPr/>
            <p:nvPr/>
          </p:nvSpPr>
          <p:spPr>
            <a:xfrm>
              <a:off x="15005232" y="5372174"/>
              <a:ext cx="1046205" cy="89697"/>
            </a:xfrm>
            <a:custGeom>
              <a:rect b="b" l="l" r="r" t="t"/>
              <a:pathLst>
                <a:path extrusionOk="0" h="1270" w="14813">
                  <a:moveTo>
                    <a:pt x="1" y="0"/>
                  </a:moveTo>
                  <a:lnTo>
                    <a:pt x="1" y="721"/>
                  </a:lnTo>
                  <a:cubicBezTo>
                    <a:pt x="1" y="1019"/>
                    <a:pt x="236" y="1270"/>
                    <a:pt x="549" y="1270"/>
                  </a:cubicBezTo>
                  <a:lnTo>
                    <a:pt x="14249" y="1270"/>
                  </a:lnTo>
                  <a:cubicBezTo>
                    <a:pt x="14562" y="1270"/>
                    <a:pt x="14813" y="1019"/>
                    <a:pt x="14813" y="721"/>
                  </a:cubicBezTo>
                  <a:lnTo>
                    <a:pt x="14813" y="0"/>
                  </a:ln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4" name="Google Shape;1284;p73"/>
            <p:cNvSpPr/>
            <p:nvPr/>
          </p:nvSpPr>
          <p:spPr>
            <a:xfrm>
              <a:off x="15462475" y="4887245"/>
              <a:ext cx="130661" cy="130732"/>
            </a:xfrm>
            <a:custGeom>
              <a:rect b="b" l="l" r="r" t="t"/>
              <a:pathLst>
                <a:path extrusionOk="0" h="1851" w="1850">
                  <a:moveTo>
                    <a:pt x="925" y="1"/>
                  </a:moveTo>
                  <a:cubicBezTo>
                    <a:pt x="423" y="1"/>
                    <a:pt x="0" y="424"/>
                    <a:pt x="0" y="925"/>
                  </a:cubicBezTo>
                  <a:cubicBezTo>
                    <a:pt x="0" y="1443"/>
                    <a:pt x="423" y="1850"/>
                    <a:pt x="925" y="1850"/>
                  </a:cubicBezTo>
                  <a:cubicBezTo>
                    <a:pt x="1427" y="1850"/>
                    <a:pt x="1850" y="1443"/>
                    <a:pt x="1850" y="925"/>
                  </a:cubicBezTo>
                  <a:cubicBezTo>
                    <a:pt x="1850" y="424"/>
                    <a:pt x="1427" y="1"/>
                    <a:pt x="925" y="1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5" name="Google Shape;1285;p73"/>
            <p:cNvSpPr/>
            <p:nvPr/>
          </p:nvSpPr>
          <p:spPr>
            <a:xfrm>
              <a:off x="15947334" y="4142900"/>
              <a:ext cx="958768" cy="1420390"/>
            </a:xfrm>
            <a:custGeom>
              <a:rect b="b" l="l" r="r" t="t"/>
              <a:pathLst>
                <a:path extrusionOk="0" h="20111" w="13575">
                  <a:moveTo>
                    <a:pt x="10016" y="1"/>
                  </a:moveTo>
                  <a:cubicBezTo>
                    <a:pt x="9959" y="1"/>
                    <a:pt x="9901" y="3"/>
                    <a:pt x="9844" y="7"/>
                  </a:cubicBezTo>
                  <a:cubicBezTo>
                    <a:pt x="8449" y="101"/>
                    <a:pt x="7399" y="1292"/>
                    <a:pt x="7493" y="2687"/>
                  </a:cubicBezTo>
                  <a:lnTo>
                    <a:pt x="8292" y="14662"/>
                  </a:lnTo>
                  <a:lnTo>
                    <a:pt x="2947" y="13925"/>
                  </a:lnTo>
                  <a:cubicBezTo>
                    <a:pt x="2832" y="13909"/>
                    <a:pt x="2718" y="13902"/>
                    <a:pt x="2604" y="13902"/>
                  </a:cubicBezTo>
                  <a:cubicBezTo>
                    <a:pt x="1374" y="13902"/>
                    <a:pt x="282" y="14810"/>
                    <a:pt x="110" y="16073"/>
                  </a:cubicBezTo>
                  <a:cubicBezTo>
                    <a:pt x="0" y="16841"/>
                    <a:pt x="251" y="17577"/>
                    <a:pt x="737" y="18110"/>
                  </a:cubicBezTo>
                  <a:cubicBezTo>
                    <a:pt x="1129" y="18534"/>
                    <a:pt x="1646" y="18831"/>
                    <a:pt x="2258" y="18910"/>
                  </a:cubicBezTo>
                  <a:lnTo>
                    <a:pt x="10659" y="20085"/>
                  </a:lnTo>
                  <a:cubicBezTo>
                    <a:pt x="10776" y="20102"/>
                    <a:pt x="10893" y="20111"/>
                    <a:pt x="11009" y="20111"/>
                  </a:cubicBezTo>
                  <a:cubicBezTo>
                    <a:pt x="11640" y="20111"/>
                    <a:pt x="12249" y="19864"/>
                    <a:pt x="12712" y="19427"/>
                  </a:cubicBezTo>
                  <a:cubicBezTo>
                    <a:pt x="13277" y="18910"/>
                    <a:pt x="13574" y="18173"/>
                    <a:pt x="13512" y="17421"/>
                  </a:cubicBezTo>
                  <a:lnTo>
                    <a:pt x="12524" y="2358"/>
                  </a:lnTo>
                  <a:cubicBezTo>
                    <a:pt x="12434" y="1021"/>
                    <a:pt x="11322" y="1"/>
                    <a:pt x="10016" y="1"/>
                  </a:cubicBezTo>
                  <a:close/>
                </a:path>
              </a:pathLst>
            </a:custGeom>
            <a:solidFill>
              <a:srgbClr val="FDA7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6" name="Google Shape;1286;p73"/>
            <p:cNvSpPr/>
            <p:nvPr/>
          </p:nvSpPr>
          <p:spPr>
            <a:xfrm>
              <a:off x="15585791" y="4983298"/>
              <a:ext cx="678236" cy="502656"/>
            </a:xfrm>
            <a:custGeom>
              <a:rect b="b" l="l" r="r" t="t"/>
              <a:pathLst>
                <a:path extrusionOk="0" h="7117" w="9603">
                  <a:moveTo>
                    <a:pt x="2870" y="0"/>
                  </a:moveTo>
                  <a:cubicBezTo>
                    <a:pt x="2324" y="0"/>
                    <a:pt x="4775" y="1838"/>
                    <a:pt x="4775" y="1838"/>
                  </a:cubicBezTo>
                  <a:cubicBezTo>
                    <a:pt x="4775" y="1838"/>
                    <a:pt x="2204" y="1431"/>
                    <a:pt x="1044" y="992"/>
                  </a:cubicBezTo>
                  <a:cubicBezTo>
                    <a:pt x="979" y="967"/>
                    <a:pt x="921" y="955"/>
                    <a:pt x="868" y="955"/>
                  </a:cubicBezTo>
                  <a:cubicBezTo>
                    <a:pt x="1" y="955"/>
                    <a:pt x="846" y="4220"/>
                    <a:pt x="1985" y="5240"/>
                  </a:cubicBezTo>
                  <a:cubicBezTo>
                    <a:pt x="3082" y="6223"/>
                    <a:pt x="6450" y="7116"/>
                    <a:pt x="8383" y="7116"/>
                  </a:cubicBezTo>
                  <a:cubicBezTo>
                    <a:pt x="8575" y="7116"/>
                    <a:pt x="8753" y="7108"/>
                    <a:pt x="8913" y="7089"/>
                  </a:cubicBezTo>
                  <a:lnTo>
                    <a:pt x="9602" y="2183"/>
                  </a:lnTo>
                  <a:cubicBezTo>
                    <a:pt x="9602" y="2183"/>
                    <a:pt x="6091" y="1384"/>
                    <a:pt x="3646" y="271"/>
                  </a:cubicBezTo>
                  <a:cubicBezTo>
                    <a:pt x="3226" y="80"/>
                    <a:pt x="2983" y="0"/>
                    <a:pt x="2870" y="0"/>
                  </a:cubicBezTo>
                  <a:close/>
                </a:path>
              </a:pathLst>
            </a:custGeom>
            <a:solidFill>
              <a:srgbClr val="FDA7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7" name="Google Shape;1287;p73"/>
            <p:cNvSpPr/>
            <p:nvPr/>
          </p:nvSpPr>
          <p:spPr>
            <a:xfrm>
              <a:off x="15617432" y="5116431"/>
              <a:ext cx="283499" cy="125152"/>
            </a:xfrm>
            <a:custGeom>
              <a:rect b="b" l="l" r="r" t="t"/>
              <a:pathLst>
                <a:path extrusionOk="0" h="1772" w="4014">
                  <a:moveTo>
                    <a:pt x="189" y="0"/>
                  </a:moveTo>
                  <a:lnTo>
                    <a:pt x="1" y="361"/>
                  </a:lnTo>
                  <a:cubicBezTo>
                    <a:pt x="110" y="423"/>
                    <a:pt x="2461" y="1568"/>
                    <a:pt x="3950" y="1771"/>
                  </a:cubicBezTo>
                  <a:lnTo>
                    <a:pt x="4013" y="1380"/>
                  </a:lnTo>
                  <a:cubicBezTo>
                    <a:pt x="2587" y="1176"/>
                    <a:pt x="204" y="16"/>
                    <a:pt x="18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8" name="Google Shape;1288;p73"/>
            <p:cNvSpPr/>
            <p:nvPr/>
          </p:nvSpPr>
          <p:spPr>
            <a:xfrm>
              <a:off x="15629580" y="5196099"/>
              <a:ext cx="299037" cy="152838"/>
            </a:xfrm>
            <a:custGeom>
              <a:rect b="b" l="l" r="r" t="t"/>
              <a:pathLst>
                <a:path extrusionOk="0" h="2164" w="4234">
                  <a:moveTo>
                    <a:pt x="314" y="1"/>
                  </a:moveTo>
                  <a:lnTo>
                    <a:pt x="189" y="158"/>
                  </a:lnTo>
                  <a:lnTo>
                    <a:pt x="1" y="220"/>
                  </a:lnTo>
                  <a:cubicBezTo>
                    <a:pt x="1" y="220"/>
                    <a:pt x="17" y="236"/>
                    <a:pt x="32" y="267"/>
                  </a:cubicBezTo>
                  <a:cubicBezTo>
                    <a:pt x="330" y="596"/>
                    <a:pt x="2525" y="1960"/>
                    <a:pt x="4186" y="2164"/>
                  </a:cubicBezTo>
                  <a:lnTo>
                    <a:pt x="4233" y="1772"/>
                  </a:lnTo>
                  <a:cubicBezTo>
                    <a:pt x="2556" y="1553"/>
                    <a:pt x="534" y="173"/>
                    <a:pt x="31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9" name="Google Shape;1289;p73"/>
            <p:cNvSpPr/>
            <p:nvPr/>
          </p:nvSpPr>
          <p:spPr>
            <a:xfrm>
              <a:off x="15661716" y="5274707"/>
              <a:ext cx="267961" cy="147329"/>
            </a:xfrm>
            <a:custGeom>
              <a:rect b="b" l="l" r="r" t="t"/>
              <a:pathLst>
                <a:path extrusionOk="0" h="2086" w="3794">
                  <a:moveTo>
                    <a:pt x="345" y="1"/>
                  </a:moveTo>
                  <a:lnTo>
                    <a:pt x="189" y="110"/>
                  </a:lnTo>
                  <a:lnTo>
                    <a:pt x="359" y="17"/>
                  </a:lnTo>
                  <a:lnTo>
                    <a:pt x="359" y="17"/>
                  </a:lnTo>
                  <a:cubicBezTo>
                    <a:pt x="359" y="17"/>
                    <a:pt x="359" y="17"/>
                    <a:pt x="359" y="17"/>
                  </a:cubicBezTo>
                  <a:lnTo>
                    <a:pt x="359" y="17"/>
                  </a:lnTo>
                  <a:lnTo>
                    <a:pt x="361" y="16"/>
                  </a:lnTo>
                  <a:lnTo>
                    <a:pt x="359" y="17"/>
                  </a:lnTo>
                  <a:lnTo>
                    <a:pt x="359" y="17"/>
                  </a:lnTo>
                  <a:cubicBezTo>
                    <a:pt x="354" y="11"/>
                    <a:pt x="349" y="6"/>
                    <a:pt x="345" y="1"/>
                  </a:cubicBezTo>
                  <a:close/>
                  <a:moveTo>
                    <a:pt x="359" y="17"/>
                  </a:moveTo>
                  <a:lnTo>
                    <a:pt x="1" y="220"/>
                  </a:lnTo>
                  <a:cubicBezTo>
                    <a:pt x="16" y="220"/>
                    <a:pt x="32" y="236"/>
                    <a:pt x="48" y="267"/>
                  </a:cubicBezTo>
                  <a:cubicBezTo>
                    <a:pt x="330" y="581"/>
                    <a:pt x="2007" y="1929"/>
                    <a:pt x="3747" y="2085"/>
                  </a:cubicBezTo>
                  <a:lnTo>
                    <a:pt x="3794" y="1678"/>
                  </a:lnTo>
                  <a:cubicBezTo>
                    <a:pt x="2185" y="1540"/>
                    <a:pt x="592" y="279"/>
                    <a:pt x="359" y="17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0" name="Google Shape;1290;p73"/>
            <p:cNvSpPr/>
            <p:nvPr/>
          </p:nvSpPr>
          <p:spPr>
            <a:xfrm>
              <a:off x="16468778" y="4127786"/>
              <a:ext cx="391912" cy="533732"/>
            </a:xfrm>
            <a:custGeom>
              <a:rect b="b" l="l" r="r" t="t"/>
              <a:pathLst>
                <a:path extrusionOk="0" h="7557" w="5549">
                  <a:moveTo>
                    <a:pt x="2738" y="1"/>
                  </a:moveTo>
                  <a:cubicBezTo>
                    <a:pt x="2719" y="1"/>
                    <a:pt x="2700" y="1"/>
                    <a:pt x="2680" y="1"/>
                  </a:cubicBezTo>
                  <a:cubicBezTo>
                    <a:pt x="1191" y="32"/>
                    <a:pt x="0" y="1271"/>
                    <a:pt x="31" y="2760"/>
                  </a:cubicBezTo>
                  <a:lnTo>
                    <a:pt x="125" y="7556"/>
                  </a:lnTo>
                  <a:lnTo>
                    <a:pt x="5549" y="7431"/>
                  </a:lnTo>
                  <a:lnTo>
                    <a:pt x="5455" y="2650"/>
                  </a:lnTo>
                  <a:cubicBezTo>
                    <a:pt x="5424" y="1180"/>
                    <a:pt x="4217" y="1"/>
                    <a:pt x="2738" y="1"/>
                  </a:cubicBezTo>
                  <a:close/>
                </a:path>
              </a:pathLst>
            </a:custGeom>
            <a:solidFill>
              <a:srgbClr val="FFD1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1" name="Google Shape;1291;p73"/>
            <p:cNvSpPr/>
            <p:nvPr/>
          </p:nvSpPr>
          <p:spPr>
            <a:xfrm>
              <a:off x="16457689" y="4428942"/>
              <a:ext cx="42094" cy="321143"/>
            </a:xfrm>
            <a:custGeom>
              <a:rect b="b" l="l" r="r" t="t"/>
              <a:pathLst>
                <a:path extrusionOk="0" h="4547" w="596">
                  <a:moveTo>
                    <a:pt x="408" y="1"/>
                  </a:moveTo>
                  <a:lnTo>
                    <a:pt x="0" y="32"/>
                  </a:lnTo>
                  <a:lnTo>
                    <a:pt x="188" y="4546"/>
                  </a:lnTo>
                  <a:lnTo>
                    <a:pt x="596" y="4530"/>
                  </a:lnTo>
                  <a:lnTo>
                    <a:pt x="408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2" name="Google Shape;1292;p73"/>
            <p:cNvSpPr/>
            <p:nvPr/>
          </p:nvSpPr>
          <p:spPr>
            <a:xfrm>
              <a:off x="15896411" y="3577597"/>
              <a:ext cx="515934" cy="516005"/>
            </a:xfrm>
            <a:custGeom>
              <a:rect b="b" l="l" r="r" t="t"/>
              <a:pathLst>
                <a:path extrusionOk="0" h="7306" w="7305">
                  <a:moveTo>
                    <a:pt x="3653" y="1"/>
                  </a:moveTo>
                  <a:cubicBezTo>
                    <a:pt x="1631" y="1"/>
                    <a:pt x="0" y="1631"/>
                    <a:pt x="0" y="3653"/>
                  </a:cubicBezTo>
                  <a:cubicBezTo>
                    <a:pt x="0" y="5675"/>
                    <a:pt x="1631" y="7305"/>
                    <a:pt x="3653" y="7305"/>
                  </a:cubicBezTo>
                  <a:cubicBezTo>
                    <a:pt x="5675" y="7305"/>
                    <a:pt x="7305" y="5675"/>
                    <a:pt x="7305" y="3653"/>
                  </a:cubicBezTo>
                  <a:cubicBezTo>
                    <a:pt x="7305" y="1631"/>
                    <a:pt x="5675" y="1"/>
                    <a:pt x="3653" y="1"/>
                  </a:cubicBezTo>
                  <a:close/>
                </a:path>
              </a:pathLst>
            </a:custGeom>
            <a:solidFill>
              <a:srgbClr val="FDA7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3" name="Google Shape;1293;p73"/>
            <p:cNvSpPr/>
            <p:nvPr/>
          </p:nvSpPr>
          <p:spPr>
            <a:xfrm>
              <a:off x="15963931" y="3880943"/>
              <a:ext cx="117454" cy="63212"/>
            </a:xfrm>
            <a:custGeom>
              <a:rect b="b" l="l" r="r" t="t"/>
              <a:pathLst>
                <a:path extrusionOk="0" h="895" w="1663">
                  <a:moveTo>
                    <a:pt x="1390" y="0"/>
                  </a:moveTo>
                  <a:cubicBezTo>
                    <a:pt x="1349" y="0"/>
                    <a:pt x="1308" y="11"/>
                    <a:pt x="1270" y="32"/>
                  </a:cubicBezTo>
                  <a:cubicBezTo>
                    <a:pt x="1255" y="32"/>
                    <a:pt x="737" y="346"/>
                    <a:pt x="236" y="408"/>
                  </a:cubicBezTo>
                  <a:cubicBezTo>
                    <a:pt x="95" y="424"/>
                    <a:pt x="1" y="549"/>
                    <a:pt x="16" y="675"/>
                  </a:cubicBezTo>
                  <a:cubicBezTo>
                    <a:pt x="32" y="800"/>
                    <a:pt x="142" y="894"/>
                    <a:pt x="267" y="894"/>
                  </a:cubicBezTo>
                  <a:lnTo>
                    <a:pt x="283" y="894"/>
                  </a:lnTo>
                  <a:cubicBezTo>
                    <a:pt x="910" y="816"/>
                    <a:pt x="1490" y="455"/>
                    <a:pt x="1521" y="440"/>
                  </a:cubicBezTo>
                  <a:cubicBezTo>
                    <a:pt x="1631" y="377"/>
                    <a:pt x="1662" y="220"/>
                    <a:pt x="1599" y="110"/>
                  </a:cubicBezTo>
                  <a:cubicBezTo>
                    <a:pt x="1548" y="38"/>
                    <a:pt x="1469" y="0"/>
                    <a:pt x="139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4" name="Google Shape;1294;p73"/>
            <p:cNvSpPr/>
            <p:nvPr/>
          </p:nvSpPr>
          <p:spPr>
            <a:xfrm>
              <a:off x="16040351" y="3775284"/>
              <a:ext cx="116253" cy="49298"/>
            </a:xfrm>
            <a:custGeom>
              <a:rect b="b" l="l" r="r" t="t"/>
              <a:pathLst>
                <a:path extrusionOk="0" h="698" w="1646">
                  <a:moveTo>
                    <a:pt x="772" y="1"/>
                  </a:moveTo>
                  <a:cubicBezTo>
                    <a:pt x="551" y="1"/>
                    <a:pt x="315" y="73"/>
                    <a:pt x="94" y="274"/>
                  </a:cubicBezTo>
                  <a:cubicBezTo>
                    <a:pt x="0" y="368"/>
                    <a:pt x="0" y="525"/>
                    <a:pt x="94" y="619"/>
                  </a:cubicBezTo>
                  <a:cubicBezTo>
                    <a:pt x="137" y="670"/>
                    <a:pt x="202" y="698"/>
                    <a:pt x="268" y="698"/>
                  </a:cubicBezTo>
                  <a:cubicBezTo>
                    <a:pt x="324" y="698"/>
                    <a:pt x="380" y="678"/>
                    <a:pt x="423" y="635"/>
                  </a:cubicBezTo>
                  <a:cubicBezTo>
                    <a:pt x="543" y="526"/>
                    <a:pt x="669" y="489"/>
                    <a:pt x="785" y="489"/>
                  </a:cubicBezTo>
                  <a:cubicBezTo>
                    <a:pt x="1019" y="489"/>
                    <a:pt x="1212" y="640"/>
                    <a:pt x="1223" y="650"/>
                  </a:cubicBezTo>
                  <a:cubicBezTo>
                    <a:pt x="1270" y="682"/>
                    <a:pt x="1317" y="697"/>
                    <a:pt x="1379" y="697"/>
                  </a:cubicBezTo>
                  <a:cubicBezTo>
                    <a:pt x="1442" y="697"/>
                    <a:pt x="1521" y="666"/>
                    <a:pt x="1568" y="603"/>
                  </a:cubicBezTo>
                  <a:cubicBezTo>
                    <a:pt x="1646" y="494"/>
                    <a:pt x="1630" y="353"/>
                    <a:pt x="1521" y="274"/>
                  </a:cubicBezTo>
                  <a:cubicBezTo>
                    <a:pt x="1364" y="146"/>
                    <a:pt x="1084" y="1"/>
                    <a:pt x="77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5" name="Google Shape;1295;p73"/>
            <p:cNvSpPr/>
            <p:nvPr/>
          </p:nvSpPr>
          <p:spPr>
            <a:xfrm>
              <a:off x="15878684" y="3774648"/>
              <a:ext cx="106365" cy="48874"/>
            </a:xfrm>
            <a:custGeom>
              <a:rect b="b" l="l" r="r" t="t"/>
              <a:pathLst>
                <a:path extrusionOk="0" h="692" w="1506">
                  <a:moveTo>
                    <a:pt x="713" y="0"/>
                  </a:moveTo>
                  <a:cubicBezTo>
                    <a:pt x="501" y="0"/>
                    <a:pt x="278" y="77"/>
                    <a:pt x="79" y="283"/>
                  </a:cubicBezTo>
                  <a:cubicBezTo>
                    <a:pt x="1" y="377"/>
                    <a:pt x="1" y="534"/>
                    <a:pt x="95" y="628"/>
                  </a:cubicBezTo>
                  <a:cubicBezTo>
                    <a:pt x="142" y="675"/>
                    <a:pt x="204" y="691"/>
                    <a:pt x="251" y="691"/>
                  </a:cubicBezTo>
                  <a:cubicBezTo>
                    <a:pt x="330" y="691"/>
                    <a:pt x="393" y="659"/>
                    <a:pt x="440" y="612"/>
                  </a:cubicBezTo>
                  <a:cubicBezTo>
                    <a:pt x="532" y="514"/>
                    <a:pt x="631" y="480"/>
                    <a:pt x="722" y="480"/>
                  </a:cubicBezTo>
                  <a:cubicBezTo>
                    <a:pt x="892" y="480"/>
                    <a:pt x="1036" y="597"/>
                    <a:pt x="1067" y="628"/>
                  </a:cubicBezTo>
                  <a:cubicBezTo>
                    <a:pt x="1117" y="671"/>
                    <a:pt x="1174" y="691"/>
                    <a:pt x="1230" y="691"/>
                  </a:cubicBezTo>
                  <a:cubicBezTo>
                    <a:pt x="1296" y="691"/>
                    <a:pt x="1360" y="663"/>
                    <a:pt x="1411" y="612"/>
                  </a:cubicBezTo>
                  <a:cubicBezTo>
                    <a:pt x="1505" y="518"/>
                    <a:pt x="1490" y="362"/>
                    <a:pt x="1396" y="267"/>
                  </a:cubicBezTo>
                  <a:cubicBezTo>
                    <a:pt x="1237" y="127"/>
                    <a:pt x="985" y="0"/>
                    <a:pt x="713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6" name="Google Shape;1296;p73"/>
            <p:cNvSpPr/>
            <p:nvPr/>
          </p:nvSpPr>
          <p:spPr>
            <a:xfrm>
              <a:off x="16348075" y="3756991"/>
              <a:ext cx="129601" cy="129601"/>
            </a:xfrm>
            <a:custGeom>
              <a:rect b="b" l="l" r="r" t="t"/>
              <a:pathLst>
                <a:path extrusionOk="0" h="1835" w="1835">
                  <a:moveTo>
                    <a:pt x="910" y="0"/>
                  </a:moveTo>
                  <a:cubicBezTo>
                    <a:pt x="408" y="0"/>
                    <a:pt x="1" y="408"/>
                    <a:pt x="1" y="925"/>
                  </a:cubicBezTo>
                  <a:cubicBezTo>
                    <a:pt x="1" y="1427"/>
                    <a:pt x="408" y="1834"/>
                    <a:pt x="910" y="1834"/>
                  </a:cubicBezTo>
                  <a:cubicBezTo>
                    <a:pt x="1427" y="1834"/>
                    <a:pt x="1834" y="1427"/>
                    <a:pt x="1834" y="925"/>
                  </a:cubicBezTo>
                  <a:cubicBezTo>
                    <a:pt x="1834" y="408"/>
                    <a:pt x="1427" y="0"/>
                    <a:pt x="910" y="0"/>
                  </a:cubicBezTo>
                  <a:close/>
                </a:path>
              </a:pathLst>
            </a:custGeom>
            <a:solidFill>
              <a:srgbClr val="FDA7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7" name="Google Shape;1297;p73"/>
            <p:cNvSpPr/>
            <p:nvPr/>
          </p:nvSpPr>
          <p:spPr>
            <a:xfrm>
              <a:off x="16050309" y="3558033"/>
              <a:ext cx="335481" cy="208280"/>
            </a:xfrm>
            <a:custGeom>
              <a:rect b="b" l="l" r="r" t="t"/>
              <a:pathLst>
                <a:path extrusionOk="0" h="2949" w="4750">
                  <a:moveTo>
                    <a:pt x="1823" y="1"/>
                  </a:moveTo>
                  <a:cubicBezTo>
                    <a:pt x="1151" y="1"/>
                    <a:pt x="497" y="188"/>
                    <a:pt x="0" y="482"/>
                  </a:cubicBezTo>
                  <a:cubicBezTo>
                    <a:pt x="0" y="482"/>
                    <a:pt x="1768" y="2949"/>
                    <a:pt x="4163" y="2949"/>
                  </a:cubicBezTo>
                  <a:cubicBezTo>
                    <a:pt x="4330" y="2949"/>
                    <a:pt x="4499" y="2937"/>
                    <a:pt x="4671" y="2911"/>
                  </a:cubicBezTo>
                  <a:cubicBezTo>
                    <a:pt x="4671" y="2911"/>
                    <a:pt x="4750" y="1360"/>
                    <a:pt x="3621" y="544"/>
                  </a:cubicBezTo>
                  <a:cubicBezTo>
                    <a:pt x="3079" y="161"/>
                    <a:pt x="2444" y="1"/>
                    <a:pt x="1823" y="1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H">
  <a:themeElements>
    <a:clrScheme name="Simple Light">
      <a:dk1>
        <a:srgbClr val="263238"/>
      </a:dk1>
      <a:lt1>
        <a:srgbClr val="FFFFFF"/>
      </a:lt1>
      <a:dk2>
        <a:srgbClr val="B9A7F7"/>
      </a:dk2>
      <a:lt2>
        <a:srgbClr val="F0EEE8"/>
      </a:lt2>
      <a:accent1>
        <a:srgbClr val="997610"/>
      </a:accent1>
      <a:accent2>
        <a:srgbClr val="CC9E15"/>
      </a:accent2>
      <a:accent3>
        <a:srgbClr val="FFC51A"/>
      </a:accent3>
      <a:accent4>
        <a:srgbClr val="FFD148"/>
      </a:accent4>
      <a:accent5>
        <a:srgbClr val="FF7059"/>
      </a:accent5>
      <a:accent6>
        <a:srgbClr val="00CC7E"/>
      </a:accent6>
      <a:hlink>
        <a:srgbClr val="423AC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DH">
  <a:themeElements>
    <a:clrScheme name="Simple Light">
      <a:dk1>
        <a:srgbClr val="263238"/>
      </a:dk1>
      <a:lt1>
        <a:srgbClr val="FFFFFF"/>
      </a:lt1>
      <a:dk2>
        <a:srgbClr val="B9A7F7"/>
      </a:dk2>
      <a:lt2>
        <a:srgbClr val="F0EEE8"/>
      </a:lt2>
      <a:accent1>
        <a:srgbClr val="997610"/>
      </a:accent1>
      <a:accent2>
        <a:srgbClr val="CC9E15"/>
      </a:accent2>
      <a:accent3>
        <a:srgbClr val="FFC51A"/>
      </a:accent3>
      <a:accent4>
        <a:srgbClr val="FFD148"/>
      </a:accent4>
      <a:accent5>
        <a:srgbClr val="FF7059"/>
      </a:accent5>
      <a:accent6>
        <a:srgbClr val="00CC7E"/>
      </a:accent6>
      <a:hlink>
        <a:srgbClr val="423AC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DH">
  <a:themeElements>
    <a:clrScheme name="Simple Light">
      <a:dk1>
        <a:srgbClr val="263238"/>
      </a:dk1>
      <a:lt1>
        <a:srgbClr val="FFFFFF"/>
      </a:lt1>
      <a:dk2>
        <a:srgbClr val="ABB4B7"/>
      </a:dk2>
      <a:lt2>
        <a:srgbClr val="F0EEE8"/>
      </a:lt2>
      <a:accent1>
        <a:srgbClr val="997610"/>
      </a:accent1>
      <a:accent2>
        <a:srgbClr val="CC9E15"/>
      </a:accent2>
      <a:accent3>
        <a:srgbClr val="FFC51A"/>
      </a:accent3>
      <a:accent4>
        <a:srgbClr val="FFD148"/>
      </a:accent4>
      <a:accent5>
        <a:srgbClr val="FF7059"/>
      </a:accent5>
      <a:accent6>
        <a:srgbClr val="00CC7E"/>
      </a:accent6>
      <a:hlink>
        <a:srgbClr val="423AC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