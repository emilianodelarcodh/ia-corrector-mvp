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Montserrat Medium"/>
      <p:regular r:id="rId35"/>
      <p:bold r:id="rId36"/>
      <p:italic r:id="rId37"/>
      <p:boldItalic r:id="rId38"/>
    </p:embeddedFont>
    <p:embeddedFont>
      <p:font typeface="Archivo"/>
      <p:regular r:id="rId39"/>
      <p:bold r:id="rId40"/>
      <p:italic r:id="rId41"/>
      <p:boldItalic r:id="rId42"/>
    </p:embeddedFont>
    <p:embeddedFont>
      <p:font typeface="Questrial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-bold.fntdata"/><Relationship Id="rId20" Type="http://schemas.openxmlformats.org/officeDocument/2006/relationships/slide" Target="slides/slide15.xml"/><Relationship Id="rId42" Type="http://schemas.openxmlformats.org/officeDocument/2006/relationships/font" Target="fonts/Archivo-boldItalic.fntdata"/><Relationship Id="rId41" Type="http://schemas.openxmlformats.org/officeDocument/2006/relationships/font" Target="fonts/Archiv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Questrial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Montserrat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bold.fntdata"/><Relationship Id="rId17" Type="http://schemas.openxmlformats.org/officeDocument/2006/relationships/slide" Target="slides/slide12.xml"/><Relationship Id="rId39" Type="http://schemas.openxmlformats.org/officeDocument/2006/relationships/font" Target="fonts/Archivo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af74b3d69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af74b3d69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dce7bf3a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dce7bf3a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dce7bf3a8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dce7bf3a8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dce7bf3a8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dce7bf3a8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dce7bf3a8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dce7bf3a8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dce7bf3a8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dce7bf3a8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dce7bf3a8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dce7bf3a8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dce7bf3a8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dce7bf3a8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dce7bf3a8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1dce7bf3a8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dce7bf3a81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dce7bf3a8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dce7bf3a81_1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dce7bf3a81_1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dce7bf3a81_1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dce7bf3a81_1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dce7bf3a81_1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dce7bf3a81_1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1dce7bf3a81_1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1dce7bf3a81_1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dcfaaf99f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dcfaaf99f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1dcfaaf99f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1dcfaaf99f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dcfaaf99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dcfaaf99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dcfaaf99f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dcfaaf99f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af74b3d698_1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af74b3d698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af74b3d698_1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af74b3d698_1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dc4642672a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dc4642672a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12" name="Google Shape;12;p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" name="Google Shape;25;p2"/>
          <p:cNvCxnSpPr>
            <a:stCxn id="2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>
            <a:stCxn id="2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grpSp>
        <p:nvGrpSpPr>
          <p:cNvPr id="32" name="Google Shape;32;p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3" name="Google Shape;33;p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38" name="Google Shape;38;p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0" name="Google Shape;50;p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2" name="Google Shape;52;p4"/>
          <p:cNvCxnSpPr>
            <a:stCxn id="51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4"/>
          <p:cNvCxnSpPr>
            <a:stCxn id="51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" name="Google Shape;5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>
            <a:stCxn id="59" idx="2"/>
            <a:endCxn id="57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9" name="Google Shape;69;p6"/>
          <p:cNvCxnSpPr>
            <a:stCxn id="68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1" name="Google Shape;71;p6"/>
          <p:cNvCxnSpPr>
            <a:stCxn id="68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6" name="Google Shape;76;p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7" name="Google Shape;77;p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7"/>
          <p:cNvCxnSpPr>
            <a:stCxn id="78" idx="2"/>
            <a:endCxn id="76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" name="Google Shape;8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83" name="Google Shape;83;p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0" name="Google Shape;90;p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98" name="Google Shape;98;p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99" name="Google Shape;99;p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9"/>
            <p:cNvCxnSpPr>
              <a:stCxn id="98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" name="Google Shape;101;p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" name="Google Shape;102;p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3" name="Google Shape;103;p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11" name="Google Shape;111;p1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4" name="Google Shape;114;p1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0" name="Google Shape;120;p1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3" name="Google Shape;123;p1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124" name="Google Shape;124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129" name="Google Shape;129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7" name="Google Shape;137;p1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9" name="Google Shape;139;p1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0" name="Google Shape;140;p1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41" name="Google Shape;141;p1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p1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43" name="Google Shape;143;p1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5" name="Google Shape;145;p1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46" name="Google Shape;146;p1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47" name="Google Shape;147;p1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9" name="Google Shape;149;p1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51" name="Google Shape;151;p1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1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0" name="Google Shape;160;p15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161" name="Google Shape;161;p1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2" name="Google Shape;162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1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5" name="Google Shape;175;p15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6" name="Google Shape;176;p15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15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179" name="Google Shape;179;p1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5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6" name="Google Shape;186;p1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187" name="Google Shape;187;p1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88" name="Google Shape;188;p1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189" name="Google Shape;189;p1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01" name="Google Shape;201;p16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2" name="Google Shape;202;p1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7" name="Google Shape;207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09" name="Google Shape;209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0" name="Google Shape;210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7" name="Google Shape;227;p18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18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29" name="Google Shape;229;p18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0" name="Google Shape;230;p18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31" name="Google Shape;231;p1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6" name="Google Shape;246;p20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20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250" name="Google Shape;250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20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253" name="Google Shape;253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54" name="Google Shape;254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6" name="Google Shape;266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73" name="Google Shape;273;p2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274" name="Google Shape;274;p2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87" name="Google Shape;287;p22"/>
          <p:cNvCxnSpPr>
            <a:stCxn id="286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22"/>
          <p:cNvCxnSpPr>
            <a:stCxn id="286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2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96" name="Google Shape;296;p2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97" name="Google Shape;29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302" name="Google Shape;302;p2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314" name="Google Shape;314;p2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16" name="Google Shape;316;p24"/>
          <p:cNvCxnSpPr>
            <a:stCxn id="315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24"/>
          <p:cNvCxnSpPr>
            <a:stCxn id="315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8" name="Google Shape;31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22" name="Google Shape;322;p2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2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24" name="Google Shape;324;p2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5"/>
          <p:cNvCxnSpPr>
            <a:stCxn id="323" idx="2"/>
            <a:endCxn id="321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33" name="Google Shape;333;p26"/>
          <p:cNvCxnSpPr>
            <a:stCxn id="332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2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35" name="Google Shape;335;p26"/>
          <p:cNvCxnSpPr>
            <a:stCxn id="332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2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2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40" name="Google Shape;340;p2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41" name="Google Shape;341;p2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43" name="Google Shape;343;p2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7"/>
          <p:cNvCxnSpPr>
            <a:stCxn id="342" idx="2"/>
            <a:endCxn id="340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5" name="Google Shape;34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2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347" name="Google Shape;347;p2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2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2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4" name="Google Shape;354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2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357" name="Google Shape;357;p2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58" name="Google Shape;358;p2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59" name="Google Shape;359;p2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362" name="Google Shape;362;p2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363" name="Google Shape;363;p2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9"/>
            <p:cNvCxnSpPr>
              <a:stCxn id="36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5" name="Google Shape;365;p2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66" name="Google Shape;366;p2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67" name="Google Shape;367;p2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0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1" name="Google Shape;371;p3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3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75" name="Google Shape;375;p3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3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8" name="Google Shape;378;p3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3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3" name="Google Shape;383;p3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4" name="Google Shape;384;p3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85" name="Google Shape;385;p3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6" name="Google Shape;386;p3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7" name="Google Shape;387;p3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388" name="Google Shape;388;p3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3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393" name="Google Shape;393;p3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3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01" name="Google Shape;401;p3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03" name="Google Shape;403;p3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04" name="Google Shape;404;p3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405" name="Google Shape;405;p3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3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407" name="Google Shape;407;p3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" name="Google Shape;408;p3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09" name="Google Shape;409;p3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410" name="Google Shape;410;p3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411" name="Google Shape;411;p3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3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13" name="Google Shape;413;p3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3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415" name="Google Shape;415;p3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8" name="Google Shape;418;p3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3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20" name="Google Shape;420;p3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7" name="Google Shape;7;p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69" name="Google Shape;26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hyperlink" Target="https://docs.google.com/spreadsheets/d/1ExuKoKgsGArchR6ThVXi8E44_ZQ2N6288T8pjUQVeb4/copy" TargetMode="External"/><Relationship Id="rId6" Type="http://schemas.openxmlformats.org/officeDocument/2006/relationships/hyperlink" Target="https://docs.google.com/spreadsheets/d/1ExuKoKgsGArchR6ThVXi8E44_ZQ2N6288T8pjUQVeb4/expor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/>
          <p:nvPr/>
        </p:nvSpPr>
        <p:spPr>
          <a:xfrm>
            <a:off x="11300" y="0"/>
            <a:ext cx="182880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35"/>
          <p:cNvGrpSpPr/>
          <p:nvPr/>
        </p:nvGrpSpPr>
        <p:grpSpPr>
          <a:xfrm rot="10800000">
            <a:off x="21021075" y="2116491"/>
            <a:ext cx="1551546" cy="10086563"/>
            <a:chOff x="-3766725" y="2744225"/>
            <a:chExt cx="3492900" cy="1362000"/>
          </a:xfrm>
        </p:grpSpPr>
        <p:cxnSp>
          <p:nvCxnSpPr>
            <p:cNvPr id="428" name="Google Shape;428;p3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3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3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3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3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4" name="Google Shape;434;p35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435" name="Google Shape;435;p35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5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5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5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5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5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5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5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5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5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5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5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5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5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5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5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5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5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35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487" name="Google Shape;487;p35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488" name="Google Shape;488;p3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3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3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3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3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3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3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Google Shape;495;p3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Google Shape;496;p3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Google Shape;497;p3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Google Shape;498;p3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Google Shape;499;p3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500" name="Google Shape;500;p35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01" name="Google Shape;501;p35"/>
          <p:cNvGrpSpPr/>
          <p:nvPr/>
        </p:nvGrpSpPr>
        <p:grpSpPr>
          <a:xfrm flipH="1">
            <a:off x="10528261" y="3599884"/>
            <a:ext cx="9065836" cy="7119770"/>
            <a:chOff x="8159175" y="2978363"/>
            <a:chExt cx="5304760" cy="4166045"/>
          </a:xfrm>
        </p:grpSpPr>
        <p:sp>
          <p:nvSpPr>
            <p:cNvPr id="502" name="Google Shape;502;p35"/>
            <p:cNvSpPr/>
            <p:nvPr/>
          </p:nvSpPr>
          <p:spPr>
            <a:xfrm>
              <a:off x="8907682" y="4570781"/>
              <a:ext cx="195232" cy="40397"/>
            </a:xfrm>
            <a:custGeom>
              <a:rect b="b" l="l" r="r" t="t"/>
              <a:pathLst>
                <a:path extrusionOk="0" h="329" w="1590">
                  <a:moveTo>
                    <a:pt x="1312" y="1"/>
                  </a:moveTo>
                  <a:cubicBezTo>
                    <a:pt x="749" y="1"/>
                    <a:pt x="34" y="144"/>
                    <a:pt x="0" y="150"/>
                  </a:cubicBezTo>
                  <a:lnTo>
                    <a:pt x="37" y="329"/>
                  </a:lnTo>
                  <a:cubicBezTo>
                    <a:pt x="46" y="326"/>
                    <a:pt x="768" y="181"/>
                    <a:pt x="1314" y="181"/>
                  </a:cubicBezTo>
                  <a:cubicBezTo>
                    <a:pt x="1405" y="181"/>
                    <a:pt x="1491" y="185"/>
                    <a:pt x="1568" y="194"/>
                  </a:cubicBezTo>
                  <a:lnTo>
                    <a:pt x="1590" y="15"/>
                  </a:lnTo>
                  <a:cubicBezTo>
                    <a:pt x="1505" y="5"/>
                    <a:pt x="1411" y="1"/>
                    <a:pt x="1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8925118" y="4507178"/>
              <a:ext cx="214141" cy="57096"/>
            </a:xfrm>
            <a:custGeom>
              <a:rect b="b" l="l" r="r" t="t"/>
              <a:pathLst>
                <a:path extrusionOk="0" h="465" w="1744">
                  <a:moveTo>
                    <a:pt x="1492" y="1"/>
                  </a:moveTo>
                  <a:cubicBezTo>
                    <a:pt x="843" y="1"/>
                    <a:pt x="49" y="259"/>
                    <a:pt x="0" y="333"/>
                  </a:cubicBezTo>
                  <a:lnTo>
                    <a:pt x="84" y="388"/>
                  </a:lnTo>
                  <a:lnTo>
                    <a:pt x="121" y="464"/>
                  </a:lnTo>
                  <a:cubicBezTo>
                    <a:pt x="205" y="425"/>
                    <a:pt x="900" y="181"/>
                    <a:pt x="1493" y="181"/>
                  </a:cubicBezTo>
                  <a:cubicBezTo>
                    <a:pt x="1570" y="181"/>
                    <a:pt x="1646" y="185"/>
                    <a:pt x="1718" y="194"/>
                  </a:cubicBezTo>
                  <a:lnTo>
                    <a:pt x="1743" y="16"/>
                  </a:lnTo>
                  <a:cubicBezTo>
                    <a:pt x="1663" y="5"/>
                    <a:pt x="1579" y="1"/>
                    <a:pt x="14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8959621" y="4460028"/>
              <a:ext cx="192531" cy="59429"/>
            </a:xfrm>
            <a:custGeom>
              <a:rect b="b" l="l" r="r" t="t"/>
              <a:pathLst>
                <a:path extrusionOk="0" h="484" w="1568">
                  <a:moveTo>
                    <a:pt x="1274" y="0"/>
                  </a:moveTo>
                  <a:cubicBezTo>
                    <a:pt x="646" y="0"/>
                    <a:pt x="48" y="302"/>
                    <a:pt x="0" y="352"/>
                  </a:cubicBezTo>
                  <a:lnTo>
                    <a:pt x="135" y="476"/>
                  </a:lnTo>
                  <a:cubicBezTo>
                    <a:pt x="131" y="480"/>
                    <a:pt x="131" y="480"/>
                    <a:pt x="128" y="483"/>
                  </a:cubicBezTo>
                  <a:cubicBezTo>
                    <a:pt x="169" y="452"/>
                    <a:pt x="717" y="182"/>
                    <a:pt x="1280" y="182"/>
                  </a:cubicBezTo>
                  <a:cubicBezTo>
                    <a:pt x="1367" y="182"/>
                    <a:pt x="1453" y="188"/>
                    <a:pt x="1539" y="203"/>
                  </a:cubicBezTo>
                  <a:lnTo>
                    <a:pt x="1568" y="24"/>
                  </a:lnTo>
                  <a:cubicBezTo>
                    <a:pt x="1471" y="7"/>
                    <a:pt x="1372" y="0"/>
                    <a:pt x="1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8159175" y="4609705"/>
              <a:ext cx="3111312" cy="2534702"/>
            </a:xfrm>
            <a:custGeom>
              <a:rect b="b" l="l" r="r" t="t"/>
              <a:pathLst>
                <a:path extrusionOk="0" h="20643" w="25339">
                  <a:moveTo>
                    <a:pt x="20800" y="183"/>
                  </a:moveTo>
                  <a:cubicBezTo>
                    <a:pt x="23202" y="183"/>
                    <a:pt x="25156" y="2137"/>
                    <a:pt x="25156" y="4536"/>
                  </a:cubicBezTo>
                  <a:lnTo>
                    <a:pt x="25156" y="20461"/>
                  </a:lnTo>
                  <a:lnTo>
                    <a:pt x="183" y="20461"/>
                  </a:lnTo>
                  <a:lnTo>
                    <a:pt x="183" y="4536"/>
                  </a:lnTo>
                  <a:cubicBezTo>
                    <a:pt x="183" y="2137"/>
                    <a:pt x="2137" y="183"/>
                    <a:pt x="4540" y="183"/>
                  </a:cubicBezTo>
                  <a:close/>
                  <a:moveTo>
                    <a:pt x="4540" y="1"/>
                  </a:moveTo>
                  <a:cubicBezTo>
                    <a:pt x="2035" y="1"/>
                    <a:pt x="1" y="2035"/>
                    <a:pt x="1" y="4536"/>
                  </a:cubicBezTo>
                  <a:lnTo>
                    <a:pt x="1" y="20643"/>
                  </a:lnTo>
                  <a:lnTo>
                    <a:pt x="25339" y="20643"/>
                  </a:lnTo>
                  <a:lnTo>
                    <a:pt x="25339" y="4536"/>
                  </a:lnTo>
                  <a:cubicBezTo>
                    <a:pt x="25339" y="2035"/>
                    <a:pt x="23301" y="1"/>
                    <a:pt x="20800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5"/>
            <p:cNvSpPr/>
            <p:nvPr/>
          </p:nvSpPr>
          <p:spPr>
            <a:xfrm>
              <a:off x="11350031" y="4414106"/>
              <a:ext cx="454682" cy="413303"/>
            </a:xfrm>
            <a:custGeom>
              <a:rect b="b" l="l" r="r" t="t"/>
              <a:pathLst>
                <a:path extrusionOk="0" h="3366" w="3703">
                  <a:moveTo>
                    <a:pt x="3490" y="1"/>
                  </a:moveTo>
                  <a:cubicBezTo>
                    <a:pt x="3463" y="1"/>
                    <a:pt x="3436" y="7"/>
                    <a:pt x="3409" y="19"/>
                  </a:cubicBezTo>
                  <a:lnTo>
                    <a:pt x="117" y="1696"/>
                  </a:lnTo>
                  <a:cubicBezTo>
                    <a:pt x="44" y="1732"/>
                    <a:pt x="0" y="1809"/>
                    <a:pt x="11" y="1886"/>
                  </a:cubicBezTo>
                  <a:cubicBezTo>
                    <a:pt x="62" y="2400"/>
                    <a:pt x="576" y="3366"/>
                    <a:pt x="576" y="3366"/>
                  </a:cubicBezTo>
                  <a:cubicBezTo>
                    <a:pt x="576" y="3366"/>
                    <a:pt x="3373" y="1762"/>
                    <a:pt x="3675" y="227"/>
                  </a:cubicBezTo>
                  <a:cubicBezTo>
                    <a:pt x="3702" y="105"/>
                    <a:pt x="3604" y="1"/>
                    <a:pt x="349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11598919" y="4422701"/>
              <a:ext cx="204687" cy="175095"/>
            </a:xfrm>
            <a:custGeom>
              <a:rect b="b" l="l" r="r" t="t"/>
              <a:pathLst>
                <a:path extrusionOk="0" h="1426" w="1667">
                  <a:moveTo>
                    <a:pt x="1503" y="0"/>
                  </a:moveTo>
                  <a:cubicBezTo>
                    <a:pt x="1120" y="540"/>
                    <a:pt x="602" y="970"/>
                    <a:pt x="1" y="1247"/>
                  </a:cubicBezTo>
                  <a:lnTo>
                    <a:pt x="84" y="1425"/>
                  </a:lnTo>
                  <a:cubicBezTo>
                    <a:pt x="715" y="1137"/>
                    <a:pt x="1262" y="682"/>
                    <a:pt x="1667" y="113"/>
                  </a:cubicBezTo>
                  <a:lnTo>
                    <a:pt x="1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11747982" y="6234294"/>
              <a:ext cx="1185022" cy="89892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5"/>
            <p:cNvSpPr/>
            <p:nvPr/>
          </p:nvSpPr>
          <p:spPr>
            <a:xfrm>
              <a:off x="11381832" y="4633402"/>
              <a:ext cx="847970" cy="992614"/>
            </a:xfrm>
            <a:custGeom>
              <a:rect b="b" l="l" r="r" t="t"/>
              <a:pathLst>
                <a:path extrusionOk="0" h="8084" w="6906">
                  <a:moveTo>
                    <a:pt x="1036" y="1"/>
                  </a:moveTo>
                  <a:cubicBezTo>
                    <a:pt x="905" y="1"/>
                    <a:pt x="772" y="29"/>
                    <a:pt x="646" y="89"/>
                  </a:cubicBezTo>
                  <a:cubicBezTo>
                    <a:pt x="194" y="304"/>
                    <a:pt x="0" y="851"/>
                    <a:pt x="215" y="1303"/>
                  </a:cubicBezTo>
                  <a:lnTo>
                    <a:pt x="1652" y="4321"/>
                  </a:lnTo>
                  <a:cubicBezTo>
                    <a:pt x="1699" y="4423"/>
                    <a:pt x="1765" y="4515"/>
                    <a:pt x="1845" y="4591"/>
                  </a:cubicBezTo>
                  <a:lnTo>
                    <a:pt x="5272" y="7832"/>
                  </a:lnTo>
                  <a:cubicBezTo>
                    <a:pt x="5447" y="8000"/>
                    <a:pt x="5673" y="8084"/>
                    <a:pt x="5899" y="8084"/>
                  </a:cubicBezTo>
                  <a:cubicBezTo>
                    <a:pt x="6140" y="8084"/>
                    <a:pt x="6380" y="7989"/>
                    <a:pt x="6559" y="7799"/>
                  </a:cubicBezTo>
                  <a:cubicBezTo>
                    <a:pt x="6905" y="7431"/>
                    <a:pt x="6891" y="6855"/>
                    <a:pt x="6526" y="6509"/>
                  </a:cubicBezTo>
                  <a:lnTo>
                    <a:pt x="3223" y="3384"/>
                  </a:lnTo>
                  <a:lnTo>
                    <a:pt x="1863" y="522"/>
                  </a:lnTo>
                  <a:cubicBezTo>
                    <a:pt x="1705" y="193"/>
                    <a:pt x="1377" y="1"/>
                    <a:pt x="103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12194186" y="5128102"/>
              <a:ext cx="390090" cy="473604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11912762" y="5323340"/>
              <a:ext cx="380150" cy="367994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5"/>
            <p:cNvSpPr/>
            <p:nvPr/>
          </p:nvSpPr>
          <p:spPr>
            <a:xfrm>
              <a:off x="12076559" y="5480875"/>
              <a:ext cx="533757" cy="49471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12209537" y="5170594"/>
              <a:ext cx="310775" cy="288182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12341150" y="5138425"/>
              <a:ext cx="221263" cy="203950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12224954" y="5148688"/>
              <a:ext cx="180134" cy="11225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12344725" y="5286259"/>
              <a:ext cx="55623" cy="33644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12237655" y="5265139"/>
              <a:ext cx="50711" cy="2296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12265896" y="5327883"/>
              <a:ext cx="69129" cy="35363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12457934" y="5310570"/>
              <a:ext cx="72690" cy="65814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11999081" y="5726203"/>
              <a:ext cx="512761" cy="41772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12016516" y="5748918"/>
              <a:ext cx="1447419" cy="86012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11759156" y="6142081"/>
              <a:ext cx="712413" cy="538178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11747123" y="6130784"/>
              <a:ext cx="736971" cy="560648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11206739" y="5749164"/>
              <a:ext cx="1294303" cy="807942"/>
            </a:xfrm>
            <a:custGeom>
              <a:rect b="b" l="l" r="r" t="t"/>
              <a:pathLst>
                <a:path extrusionOk="0" h="6580" w="10541">
                  <a:moveTo>
                    <a:pt x="1975" y="0"/>
                  </a:moveTo>
                  <a:cubicBezTo>
                    <a:pt x="1326" y="0"/>
                    <a:pt x="704" y="366"/>
                    <a:pt x="409" y="991"/>
                  </a:cubicBezTo>
                  <a:cubicBezTo>
                    <a:pt x="1" y="1855"/>
                    <a:pt x="373" y="2890"/>
                    <a:pt x="1237" y="3299"/>
                  </a:cubicBezTo>
                  <a:lnTo>
                    <a:pt x="7828" y="6412"/>
                  </a:lnTo>
                  <a:cubicBezTo>
                    <a:pt x="8065" y="6525"/>
                    <a:pt x="8317" y="6580"/>
                    <a:pt x="8565" y="6580"/>
                  </a:cubicBezTo>
                  <a:cubicBezTo>
                    <a:pt x="9214" y="6580"/>
                    <a:pt x="9837" y="6212"/>
                    <a:pt x="10132" y="5584"/>
                  </a:cubicBezTo>
                  <a:cubicBezTo>
                    <a:pt x="10541" y="4720"/>
                    <a:pt x="10172" y="3689"/>
                    <a:pt x="9305" y="3280"/>
                  </a:cubicBezTo>
                  <a:lnTo>
                    <a:pt x="2717" y="167"/>
                  </a:lnTo>
                  <a:cubicBezTo>
                    <a:pt x="2477" y="54"/>
                    <a:pt x="2224" y="0"/>
                    <a:pt x="1975" y="0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12043898" y="6081670"/>
              <a:ext cx="783016" cy="592695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12032233" y="6070496"/>
              <a:ext cx="806837" cy="615165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5"/>
            <p:cNvSpPr/>
            <p:nvPr/>
          </p:nvSpPr>
          <p:spPr>
            <a:xfrm>
              <a:off x="12520187" y="5490575"/>
              <a:ext cx="651879" cy="740654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12504470" y="5474613"/>
              <a:ext cx="390096" cy="351909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12285419" y="6007630"/>
              <a:ext cx="414408" cy="35915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12294137" y="6191318"/>
              <a:ext cx="171534" cy="110263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12292786" y="6120962"/>
              <a:ext cx="179147" cy="128190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12305311" y="6075285"/>
              <a:ext cx="159010" cy="120209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9916251" y="2978363"/>
              <a:ext cx="451735" cy="419933"/>
            </a:xfrm>
            <a:custGeom>
              <a:rect b="b" l="l" r="r" t="t"/>
              <a:pathLst>
                <a:path extrusionOk="0" h="3420" w="3679">
                  <a:moveTo>
                    <a:pt x="1838" y="1"/>
                  </a:moveTo>
                  <a:cubicBezTo>
                    <a:pt x="1015" y="1"/>
                    <a:pt x="291" y="595"/>
                    <a:pt x="153" y="1431"/>
                  </a:cubicBezTo>
                  <a:cubicBezTo>
                    <a:pt x="0" y="2361"/>
                    <a:pt x="627" y="3239"/>
                    <a:pt x="1561" y="3396"/>
                  </a:cubicBezTo>
                  <a:cubicBezTo>
                    <a:pt x="1654" y="3412"/>
                    <a:pt x="1747" y="3419"/>
                    <a:pt x="1839" y="3419"/>
                  </a:cubicBezTo>
                  <a:cubicBezTo>
                    <a:pt x="2660" y="3419"/>
                    <a:pt x="3385" y="2825"/>
                    <a:pt x="3526" y="1989"/>
                  </a:cubicBezTo>
                  <a:cubicBezTo>
                    <a:pt x="3679" y="1059"/>
                    <a:pt x="3048" y="177"/>
                    <a:pt x="2118" y="24"/>
                  </a:cubicBezTo>
                  <a:cubicBezTo>
                    <a:pt x="2024" y="8"/>
                    <a:pt x="1931" y="1"/>
                    <a:pt x="1838" y="1"/>
                  </a:cubicBezTo>
                  <a:close/>
                </a:path>
              </a:pathLst>
            </a:custGeom>
            <a:solidFill>
              <a:srgbClr val="ABB4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10439077" y="3458949"/>
              <a:ext cx="1045781" cy="1071689"/>
            </a:xfrm>
            <a:custGeom>
              <a:rect b="b" l="l" r="r" t="t"/>
              <a:pathLst>
                <a:path extrusionOk="0" h="8728" w="8517">
                  <a:moveTo>
                    <a:pt x="1134" y="1"/>
                  </a:moveTo>
                  <a:cubicBezTo>
                    <a:pt x="925" y="1"/>
                    <a:pt x="715" y="66"/>
                    <a:pt x="536" y="200"/>
                  </a:cubicBezTo>
                  <a:cubicBezTo>
                    <a:pt x="92" y="532"/>
                    <a:pt x="0" y="1159"/>
                    <a:pt x="328" y="1604"/>
                  </a:cubicBezTo>
                  <a:lnTo>
                    <a:pt x="3344" y="5647"/>
                  </a:lnTo>
                  <a:cubicBezTo>
                    <a:pt x="3391" y="5709"/>
                    <a:pt x="3446" y="5767"/>
                    <a:pt x="3508" y="5818"/>
                  </a:cubicBezTo>
                  <a:lnTo>
                    <a:pt x="6752" y="8498"/>
                  </a:lnTo>
                  <a:cubicBezTo>
                    <a:pt x="6938" y="8651"/>
                    <a:pt x="7164" y="8728"/>
                    <a:pt x="7390" y="8728"/>
                  </a:cubicBezTo>
                  <a:cubicBezTo>
                    <a:pt x="7678" y="8728"/>
                    <a:pt x="7966" y="8604"/>
                    <a:pt x="8163" y="8363"/>
                  </a:cubicBezTo>
                  <a:cubicBezTo>
                    <a:pt x="8517" y="7937"/>
                    <a:pt x="8455" y="7306"/>
                    <a:pt x="8028" y="6952"/>
                  </a:cubicBezTo>
                  <a:lnTo>
                    <a:pt x="4878" y="4349"/>
                  </a:lnTo>
                  <a:lnTo>
                    <a:pt x="1936" y="404"/>
                  </a:lnTo>
                  <a:cubicBezTo>
                    <a:pt x="1741" y="140"/>
                    <a:pt x="1439" y="1"/>
                    <a:pt x="113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9821706" y="4252150"/>
              <a:ext cx="1583099" cy="1697046"/>
            </a:xfrm>
            <a:custGeom>
              <a:rect b="b" l="l" r="r" t="t"/>
              <a:pathLst>
                <a:path extrusionOk="0" h="13821" w="12893">
                  <a:moveTo>
                    <a:pt x="6180" y="3733"/>
                  </a:moveTo>
                  <a:lnTo>
                    <a:pt x="8809" y="5140"/>
                  </a:lnTo>
                  <a:lnTo>
                    <a:pt x="6749" y="8885"/>
                  </a:lnTo>
                  <a:cubicBezTo>
                    <a:pt x="6687" y="8990"/>
                    <a:pt x="6640" y="9103"/>
                    <a:pt x="6607" y="9216"/>
                  </a:cubicBezTo>
                  <a:lnTo>
                    <a:pt x="6264" y="4160"/>
                  </a:lnTo>
                  <a:cubicBezTo>
                    <a:pt x="6257" y="4014"/>
                    <a:pt x="6228" y="3872"/>
                    <a:pt x="6180" y="3733"/>
                  </a:cubicBezTo>
                  <a:close/>
                  <a:moveTo>
                    <a:pt x="1838" y="0"/>
                  </a:moveTo>
                  <a:cubicBezTo>
                    <a:pt x="1142" y="0"/>
                    <a:pt x="515" y="427"/>
                    <a:pt x="260" y="1072"/>
                  </a:cubicBezTo>
                  <a:cubicBezTo>
                    <a:pt x="1" y="1721"/>
                    <a:pt x="165" y="2461"/>
                    <a:pt x="672" y="2938"/>
                  </a:cubicBezTo>
                  <a:lnTo>
                    <a:pt x="2917" y="5053"/>
                  </a:lnTo>
                  <a:lnTo>
                    <a:pt x="3402" y="12235"/>
                  </a:lnTo>
                  <a:cubicBezTo>
                    <a:pt x="3461" y="13132"/>
                    <a:pt x="4208" y="13821"/>
                    <a:pt x="5098" y="13821"/>
                  </a:cubicBezTo>
                  <a:cubicBezTo>
                    <a:pt x="5134" y="13821"/>
                    <a:pt x="5174" y="13821"/>
                    <a:pt x="5214" y="13817"/>
                  </a:cubicBezTo>
                  <a:cubicBezTo>
                    <a:pt x="6151" y="13755"/>
                    <a:pt x="6859" y="12942"/>
                    <a:pt x="6797" y="12005"/>
                  </a:cubicBezTo>
                  <a:lnTo>
                    <a:pt x="6687" y="10405"/>
                  </a:lnTo>
                  <a:lnTo>
                    <a:pt x="6687" y="10405"/>
                  </a:lnTo>
                  <a:cubicBezTo>
                    <a:pt x="6833" y="10729"/>
                    <a:pt x="7081" y="11010"/>
                    <a:pt x="7416" y="11196"/>
                  </a:cubicBezTo>
                  <a:cubicBezTo>
                    <a:pt x="7677" y="11339"/>
                    <a:pt x="7958" y="11407"/>
                    <a:pt x="8236" y="11407"/>
                  </a:cubicBezTo>
                  <a:cubicBezTo>
                    <a:pt x="8836" y="11407"/>
                    <a:pt x="9419" y="11089"/>
                    <a:pt x="9728" y="10525"/>
                  </a:cubicBezTo>
                  <a:lnTo>
                    <a:pt x="12622" y="5272"/>
                  </a:lnTo>
                  <a:cubicBezTo>
                    <a:pt x="12841" y="4874"/>
                    <a:pt x="12892" y="4404"/>
                    <a:pt x="12761" y="3967"/>
                  </a:cubicBezTo>
                  <a:cubicBezTo>
                    <a:pt x="12633" y="3529"/>
                    <a:pt x="12334" y="3164"/>
                    <a:pt x="11933" y="2949"/>
                  </a:cubicBezTo>
                  <a:lnTo>
                    <a:pt x="6789" y="201"/>
                  </a:lnTo>
                  <a:cubicBezTo>
                    <a:pt x="6541" y="69"/>
                    <a:pt x="6268" y="0"/>
                    <a:pt x="598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5"/>
            <p:cNvSpPr/>
            <p:nvPr/>
          </p:nvSpPr>
          <p:spPr>
            <a:xfrm>
              <a:off x="10249740" y="5641971"/>
              <a:ext cx="622287" cy="437492"/>
            </a:xfrm>
            <a:custGeom>
              <a:rect b="b" l="l" r="r" t="t"/>
              <a:pathLst>
                <a:path extrusionOk="0" h="3563" w="5068">
                  <a:moveTo>
                    <a:pt x="0" y="1"/>
                  </a:moveTo>
                  <a:lnTo>
                    <a:pt x="0" y="3563"/>
                  </a:lnTo>
                  <a:lnTo>
                    <a:pt x="5068" y="3563"/>
                  </a:lnTo>
                  <a:cubicBezTo>
                    <a:pt x="5068" y="3563"/>
                    <a:pt x="3278" y="2039"/>
                    <a:pt x="3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5"/>
            <p:cNvSpPr/>
            <p:nvPr/>
          </p:nvSpPr>
          <p:spPr>
            <a:xfrm>
              <a:off x="10236724" y="5629079"/>
              <a:ext cx="670297" cy="463400"/>
            </a:xfrm>
            <a:custGeom>
              <a:rect b="b" l="l" r="r" t="t"/>
              <a:pathLst>
                <a:path extrusionOk="0" h="3774" w="5459">
                  <a:moveTo>
                    <a:pt x="3249" y="208"/>
                  </a:moveTo>
                  <a:cubicBezTo>
                    <a:pt x="3318" y="1834"/>
                    <a:pt x="4445" y="3106"/>
                    <a:pt x="4911" y="3562"/>
                  </a:cubicBezTo>
                  <a:lnTo>
                    <a:pt x="212" y="3562"/>
                  </a:lnTo>
                  <a:lnTo>
                    <a:pt x="212" y="208"/>
                  </a:lnTo>
                  <a:close/>
                  <a:moveTo>
                    <a:pt x="0" y="0"/>
                  </a:moveTo>
                  <a:lnTo>
                    <a:pt x="0" y="3774"/>
                  </a:lnTo>
                  <a:lnTo>
                    <a:pt x="5458" y="3774"/>
                  </a:lnTo>
                  <a:lnTo>
                    <a:pt x="5243" y="3588"/>
                  </a:lnTo>
                  <a:cubicBezTo>
                    <a:pt x="5225" y="3573"/>
                    <a:pt x="3486" y="2071"/>
                    <a:pt x="3453" y="102"/>
                  </a:cubicBezTo>
                  <a:lnTo>
                    <a:pt x="345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5"/>
            <p:cNvSpPr/>
            <p:nvPr/>
          </p:nvSpPr>
          <p:spPr>
            <a:xfrm>
              <a:off x="10530430" y="5154140"/>
              <a:ext cx="568629" cy="696573"/>
            </a:xfrm>
            <a:custGeom>
              <a:rect b="b" l="l" r="r" t="t"/>
              <a:pathLst>
                <a:path extrusionOk="0" h="5673" w="4631">
                  <a:moveTo>
                    <a:pt x="1976" y="0"/>
                  </a:moveTo>
                  <a:lnTo>
                    <a:pt x="0" y="2742"/>
                  </a:lnTo>
                  <a:lnTo>
                    <a:pt x="4058" y="5673"/>
                  </a:lnTo>
                  <a:cubicBezTo>
                    <a:pt x="4058" y="5673"/>
                    <a:pt x="3522" y="3507"/>
                    <a:pt x="4630" y="1918"/>
                  </a:cubicBezTo>
                  <a:lnTo>
                    <a:pt x="1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5"/>
            <p:cNvSpPr/>
            <p:nvPr/>
          </p:nvSpPr>
          <p:spPr>
            <a:xfrm>
              <a:off x="10514713" y="5138424"/>
              <a:ext cx="599571" cy="739181"/>
            </a:xfrm>
            <a:custGeom>
              <a:rect b="b" l="l" r="r" t="t"/>
              <a:pathLst>
                <a:path extrusionOk="0" h="6020" w="4883">
                  <a:moveTo>
                    <a:pt x="2122" y="256"/>
                  </a:moveTo>
                  <a:lnTo>
                    <a:pt x="4631" y="2068"/>
                  </a:lnTo>
                  <a:cubicBezTo>
                    <a:pt x="3774" y="3373"/>
                    <a:pt x="3949" y="4991"/>
                    <a:pt x="4051" y="5589"/>
                  </a:cubicBezTo>
                  <a:lnTo>
                    <a:pt x="256" y="2851"/>
                  </a:lnTo>
                  <a:lnTo>
                    <a:pt x="2122" y="256"/>
                  </a:lnTo>
                  <a:close/>
                  <a:moveTo>
                    <a:pt x="2082" y="1"/>
                  </a:moveTo>
                  <a:lnTo>
                    <a:pt x="1" y="2892"/>
                  </a:lnTo>
                  <a:lnTo>
                    <a:pt x="4335" y="6020"/>
                  </a:lnTo>
                  <a:lnTo>
                    <a:pt x="4277" y="5779"/>
                  </a:lnTo>
                  <a:cubicBezTo>
                    <a:pt x="4270" y="5757"/>
                    <a:pt x="3763" y="3635"/>
                    <a:pt x="4831" y="2100"/>
                  </a:cubicBezTo>
                  <a:lnTo>
                    <a:pt x="4882" y="2024"/>
                  </a:lnTo>
                  <a:lnTo>
                    <a:pt x="2082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5"/>
            <p:cNvSpPr/>
            <p:nvPr/>
          </p:nvSpPr>
          <p:spPr>
            <a:xfrm>
              <a:off x="10045546" y="3143142"/>
              <a:ext cx="305004" cy="287937"/>
            </a:xfrm>
            <a:custGeom>
              <a:rect b="b" l="l" r="r" t="t"/>
              <a:pathLst>
                <a:path extrusionOk="0" h="2345" w="2484">
                  <a:moveTo>
                    <a:pt x="1218" y="0"/>
                  </a:moveTo>
                  <a:cubicBezTo>
                    <a:pt x="656" y="0"/>
                    <a:pt x="158" y="406"/>
                    <a:pt x="63" y="982"/>
                  </a:cubicBezTo>
                  <a:cubicBezTo>
                    <a:pt x="1" y="1365"/>
                    <a:pt x="132" y="1737"/>
                    <a:pt x="384" y="1996"/>
                  </a:cubicBezTo>
                  <a:cubicBezTo>
                    <a:pt x="551" y="2167"/>
                    <a:pt x="774" y="2287"/>
                    <a:pt x="1029" y="2328"/>
                  </a:cubicBezTo>
                  <a:cubicBezTo>
                    <a:pt x="1094" y="2339"/>
                    <a:pt x="1159" y="2344"/>
                    <a:pt x="1224" y="2344"/>
                  </a:cubicBezTo>
                  <a:cubicBezTo>
                    <a:pt x="1407" y="2344"/>
                    <a:pt x="1583" y="2300"/>
                    <a:pt x="1740" y="2222"/>
                  </a:cubicBezTo>
                  <a:cubicBezTo>
                    <a:pt x="2068" y="2061"/>
                    <a:pt x="2312" y="1752"/>
                    <a:pt x="2378" y="1365"/>
                  </a:cubicBezTo>
                  <a:cubicBezTo>
                    <a:pt x="2484" y="723"/>
                    <a:pt x="2050" y="122"/>
                    <a:pt x="1412" y="16"/>
                  </a:cubicBezTo>
                  <a:cubicBezTo>
                    <a:pt x="1347" y="5"/>
                    <a:pt x="1282" y="0"/>
                    <a:pt x="1218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5"/>
            <p:cNvSpPr/>
            <p:nvPr/>
          </p:nvSpPr>
          <p:spPr>
            <a:xfrm>
              <a:off x="10144512" y="3307676"/>
              <a:ext cx="180129" cy="167851"/>
            </a:xfrm>
            <a:custGeom>
              <a:rect b="b" l="l" r="r" t="t"/>
              <a:pathLst>
                <a:path extrusionOk="0" h="1367" w="1467">
                  <a:moveTo>
                    <a:pt x="770" y="0"/>
                  </a:moveTo>
                  <a:cubicBezTo>
                    <a:pt x="421" y="0"/>
                    <a:pt x="93" y="351"/>
                    <a:pt x="15" y="831"/>
                  </a:cubicBezTo>
                  <a:cubicBezTo>
                    <a:pt x="8" y="867"/>
                    <a:pt x="4" y="904"/>
                    <a:pt x="0" y="936"/>
                  </a:cubicBezTo>
                  <a:cubicBezTo>
                    <a:pt x="161" y="1163"/>
                    <a:pt x="380" y="1312"/>
                    <a:pt x="631" y="1356"/>
                  </a:cubicBezTo>
                  <a:cubicBezTo>
                    <a:pt x="678" y="1363"/>
                    <a:pt x="725" y="1367"/>
                    <a:pt x="772" y="1367"/>
                  </a:cubicBezTo>
                  <a:cubicBezTo>
                    <a:pt x="976" y="1367"/>
                    <a:pt x="1176" y="1297"/>
                    <a:pt x="1357" y="1170"/>
                  </a:cubicBezTo>
                  <a:cubicBezTo>
                    <a:pt x="1368" y="1133"/>
                    <a:pt x="1375" y="1093"/>
                    <a:pt x="1382" y="1057"/>
                  </a:cubicBezTo>
                  <a:cubicBezTo>
                    <a:pt x="1466" y="539"/>
                    <a:pt x="1229" y="69"/>
                    <a:pt x="854" y="7"/>
                  </a:cubicBezTo>
                  <a:cubicBezTo>
                    <a:pt x="826" y="2"/>
                    <a:pt x="798" y="0"/>
                    <a:pt x="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5"/>
            <p:cNvSpPr/>
            <p:nvPr/>
          </p:nvSpPr>
          <p:spPr>
            <a:xfrm>
              <a:off x="10178524" y="3242476"/>
              <a:ext cx="47150" cy="26768"/>
            </a:xfrm>
            <a:custGeom>
              <a:rect b="b" l="l" r="r" t="t"/>
              <a:pathLst>
                <a:path extrusionOk="0" h="218" w="384">
                  <a:moveTo>
                    <a:pt x="100" y="1"/>
                  </a:moveTo>
                  <a:cubicBezTo>
                    <a:pt x="58" y="1"/>
                    <a:pt x="18" y="32"/>
                    <a:pt x="11" y="78"/>
                  </a:cubicBezTo>
                  <a:cubicBezTo>
                    <a:pt x="1" y="130"/>
                    <a:pt x="33" y="173"/>
                    <a:pt x="84" y="184"/>
                  </a:cubicBezTo>
                  <a:lnTo>
                    <a:pt x="270" y="213"/>
                  </a:lnTo>
                  <a:cubicBezTo>
                    <a:pt x="278" y="213"/>
                    <a:pt x="281" y="217"/>
                    <a:pt x="289" y="217"/>
                  </a:cubicBezTo>
                  <a:cubicBezTo>
                    <a:pt x="332" y="217"/>
                    <a:pt x="369" y="184"/>
                    <a:pt x="376" y="140"/>
                  </a:cubicBezTo>
                  <a:cubicBezTo>
                    <a:pt x="383" y="89"/>
                    <a:pt x="351" y="42"/>
                    <a:pt x="303" y="35"/>
                  </a:cubicBezTo>
                  <a:lnTo>
                    <a:pt x="114" y="2"/>
                  </a:lnTo>
                  <a:cubicBezTo>
                    <a:pt x="109" y="1"/>
                    <a:pt x="105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5"/>
            <p:cNvSpPr/>
            <p:nvPr/>
          </p:nvSpPr>
          <p:spPr>
            <a:xfrm>
              <a:off x="10286453" y="3260403"/>
              <a:ext cx="48378" cy="26645"/>
            </a:xfrm>
            <a:custGeom>
              <a:rect b="b" l="l" r="r" t="t"/>
              <a:pathLst>
                <a:path extrusionOk="0" h="217" w="394">
                  <a:moveTo>
                    <a:pt x="100" y="1"/>
                  </a:moveTo>
                  <a:cubicBezTo>
                    <a:pt x="57" y="1"/>
                    <a:pt x="18" y="32"/>
                    <a:pt x="11" y="78"/>
                  </a:cubicBezTo>
                  <a:cubicBezTo>
                    <a:pt x="0" y="129"/>
                    <a:pt x="37" y="173"/>
                    <a:pt x="84" y="184"/>
                  </a:cubicBezTo>
                  <a:lnTo>
                    <a:pt x="281" y="217"/>
                  </a:lnTo>
                  <a:lnTo>
                    <a:pt x="295" y="217"/>
                  </a:lnTo>
                  <a:cubicBezTo>
                    <a:pt x="339" y="217"/>
                    <a:pt x="379" y="184"/>
                    <a:pt x="387" y="140"/>
                  </a:cubicBezTo>
                  <a:cubicBezTo>
                    <a:pt x="394" y="89"/>
                    <a:pt x="361" y="42"/>
                    <a:pt x="310" y="35"/>
                  </a:cubicBezTo>
                  <a:lnTo>
                    <a:pt x="113" y="2"/>
                  </a:lnTo>
                  <a:cubicBezTo>
                    <a:pt x="109" y="1"/>
                    <a:pt x="104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5"/>
            <p:cNvSpPr/>
            <p:nvPr/>
          </p:nvSpPr>
          <p:spPr>
            <a:xfrm>
              <a:off x="10207624" y="3334689"/>
              <a:ext cx="69007" cy="30697"/>
            </a:xfrm>
            <a:custGeom>
              <a:rect b="b" l="l" r="r" t="t"/>
              <a:pathLst>
                <a:path extrusionOk="0" h="250" w="562">
                  <a:moveTo>
                    <a:pt x="104" y="0"/>
                  </a:moveTo>
                  <a:cubicBezTo>
                    <a:pt x="71" y="0"/>
                    <a:pt x="38" y="19"/>
                    <a:pt x="22" y="53"/>
                  </a:cubicBezTo>
                  <a:cubicBezTo>
                    <a:pt x="1" y="97"/>
                    <a:pt x="22" y="151"/>
                    <a:pt x="66" y="173"/>
                  </a:cubicBezTo>
                  <a:cubicBezTo>
                    <a:pt x="73" y="177"/>
                    <a:pt x="230" y="250"/>
                    <a:pt x="394" y="250"/>
                  </a:cubicBezTo>
                  <a:cubicBezTo>
                    <a:pt x="423" y="250"/>
                    <a:pt x="449" y="246"/>
                    <a:pt x="478" y="243"/>
                  </a:cubicBezTo>
                  <a:cubicBezTo>
                    <a:pt x="529" y="232"/>
                    <a:pt x="562" y="184"/>
                    <a:pt x="551" y="137"/>
                  </a:cubicBezTo>
                  <a:cubicBezTo>
                    <a:pt x="545" y="92"/>
                    <a:pt x="508" y="62"/>
                    <a:pt x="465" y="62"/>
                  </a:cubicBezTo>
                  <a:cubicBezTo>
                    <a:pt x="459" y="62"/>
                    <a:pt x="452" y="62"/>
                    <a:pt x="445" y="64"/>
                  </a:cubicBezTo>
                  <a:cubicBezTo>
                    <a:pt x="429" y="67"/>
                    <a:pt x="412" y="68"/>
                    <a:pt x="395" y="68"/>
                  </a:cubicBezTo>
                  <a:cubicBezTo>
                    <a:pt x="295" y="68"/>
                    <a:pt x="183" y="28"/>
                    <a:pt x="143" y="9"/>
                  </a:cubicBezTo>
                  <a:cubicBezTo>
                    <a:pt x="130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5"/>
            <p:cNvSpPr/>
            <p:nvPr/>
          </p:nvSpPr>
          <p:spPr>
            <a:xfrm>
              <a:off x="10001220" y="3221971"/>
              <a:ext cx="70848" cy="65937"/>
            </a:xfrm>
            <a:custGeom>
              <a:rect b="b" l="l" r="r" t="t"/>
              <a:pathLst>
                <a:path extrusionOk="0" h="537" w="577">
                  <a:moveTo>
                    <a:pt x="286" y="1"/>
                  </a:moveTo>
                  <a:cubicBezTo>
                    <a:pt x="159" y="1"/>
                    <a:pt x="46" y="93"/>
                    <a:pt x="23" y="224"/>
                  </a:cubicBezTo>
                  <a:cubicBezTo>
                    <a:pt x="1" y="369"/>
                    <a:pt x="99" y="508"/>
                    <a:pt x="245" y="533"/>
                  </a:cubicBezTo>
                  <a:cubicBezTo>
                    <a:pt x="259" y="536"/>
                    <a:pt x="272" y="537"/>
                    <a:pt x="286" y="537"/>
                  </a:cubicBezTo>
                  <a:cubicBezTo>
                    <a:pt x="416" y="537"/>
                    <a:pt x="532" y="443"/>
                    <a:pt x="551" y="311"/>
                  </a:cubicBezTo>
                  <a:cubicBezTo>
                    <a:pt x="577" y="165"/>
                    <a:pt x="478" y="27"/>
                    <a:pt x="333" y="5"/>
                  </a:cubicBezTo>
                  <a:cubicBezTo>
                    <a:pt x="317" y="2"/>
                    <a:pt x="302" y="1"/>
                    <a:pt x="286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9180268" y="3438321"/>
              <a:ext cx="814818" cy="1238312"/>
            </a:xfrm>
            <a:custGeom>
              <a:rect b="b" l="l" r="r" t="t"/>
              <a:pathLst>
                <a:path extrusionOk="0" h="10085" w="6636">
                  <a:moveTo>
                    <a:pt x="5490" y="0"/>
                  </a:moveTo>
                  <a:cubicBezTo>
                    <a:pt x="5132" y="0"/>
                    <a:pt x="4786" y="192"/>
                    <a:pt x="4605" y="529"/>
                  </a:cubicBezTo>
                  <a:lnTo>
                    <a:pt x="263" y="8608"/>
                  </a:lnTo>
                  <a:cubicBezTo>
                    <a:pt x="1" y="9096"/>
                    <a:pt x="183" y="9701"/>
                    <a:pt x="671" y="9964"/>
                  </a:cubicBezTo>
                  <a:cubicBezTo>
                    <a:pt x="821" y="10044"/>
                    <a:pt x="985" y="10084"/>
                    <a:pt x="1145" y="10084"/>
                  </a:cubicBezTo>
                  <a:cubicBezTo>
                    <a:pt x="1503" y="10084"/>
                    <a:pt x="1845" y="9895"/>
                    <a:pt x="2028" y="9556"/>
                  </a:cubicBezTo>
                  <a:lnTo>
                    <a:pt x="6373" y="1477"/>
                  </a:lnTo>
                  <a:cubicBezTo>
                    <a:pt x="6636" y="992"/>
                    <a:pt x="6454" y="383"/>
                    <a:pt x="5965" y="120"/>
                  </a:cubicBezTo>
                  <a:cubicBezTo>
                    <a:pt x="5814" y="39"/>
                    <a:pt x="5650" y="0"/>
                    <a:pt x="5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5"/>
            <p:cNvSpPr/>
            <p:nvPr/>
          </p:nvSpPr>
          <p:spPr>
            <a:xfrm>
              <a:off x="11247504" y="4355291"/>
              <a:ext cx="570471" cy="263379"/>
            </a:xfrm>
            <a:custGeom>
              <a:rect b="b" l="l" r="r" t="t"/>
              <a:pathLst>
                <a:path extrusionOk="0" h="2145" w="4646">
                  <a:moveTo>
                    <a:pt x="3410" y="1"/>
                  </a:moveTo>
                  <a:cubicBezTo>
                    <a:pt x="1903" y="1"/>
                    <a:pt x="1" y="804"/>
                    <a:pt x="1" y="804"/>
                  </a:cubicBezTo>
                  <a:cubicBezTo>
                    <a:pt x="1" y="804"/>
                    <a:pt x="766" y="1734"/>
                    <a:pt x="1149" y="2091"/>
                  </a:cubicBezTo>
                  <a:cubicBezTo>
                    <a:pt x="1185" y="2127"/>
                    <a:pt x="1232" y="2145"/>
                    <a:pt x="1280" y="2145"/>
                  </a:cubicBezTo>
                  <a:cubicBezTo>
                    <a:pt x="1310" y="2145"/>
                    <a:pt x="1340" y="2138"/>
                    <a:pt x="1368" y="2124"/>
                  </a:cubicBezTo>
                  <a:lnTo>
                    <a:pt x="4507" y="549"/>
                  </a:lnTo>
                  <a:cubicBezTo>
                    <a:pt x="4645" y="480"/>
                    <a:pt x="4645" y="283"/>
                    <a:pt x="4503" y="210"/>
                  </a:cubicBezTo>
                  <a:cubicBezTo>
                    <a:pt x="4198" y="60"/>
                    <a:pt x="3819" y="1"/>
                    <a:pt x="3410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11556803" y="4383655"/>
              <a:ext cx="249504" cy="74532"/>
            </a:xfrm>
            <a:custGeom>
              <a:rect b="b" l="l" r="r" t="t"/>
              <a:pathLst>
                <a:path extrusionOk="0" h="607" w="2032">
                  <a:moveTo>
                    <a:pt x="1844" y="0"/>
                  </a:moveTo>
                  <a:cubicBezTo>
                    <a:pt x="1201" y="0"/>
                    <a:pt x="569" y="153"/>
                    <a:pt x="1" y="442"/>
                  </a:cubicBezTo>
                  <a:lnTo>
                    <a:pt x="85" y="606"/>
                  </a:lnTo>
                  <a:cubicBezTo>
                    <a:pt x="624" y="328"/>
                    <a:pt x="1227" y="182"/>
                    <a:pt x="1835" y="182"/>
                  </a:cubicBezTo>
                  <a:cubicBezTo>
                    <a:pt x="1897" y="182"/>
                    <a:pt x="1959" y="184"/>
                    <a:pt x="2021" y="187"/>
                  </a:cubicBezTo>
                  <a:lnTo>
                    <a:pt x="2031" y="4"/>
                  </a:lnTo>
                  <a:cubicBezTo>
                    <a:pt x="1969" y="2"/>
                    <a:pt x="1906" y="0"/>
                    <a:pt x="18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5"/>
            <p:cNvSpPr/>
            <p:nvPr/>
          </p:nvSpPr>
          <p:spPr>
            <a:xfrm>
              <a:off x="11206739" y="4272287"/>
              <a:ext cx="291129" cy="273571"/>
            </a:xfrm>
            <a:custGeom>
              <a:rect b="b" l="l" r="r" t="t"/>
              <a:pathLst>
                <a:path extrusionOk="0" h="2228" w="2371">
                  <a:moveTo>
                    <a:pt x="1317" y="0"/>
                  </a:moveTo>
                  <a:lnTo>
                    <a:pt x="1" y="1404"/>
                  </a:lnTo>
                  <a:lnTo>
                    <a:pt x="971" y="2228"/>
                  </a:lnTo>
                  <a:lnTo>
                    <a:pt x="2371" y="842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5"/>
            <p:cNvSpPr/>
            <p:nvPr/>
          </p:nvSpPr>
          <p:spPr>
            <a:xfrm>
              <a:off x="8866180" y="4447872"/>
              <a:ext cx="491887" cy="273939"/>
            </a:xfrm>
            <a:custGeom>
              <a:rect b="b" l="l" r="r" t="t"/>
              <a:pathLst>
                <a:path extrusionOk="0" h="2231" w="4006">
                  <a:moveTo>
                    <a:pt x="2540" y="0"/>
                  </a:moveTo>
                  <a:cubicBezTo>
                    <a:pt x="1992" y="0"/>
                    <a:pt x="1463" y="78"/>
                    <a:pt x="1191" y="218"/>
                  </a:cubicBezTo>
                  <a:cubicBezTo>
                    <a:pt x="656" y="493"/>
                    <a:pt x="1" y="1685"/>
                    <a:pt x="410" y="1685"/>
                  </a:cubicBezTo>
                  <a:cubicBezTo>
                    <a:pt x="418" y="1685"/>
                    <a:pt x="427" y="1685"/>
                    <a:pt x="437" y="1683"/>
                  </a:cubicBezTo>
                  <a:cubicBezTo>
                    <a:pt x="527" y="1674"/>
                    <a:pt x="638" y="1670"/>
                    <a:pt x="756" y="1670"/>
                  </a:cubicBezTo>
                  <a:cubicBezTo>
                    <a:pt x="1248" y="1670"/>
                    <a:pt x="1884" y="1738"/>
                    <a:pt x="1884" y="1738"/>
                  </a:cubicBezTo>
                  <a:cubicBezTo>
                    <a:pt x="1884" y="1738"/>
                    <a:pt x="670" y="2231"/>
                    <a:pt x="1067" y="2231"/>
                  </a:cubicBezTo>
                  <a:cubicBezTo>
                    <a:pt x="1120" y="2231"/>
                    <a:pt x="1203" y="2222"/>
                    <a:pt x="1323" y="2201"/>
                  </a:cubicBezTo>
                  <a:cubicBezTo>
                    <a:pt x="2006" y="2084"/>
                    <a:pt x="2856" y="2066"/>
                    <a:pt x="3329" y="2066"/>
                  </a:cubicBezTo>
                  <a:cubicBezTo>
                    <a:pt x="3550" y="2066"/>
                    <a:pt x="3689" y="2070"/>
                    <a:pt x="3689" y="2070"/>
                  </a:cubicBezTo>
                  <a:lnTo>
                    <a:pt x="4006" y="247"/>
                  </a:lnTo>
                  <a:cubicBezTo>
                    <a:pt x="3656" y="78"/>
                    <a:pt x="3088" y="0"/>
                    <a:pt x="2540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5"/>
            <p:cNvSpPr/>
            <p:nvPr/>
          </p:nvSpPr>
          <p:spPr>
            <a:xfrm>
              <a:off x="9150309" y="4341170"/>
              <a:ext cx="347980" cy="362100"/>
            </a:xfrm>
            <a:custGeom>
              <a:rect b="b" l="l" r="r" t="t"/>
              <a:pathLst>
                <a:path extrusionOk="0" h="2949" w="2834">
                  <a:moveTo>
                    <a:pt x="1247" y="0"/>
                  </a:moveTo>
                  <a:lnTo>
                    <a:pt x="0" y="2272"/>
                  </a:lnTo>
                  <a:lnTo>
                    <a:pt x="1269" y="2924"/>
                  </a:lnTo>
                  <a:lnTo>
                    <a:pt x="1375" y="2939"/>
                  </a:lnTo>
                  <a:cubicBezTo>
                    <a:pt x="1410" y="2945"/>
                    <a:pt x="1446" y="2948"/>
                    <a:pt x="1481" y="2948"/>
                  </a:cubicBezTo>
                  <a:cubicBezTo>
                    <a:pt x="1710" y="2948"/>
                    <a:pt x="1927" y="2819"/>
                    <a:pt x="2035" y="2611"/>
                  </a:cubicBezTo>
                  <a:lnTo>
                    <a:pt x="2833" y="1058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5"/>
            <p:cNvSpPr/>
            <p:nvPr/>
          </p:nvSpPr>
          <p:spPr>
            <a:xfrm>
              <a:off x="10371421" y="4506318"/>
              <a:ext cx="207388" cy="196214"/>
            </a:xfrm>
            <a:custGeom>
              <a:rect b="b" l="l" r="r" t="t"/>
              <a:pathLst>
                <a:path extrusionOk="0" h="1598" w="1689">
                  <a:moveTo>
                    <a:pt x="1" y="1"/>
                  </a:moveTo>
                  <a:lnTo>
                    <a:pt x="1689" y="1598"/>
                  </a:lnTo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10363809" y="4497846"/>
              <a:ext cx="222614" cy="213159"/>
            </a:xfrm>
            <a:custGeom>
              <a:rect b="b" l="l" r="r" t="t"/>
              <a:pathLst>
                <a:path extrusionOk="0" h="1736" w="1813">
                  <a:moveTo>
                    <a:pt x="125" y="0"/>
                  </a:moveTo>
                  <a:lnTo>
                    <a:pt x="1" y="135"/>
                  </a:lnTo>
                  <a:lnTo>
                    <a:pt x="1685" y="1736"/>
                  </a:lnTo>
                  <a:lnTo>
                    <a:pt x="1813" y="160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5"/>
            <p:cNvSpPr/>
            <p:nvPr/>
          </p:nvSpPr>
          <p:spPr>
            <a:xfrm>
              <a:off x="9810532" y="3491488"/>
              <a:ext cx="882474" cy="698047"/>
            </a:xfrm>
            <a:custGeom>
              <a:rect b="b" l="l" r="r" t="t"/>
              <a:pathLst>
                <a:path extrusionOk="0" h="5685" w="7187">
                  <a:moveTo>
                    <a:pt x="1" y="1"/>
                  </a:moveTo>
                  <a:lnTo>
                    <a:pt x="661" y="4642"/>
                  </a:lnTo>
                  <a:cubicBezTo>
                    <a:pt x="744" y="5240"/>
                    <a:pt x="1255" y="5685"/>
                    <a:pt x="1860" y="5685"/>
                  </a:cubicBezTo>
                  <a:lnTo>
                    <a:pt x="5885" y="5685"/>
                  </a:lnTo>
                  <a:cubicBezTo>
                    <a:pt x="6621" y="5685"/>
                    <a:pt x="7187" y="5032"/>
                    <a:pt x="7081" y="4303"/>
                  </a:cubicBezTo>
                  <a:lnTo>
                    <a:pt x="6468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9845895" y="3527832"/>
              <a:ext cx="117016" cy="282166"/>
            </a:xfrm>
            <a:custGeom>
              <a:rect b="b" l="l" r="r" t="t"/>
              <a:pathLst>
                <a:path extrusionOk="0" h="2298" w="953">
                  <a:moveTo>
                    <a:pt x="952" y="0"/>
                  </a:moveTo>
                  <a:lnTo>
                    <a:pt x="1" y="2297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9835581" y="3523289"/>
              <a:ext cx="137645" cy="291129"/>
            </a:xfrm>
            <a:custGeom>
              <a:rect b="b" l="l" r="r" t="t"/>
              <a:pathLst>
                <a:path extrusionOk="0" h="2371" w="1121">
                  <a:moveTo>
                    <a:pt x="952" y="1"/>
                  </a:moveTo>
                  <a:lnTo>
                    <a:pt x="1" y="2301"/>
                  </a:lnTo>
                  <a:lnTo>
                    <a:pt x="169" y="2370"/>
                  </a:lnTo>
                  <a:lnTo>
                    <a:pt x="1120" y="70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10606067" y="3570808"/>
              <a:ext cx="56973" cy="333122"/>
            </a:xfrm>
            <a:custGeom>
              <a:rect b="b" l="l" r="r" t="t"/>
              <a:pathLst>
                <a:path extrusionOk="0" h="2713" w="464">
                  <a:moveTo>
                    <a:pt x="0" y="0"/>
                  </a:moveTo>
                  <a:lnTo>
                    <a:pt x="463" y="2713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5"/>
            <p:cNvSpPr/>
            <p:nvPr/>
          </p:nvSpPr>
          <p:spPr>
            <a:xfrm>
              <a:off x="10595261" y="3568966"/>
              <a:ext cx="78461" cy="337174"/>
            </a:xfrm>
            <a:custGeom>
              <a:rect b="b" l="l" r="r" t="t"/>
              <a:pathLst>
                <a:path extrusionOk="0" h="2746" w="639">
                  <a:moveTo>
                    <a:pt x="179" y="1"/>
                  </a:moveTo>
                  <a:lnTo>
                    <a:pt x="1" y="30"/>
                  </a:lnTo>
                  <a:lnTo>
                    <a:pt x="460" y="2746"/>
                  </a:lnTo>
                  <a:lnTo>
                    <a:pt x="639" y="2713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5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740"/>
                  </a:moveTo>
                  <a:cubicBezTo>
                    <a:pt x="2155" y="952"/>
                    <a:pt x="2217" y="1192"/>
                    <a:pt x="2312" y="1433"/>
                  </a:cubicBezTo>
                  <a:cubicBezTo>
                    <a:pt x="2589" y="2155"/>
                    <a:pt x="3034" y="2618"/>
                    <a:pt x="3614" y="2804"/>
                  </a:cubicBezTo>
                  <a:cubicBezTo>
                    <a:pt x="3034" y="2986"/>
                    <a:pt x="2589" y="3453"/>
                    <a:pt x="2312" y="4171"/>
                  </a:cubicBezTo>
                  <a:cubicBezTo>
                    <a:pt x="2217" y="4411"/>
                    <a:pt x="2155" y="4652"/>
                    <a:pt x="2112" y="4864"/>
                  </a:cubicBezTo>
                  <a:cubicBezTo>
                    <a:pt x="2068" y="4652"/>
                    <a:pt x="2006" y="4411"/>
                    <a:pt x="1911" y="4171"/>
                  </a:cubicBezTo>
                  <a:cubicBezTo>
                    <a:pt x="1634" y="3453"/>
                    <a:pt x="1189" y="2986"/>
                    <a:pt x="610" y="2804"/>
                  </a:cubicBezTo>
                  <a:cubicBezTo>
                    <a:pt x="1189" y="2618"/>
                    <a:pt x="1634" y="2155"/>
                    <a:pt x="1911" y="1433"/>
                  </a:cubicBezTo>
                  <a:cubicBezTo>
                    <a:pt x="2006" y="1192"/>
                    <a:pt x="2068" y="952"/>
                    <a:pt x="2112" y="740"/>
                  </a:cubicBezTo>
                  <a:close/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5"/>
            <p:cNvSpPr/>
            <p:nvPr/>
          </p:nvSpPr>
          <p:spPr>
            <a:xfrm>
              <a:off x="12379228" y="3304484"/>
              <a:ext cx="259204" cy="265958"/>
            </a:xfrm>
            <a:custGeom>
              <a:rect b="b" l="l" r="r" t="t"/>
              <a:pathLst>
                <a:path extrusionOk="0" h="2166" w="2111">
                  <a:moveTo>
                    <a:pt x="1054" y="0"/>
                  </a:moveTo>
                  <a:cubicBezTo>
                    <a:pt x="1054" y="0"/>
                    <a:pt x="1028" y="1097"/>
                    <a:pt x="0" y="1097"/>
                  </a:cubicBezTo>
                  <a:cubicBezTo>
                    <a:pt x="1028" y="1097"/>
                    <a:pt x="1054" y="2166"/>
                    <a:pt x="1054" y="2166"/>
                  </a:cubicBezTo>
                  <a:cubicBezTo>
                    <a:pt x="1054" y="2166"/>
                    <a:pt x="1083" y="1097"/>
                    <a:pt x="2111" y="1097"/>
                  </a:cubicBezTo>
                  <a:cubicBezTo>
                    <a:pt x="1083" y="1097"/>
                    <a:pt x="1054" y="0"/>
                    <a:pt x="105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5"/>
            <p:cNvSpPr/>
            <p:nvPr/>
          </p:nvSpPr>
          <p:spPr>
            <a:xfrm>
              <a:off x="12006693" y="3836272"/>
              <a:ext cx="155081" cy="159010"/>
            </a:xfrm>
            <a:custGeom>
              <a:rect b="b" l="l" r="r" t="t"/>
              <a:pathLst>
                <a:path extrusionOk="0" h="1295" w="1263">
                  <a:moveTo>
                    <a:pt x="631" y="0"/>
                  </a:moveTo>
                  <a:cubicBezTo>
                    <a:pt x="631" y="0"/>
                    <a:pt x="613" y="656"/>
                    <a:pt x="1" y="656"/>
                  </a:cubicBezTo>
                  <a:cubicBezTo>
                    <a:pt x="613" y="656"/>
                    <a:pt x="631" y="1294"/>
                    <a:pt x="631" y="1294"/>
                  </a:cubicBezTo>
                  <a:cubicBezTo>
                    <a:pt x="631" y="1294"/>
                    <a:pt x="646" y="656"/>
                    <a:pt x="1262" y="656"/>
                  </a:cubicBezTo>
                  <a:cubicBezTo>
                    <a:pt x="646" y="656"/>
                    <a:pt x="631" y="0"/>
                    <a:pt x="63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Google Shape;563;p35"/>
          <p:cNvSpPr/>
          <p:nvPr/>
        </p:nvSpPr>
        <p:spPr>
          <a:xfrm>
            <a:off x="605850" y="3982125"/>
            <a:ext cx="9753000" cy="13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5"/>
          <p:cNvSpPr txBox="1"/>
          <p:nvPr/>
        </p:nvSpPr>
        <p:spPr>
          <a:xfrm>
            <a:off x="826125" y="2901375"/>
            <a:ext cx="10590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Proyecto integrador: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Reportes avanzados</a:t>
            </a:r>
            <a:endParaRPr sz="7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"/>
          <p:cNvSpPr/>
          <p:nvPr/>
        </p:nvSpPr>
        <p:spPr>
          <a:xfrm>
            <a:off x="12802200" y="-22650"/>
            <a:ext cx="5485800" cy="1033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0" name="Google Shape;570;p36"/>
          <p:cNvGrpSpPr/>
          <p:nvPr/>
        </p:nvGrpSpPr>
        <p:grpSpPr>
          <a:xfrm flipH="1">
            <a:off x="10463175" y="4230000"/>
            <a:ext cx="7046704" cy="5392135"/>
            <a:chOff x="913750" y="1898225"/>
            <a:chExt cx="7046704" cy="5392135"/>
          </a:xfrm>
        </p:grpSpPr>
        <p:sp>
          <p:nvSpPr>
            <p:cNvPr id="571" name="Google Shape;571;p36"/>
            <p:cNvSpPr/>
            <p:nvPr/>
          </p:nvSpPr>
          <p:spPr>
            <a:xfrm>
              <a:off x="913750" y="3246909"/>
              <a:ext cx="4427053" cy="2192115"/>
            </a:xfrm>
            <a:custGeom>
              <a:rect b="b" l="l" r="r" t="t"/>
              <a:pathLst>
                <a:path extrusionOk="0" h="38648" w="78051">
                  <a:moveTo>
                    <a:pt x="56279" y="1"/>
                  </a:moveTo>
                  <a:cubicBezTo>
                    <a:pt x="56279" y="1"/>
                    <a:pt x="48996" y="3838"/>
                    <a:pt x="36820" y="3838"/>
                  </a:cubicBezTo>
                  <a:cubicBezTo>
                    <a:pt x="35010" y="3838"/>
                    <a:pt x="33093" y="3754"/>
                    <a:pt x="31075" y="3559"/>
                  </a:cubicBezTo>
                  <a:cubicBezTo>
                    <a:pt x="29523" y="3410"/>
                    <a:pt x="28035" y="3338"/>
                    <a:pt x="26612" y="3338"/>
                  </a:cubicBezTo>
                  <a:cubicBezTo>
                    <a:pt x="7226" y="3338"/>
                    <a:pt x="0" y="16713"/>
                    <a:pt x="9930" y="31067"/>
                  </a:cubicBezTo>
                  <a:cubicBezTo>
                    <a:pt x="12792" y="35196"/>
                    <a:pt x="19315" y="38647"/>
                    <a:pt x="29276" y="38647"/>
                  </a:cubicBezTo>
                  <a:cubicBezTo>
                    <a:pt x="33609" y="38647"/>
                    <a:pt x="38593" y="37994"/>
                    <a:pt x="44210" y="36459"/>
                  </a:cubicBezTo>
                  <a:cubicBezTo>
                    <a:pt x="62737" y="31412"/>
                    <a:pt x="78051" y="13779"/>
                    <a:pt x="68098" y="3073"/>
                  </a:cubicBezTo>
                  <a:cubicBezTo>
                    <a:pt x="68098" y="3073"/>
                    <a:pt x="60135" y="628"/>
                    <a:pt x="562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3850702" y="3204255"/>
              <a:ext cx="1063387" cy="1064237"/>
            </a:xfrm>
            <a:custGeom>
              <a:rect b="b" l="l" r="r" t="t"/>
              <a:pathLst>
                <a:path extrusionOk="0" h="18763" w="18748">
                  <a:moveTo>
                    <a:pt x="9374" y="1"/>
                  </a:moveTo>
                  <a:cubicBezTo>
                    <a:pt x="4186" y="1"/>
                    <a:pt x="1" y="4201"/>
                    <a:pt x="1" y="9389"/>
                  </a:cubicBezTo>
                  <a:cubicBezTo>
                    <a:pt x="1" y="14562"/>
                    <a:pt x="4186" y="18763"/>
                    <a:pt x="9374" y="18763"/>
                  </a:cubicBezTo>
                  <a:cubicBezTo>
                    <a:pt x="14546" y="18763"/>
                    <a:pt x="18747" y="14562"/>
                    <a:pt x="18747" y="9389"/>
                  </a:cubicBezTo>
                  <a:cubicBezTo>
                    <a:pt x="18747" y="4201"/>
                    <a:pt x="14546" y="1"/>
                    <a:pt x="9374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3839131" y="3195804"/>
              <a:ext cx="812684" cy="505716"/>
            </a:xfrm>
            <a:custGeom>
              <a:rect b="b" l="l" r="r" t="t"/>
              <a:pathLst>
                <a:path extrusionOk="0" h="8916" w="14328">
                  <a:moveTo>
                    <a:pt x="8856" y="1"/>
                  </a:moveTo>
                  <a:cubicBezTo>
                    <a:pt x="6974" y="1"/>
                    <a:pt x="5042" y="491"/>
                    <a:pt x="3402" y="1670"/>
                  </a:cubicBezTo>
                  <a:cubicBezTo>
                    <a:pt x="1" y="4115"/>
                    <a:pt x="220" y="8802"/>
                    <a:pt x="220" y="8802"/>
                  </a:cubicBezTo>
                  <a:cubicBezTo>
                    <a:pt x="743" y="8879"/>
                    <a:pt x="1258" y="8916"/>
                    <a:pt x="1764" y="8916"/>
                  </a:cubicBezTo>
                  <a:cubicBezTo>
                    <a:pt x="9012" y="8916"/>
                    <a:pt x="14327" y="1450"/>
                    <a:pt x="14327" y="1450"/>
                  </a:cubicBezTo>
                  <a:cubicBezTo>
                    <a:pt x="12842" y="566"/>
                    <a:pt x="10878" y="1"/>
                    <a:pt x="88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4646424" y="3460288"/>
              <a:ext cx="471230" cy="471286"/>
            </a:xfrm>
            <a:custGeom>
              <a:rect b="b" l="l" r="r" t="t"/>
              <a:pathLst>
                <a:path extrusionOk="0" h="8309" w="8308">
                  <a:moveTo>
                    <a:pt x="4154" y="1223"/>
                  </a:moveTo>
                  <a:cubicBezTo>
                    <a:pt x="5768" y="1223"/>
                    <a:pt x="7085" y="2540"/>
                    <a:pt x="7085" y="4154"/>
                  </a:cubicBezTo>
                  <a:cubicBezTo>
                    <a:pt x="7085" y="5769"/>
                    <a:pt x="5768" y="7086"/>
                    <a:pt x="4154" y="7086"/>
                  </a:cubicBezTo>
                  <a:cubicBezTo>
                    <a:pt x="2539" y="7086"/>
                    <a:pt x="1223" y="5769"/>
                    <a:pt x="1223" y="4154"/>
                  </a:cubicBezTo>
                  <a:cubicBezTo>
                    <a:pt x="1223" y="2540"/>
                    <a:pt x="2539" y="1223"/>
                    <a:pt x="4154" y="1223"/>
                  </a:cubicBezTo>
                  <a:close/>
                  <a:moveTo>
                    <a:pt x="4154" y="1"/>
                  </a:moveTo>
                  <a:cubicBezTo>
                    <a:pt x="1865" y="1"/>
                    <a:pt x="0" y="1866"/>
                    <a:pt x="0" y="4154"/>
                  </a:cubicBezTo>
                  <a:cubicBezTo>
                    <a:pt x="0" y="6443"/>
                    <a:pt x="1865" y="8308"/>
                    <a:pt x="4154" y="8308"/>
                  </a:cubicBezTo>
                  <a:cubicBezTo>
                    <a:pt x="6442" y="8308"/>
                    <a:pt x="8307" y="6443"/>
                    <a:pt x="8307" y="4154"/>
                  </a:cubicBezTo>
                  <a:cubicBezTo>
                    <a:pt x="8307" y="1866"/>
                    <a:pt x="6442" y="1"/>
                    <a:pt x="41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4117399" y="3460288"/>
              <a:ext cx="470379" cy="471286"/>
            </a:xfrm>
            <a:custGeom>
              <a:rect b="b" l="l" r="r" t="t"/>
              <a:pathLst>
                <a:path extrusionOk="0" h="8309" w="8293">
                  <a:moveTo>
                    <a:pt x="4139" y="1223"/>
                  </a:moveTo>
                  <a:cubicBezTo>
                    <a:pt x="5753" y="1223"/>
                    <a:pt x="7070" y="2540"/>
                    <a:pt x="7070" y="4154"/>
                  </a:cubicBezTo>
                  <a:cubicBezTo>
                    <a:pt x="7070" y="5769"/>
                    <a:pt x="5753" y="7086"/>
                    <a:pt x="4139" y="7086"/>
                  </a:cubicBezTo>
                  <a:cubicBezTo>
                    <a:pt x="2524" y="7086"/>
                    <a:pt x="1223" y="5769"/>
                    <a:pt x="1223" y="4154"/>
                  </a:cubicBezTo>
                  <a:cubicBezTo>
                    <a:pt x="1223" y="2540"/>
                    <a:pt x="2524" y="1223"/>
                    <a:pt x="4139" y="1223"/>
                  </a:cubicBezTo>
                  <a:close/>
                  <a:moveTo>
                    <a:pt x="4139" y="1"/>
                  </a:moveTo>
                  <a:cubicBezTo>
                    <a:pt x="1850" y="1"/>
                    <a:pt x="1" y="1866"/>
                    <a:pt x="1" y="4154"/>
                  </a:cubicBezTo>
                  <a:cubicBezTo>
                    <a:pt x="1" y="6443"/>
                    <a:pt x="1850" y="8308"/>
                    <a:pt x="4139" y="8308"/>
                  </a:cubicBezTo>
                  <a:cubicBezTo>
                    <a:pt x="6427" y="8308"/>
                    <a:pt x="8293" y="6443"/>
                    <a:pt x="8293" y="4154"/>
                  </a:cubicBezTo>
                  <a:cubicBezTo>
                    <a:pt x="8293" y="1866"/>
                    <a:pt x="6427" y="1"/>
                    <a:pt x="41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3714688" y="3695903"/>
              <a:ext cx="250759" cy="250759"/>
            </a:xfrm>
            <a:custGeom>
              <a:rect b="b" l="l" r="r" t="t"/>
              <a:pathLst>
                <a:path extrusionOk="0" h="4421" w="4421">
                  <a:moveTo>
                    <a:pt x="2210" y="0"/>
                  </a:moveTo>
                  <a:cubicBezTo>
                    <a:pt x="988" y="0"/>
                    <a:pt x="0" y="988"/>
                    <a:pt x="0" y="2210"/>
                  </a:cubicBezTo>
                  <a:cubicBezTo>
                    <a:pt x="0" y="3433"/>
                    <a:pt x="988" y="4421"/>
                    <a:pt x="2210" y="4421"/>
                  </a:cubicBezTo>
                  <a:cubicBezTo>
                    <a:pt x="3433" y="4421"/>
                    <a:pt x="4421" y="3433"/>
                    <a:pt x="4421" y="2210"/>
                  </a:cubicBezTo>
                  <a:cubicBezTo>
                    <a:pt x="4421" y="988"/>
                    <a:pt x="3433" y="0"/>
                    <a:pt x="2210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3800051" y="3874570"/>
              <a:ext cx="152974" cy="152974"/>
            </a:xfrm>
            <a:custGeom>
              <a:rect b="b" l="l" r="r" t="t"/>
              <a:pathLst>
                <a:path extrusionOk="0" h="2697" w="2697">
                  <a:moveTo>
                    <a:pt x="1348" y="1"/>
                  </a:moveTo>
                  <a:cubicBezTo>
                    <a:pt x="596" y="1"/>
                    <a:pt x="0" y="612"/>
                    <a:pt x="0" y="1349"/>
                  </a:cubicBezTo>
                  <a:cubicBezTo>
                    <a:pt x="0" y="2101"/>
                    <a:pt x="596" y="2697"/>
                    <a:pt x="1348" y="2697"/>
                  </a:cubicBezTo>
                  <a:cubicBezTo>
                    <a:pt x="2101" y="2697"/>
                    <a:pt x="2696" y="2101"/>
                    <a:pt x="2696" y="1349"/>
                  </a:cubicBezTo>
                  <a:cubicBezTo>
                    <a:pt x="2696" y="612"/>
                    <a:pt x="2101" y="1"/>
                    <a:pt x="1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4435710" y="3995610"/>
              <a:ext cx="224952" cy="89731"/>
            </a:xfrm>
            <a:custGeom>
              <a:rect b="b" l="l" r="r" t="t"/>
              <a:pathLst>
                <a:path extrusionOk="0" h="1582" w="3966">
                  <a:moveTo>
                    <a:pt x="676" y="0"/>
                  </a:moveTo>
                  <a:cubicBezTo>
                    <a:pt x="440" y="0"/>
                    <a:pt x="220" y="138"/>
                    <a:pt x="126" y="375"/>
                  </a:cubicBezTo>
                  <a:cubicBezTo>
                    <a:pt x="0" y="688"/>
                    <a:pt x="157" y="1049"/>
                    <a:pt x="471" y="1174"/>
                  </a:cubicBezTo>
                  <a:cubicBezTo>
                    <a:pt x="596" y="1237"/>
                    <a:pt x="1536" y="1582"/>
                    <a:pt x="2477" y="1582"/>
                  </a:cubicBezTo>
                  <a:cubicBezTo>
                    <a:pt x="2837" y="1582"/>
                    <a:pt x="3214" y="1535"/>
                    <a:pt x="3527" y="1394"/>
                  </a:cubicBezTo>
                  <a:cubicBezTo>
                    <a:pt x="3840" y="1253"/>
                    <a:pt x="3966" y="892"/>
                    <a:pt x="3825" y="579"/>
                  </a:cubicBezTo>
                  <a:cubicBezTo>
                    <a:pt x="3734" y="352"/>
                    <a:pt x="3512" y="223"/>
                    <a:pt x="3283" y="223"/>
                  </a:cubicBezTo>
                  <a:cubicBezTo>
                    <a:pt x="3196" y="223"/>
                    <a:pt x="3108" y="242"/>
                    <a:pt x="3025" y="281"/>
                  </a:cubicBezTo>
                  <a:cubicBezTo>
                    <a:pt x="2882" y="346"/>
                    <a:pt x="2697" y="373"/>
                    <a:pt x="2493" y="373"/>
                  </a:cubicBezTo>
                  <a:cubicBezTo>
                    <a:pt x="1963" y="373"/>
                    <a:pt x="1306" y="193"/>
                    <a:pt x="909" y="46"/>
                  </a:cubicBezTo>
                  <a:cubicBezTo>
                    <a:pt x="832" y="15"/>
                    <a:pt x="753" y="0"/>
                    <a:pt x="6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2694922" y="1898225"/>
              <a:ext cx="4743153" cy="4175046"/>
            </a:xfrm>
            <a:custGeom>
              <a:rect b="b" l="l" r="r" t="t"/>
              <a:pathLst>
                <a:path extrusionOk="0" h="73608" w="83624">
                  <a:moveTo>
                    <a:pt x="83122" y="487"/>
                  </a:moveTo>
                  <a:lnTo>
                    <a:pt x="83122" y="69767"/>
                  </a:lnTo>
                  <a:cubicBezTo>
                    <a:pt x="83122" y="71617"/>
                    <a:pt x="81617" y="73122"/>
                    <a:pt x="79783" y="73122"/>
                  </a:cubicBezTo>
                  <a:lnTo>
                    <a:pt x="3841" y="73122"/>
                  </a:lnTo>
                  <a:cubicBezTo>
                    <a:pt x="1992" y="73122"/>
                    <a:pt x="487" y="71617"/>
                    <a:pt x="487" y="69767"/>
                  </a:cubicBezTo>
                  <a:lnTo>
                    <a:pt x="487" y="487"/>
                  </a:lnTo>
                  <a:close/>
                  <a:moveTo>
                    <a:pt x="1" y="1"/>
                  </a:moveTo>
                  <a:lnTo>
                    <a:pt x="1" y="69767"/>
                  </a:lnTo>
                  <a:cubicBezTo>
                    <a:pt x="1" y="71883"/>
                    <a:pt x="1725" y="73608"/>
                    <a:pt x="3841" y="73608"/>
                  </a:cubicBezTo>
                  <a:lnTo>
                    <a:pt x="79783" y="73608"/>
                  </a:lnTo>
                  <a:cubicBezTo>
                    <a:pt x="81899" y="73608"/>
                    <a:pt x="83623" y="71883"/>
                    <a:pt x="83623" y="69767"/>
                  </a:cubicBezTo>
                  <a:lnTo>
                    <a:pt x="836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5568348" y="2939317"/>
              <a:ext cx="839286" cy="1114945"/>
            </a:xfrm>
            <a:custGeom>
              <a:rect b="b" l="l" r="r" t="t"/>
              <a:pathLst>
                <a:path extrusionOk="0" h="19657" w="14797">
                  <a:moveTo>
                    <a:pt x="7399" y="1"/>
                  </a:moveTo>
                  <a:cubicBezTo>
                    <a:pt x="7399" y="1"/>
                    <a:pt x="7211" y="9828"/>
                    <a:pt x="0" y="9828"/>
                  </a:cubicBezTo>
                  <a:cubicBezTo>
                    <a:pt x="7211" y="9828"/>
                    <a:pt x="7399" y="19656"/>
                    <a:pt x="7399" y="19656"/>
                  </a:cubicBezTo>
                  <a:cubicBezTo>
                    <a:pt x="7399" y="19656"/>
                    <a:pt x="7587" y="9828"/>
                    <a:pt x="14797" y="9828"/>
                  </a:cubicBezTo>
                  <a:cubicBezTo>
                    <a:pt x="7587" y="9828"/>
                    <a:pt x="7399" y="1"/>
                    <a:pt x="7399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6324027" y="3690571"/>
              <a:ext cx="401010" cy="531693"/>
            </a:xfrm>
            <a:custGeom>
              <a:rect b="b" l="l" r="r" t="t"/>
              <a:pathLst>
                <a:path extrusionOk="0" h="9374" w="7070">
                  <a:moveTo>
                    <a:pt x="3527" y="0"/>
                  </a:moveTo>
                  <a:cubicBezTo>
                    <a:pt x="3527" y="0"/>
                    <a:pt x="3433" y="4687"/>
                    <a:pt x="1" y="4687"/>
                  </a:cubicBezTo>
                  <a:cubicBezTo>
                    <a:pt x="3433" y="4687"/>
                    <a:pt x="3527" y="9374"/>
                    <a:pt x="3527" y="9374"/>
                  </a:cubicBezTo>
                  <a:cubicBezTo>
                    <a:pt x="3527" y="9374"/>
                    <a:pt x="3621" y="4687"/>
                    <a:pt x="7070" y="4687"/>
                  </a:cubicBezTo>
                  <a:cubicBezTo>
                    <a:pt x="3621" y="4687"/>
                    <a:pt x="3527" y="0"/>
                    <a:pt x="352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4704165" y="4435415"/>
              <a:ext cx="2772133" cy="2044132"/>
            </a:xfrm>
            <a:custGeom>
              <a:rect b="b" l="l" r="r" t="t"/>
              <a:pathLst>
                <a:path extrusionOk="0" h="36039" w="48874">
                  <a:moveTo>
                    <a:pt x="7561" y="0"/>
                  </a:moveTo>
                  <a:cubicBezTo>
                    <a:pt x="6641" y="0"/>
                    <a:pt x="5706" y="193"/>
                    <a:pt x="4813" y="599"/>
                  </a:cubicBezTo>
                  <a:cubicBezTo>
                    <a:pt x="1474" y="2119"/>
                    <a:pt x="1" y="6054"/>
                    <a:pt x="1521" y="9392"/>
                  </a:cubicBezTo>
                  <a:lnTo>
                    <a:pt x="11898" y="32151"/>
                  </a:lnTo>
                  <a:cubicBezTo>
                    <a:pt x="12713" y="33938"/>
                    <a:pt x="14265" y="35271"/>
                    <a:pt x="16161" y="35804"/>
                  </a:cubicBezTo>
                  <a:cubicBezTo>
                    <a:pt x="16741" y="35960"/>
                    <a:pt x="17337" y="36039"/>
                    <a:pt x="17932" y="36039"/>
                  </a:cubicBezTo>
                  <a:cubicBezTo>
                    <a:pt x="19249" y="36039"/>
                    <a:pt x="20566" y="35647"/>
                    <a:pt x="21678" y="34879"/>
                  </a:cubicBezTo>
                  <a:lnTo>
                    <a:pt x="45080" y="18813"/>
                  </a:lnTo>
                  <a:cubicBezTo>
                    <a:pt x="48105" y="16744"/>
                    <a:pt x="48873" y="12606"/>
                    <a:pt x="46804" y="9596"/>
                  </a:cubicBezTo>
                  <a:cubicBezTo>
                    <a:pt x="45511" y="7719"/>
                    <a:pt x="43432" y="6710"/>
                    <a:pt x="41318" y="6710"/>
                  </a:cubicBezTo>
                  <a:cubicBezTo>
                    <a:pt x="40025" y="6710"/>
                    <a:pt x="38720" y="7087"/>
                    <a:pt x="37572" y="7872"/>
                  </a:cubicBezTo>
                  <a:lnTo>
                    <a:pt x="20691" y="19471"/>
                  </a:lnTo>
                  <a:lnTo>
                    <a:pt x="13591" y="3891"/>
                  </a:lnTo>
                  <a:cubicBezTo>
                    <a:pt x="12488" y="1445"/>
                    <a:pt x="10082" y="0"/>
                    <a:pt x="756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677845" y="4034179"/>
              <a:ext cx="1282609" cy="1598143"/>
            </a:xfrm>
            <a:custGeom>
              <a:rect b="b" l="l" r="r" t="t"/>
              <a:pathLst>
                <a:path extrusionOk="0" h="28176" w="22613">
                  <a:moveTo>
                    <a:pt x="18042" y="1"/>
                  </a:moveTo>
                  <a:cubicBezTo>
                    <a:pt x="17453" y="1"/>
                    <a:pt x="16900" y="406"/>
                    <a:pt x="16490" y="1309"/>
                  </a:cubicBezTo>
                  <a:cubicBezTo>
                    <a:pt x="14641" y="5385"/>
                    <a:pt x="7587" y="11451"/>
                    <a:pt x="7587" y="11451"/>
                  </a:cubicBezTo>
                  <a:cubicBezTo>
                    <a:pt x="8808" y="7189"/>
                    <a:pt x="7273" y="3475"/>
                    <a:pt x="6283" y="3475"/>
                  </a:cubicBezTo>
                  <a:cubicBezTo>
                    <a:pt x="6053" y="3475"/>
                    <a:pt x="5852" y="3675"/>
                    <a:pt x="5722" y="4115"/>
                  </a:cubicBezTo>
                  <a:cubicBezTo>
                    <a:pt x="5032" y="6435"/>
                    <a:pt x="1" y="16952"/>
                    <a:pt x="1" y="16952"/>
                  </a:cubicBezTo>
                  <a:lnTo>
                    <a:pt x="6318" y="28175"/>
                  </a:lnTo>
                  <a:cubicBezTo>
                    <a:pt x="17133" y="23771"/>
                    <a:pt x="18810" y="18535"/>
                    <a:pt x="20942" y="10918"/>
                  </a:cubicBezTo>
                  <a:cubicBezTo>
                    <a:pt x="22613" y="4989"/>
                    <a:pt x="20107" y="1"/>
                    <a:pt x="18042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7197965" y="4561844"/>
              <a:ext cx="368113" cy="537932"/>
            </a:xfrm>
            <a:custGeom>
              <a:rect b="b" l="l" r="r" t="t"/>
              <a:pathLst>
                <a:path extrusionOk="0" h="9484" w="6490">
                  <a:moveTo>
                    <a:pt x="768" y="0"/>
                  </a:moveTo>
                  <a:lnTo>
                    <a:pt x="0" y="706"/>
                  </a:lnTo>
                  <a:cubicBezTo>
                    <a:pt x="63" y="768"/>
                    <a:pt x="5095" y="6176"/>
                    <a:pt x="5455" y="9483"/>
                  </a:cubicBezTo>
                  <a:lnTo>
                    <a:pt x="6490" y="9373"/>
                  </a:lnTo>
                  <a:cubicBezTo>
                    <a:pt x="6098" y="5721"/>
                    <a:pt x="988" y="235"/>
                    <a:pt x="7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7309987" y="4088857"/>
              <a:ext cx="502369" cy="618815"/>
            </a:xfrm>
            <a:custGeom>
              <a:rect b="b" l="l" r="r" t="t"/>
              <a:pathLst>
                <a:path extrusionOk="0" h="10910" w="8857">
                  <a:moveTo>
                    <a:pt x="7900" y="0"/>
                  </a:moveTo>
                  <a:cubicBezTo>
                    <a:pt x="5377" y="5361"/>
                    <a:pt x="47" y="10079"/>
                    <a:pt x="0" y="10126"/>
                  </a:cubicBezTo>
                  <a:lnTo>
                    <a:pt x="690" y="10910"/>
                  </a:lnTo>
                  <a:cubicBezTo>
                    <a:pt x="909" y="10706"/>
                    <a:pt x="6223" y="6004"/>
                    <a:pt x="8856" y="439"/>
                  </a:cubicBezTo>
                  <a:lnTo>
                    <a:pt x="79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7412196" y="4286242"/>
              <a:ext cx="498852" cy="554778"/>
            </a:xfrm>
            <a:custGeom>
              <a:rect b="b" l="l" r="r" t="t"/>
              <a:pathLst>
                <a:path extrusionOk="0" h="9781" w="8795">
                  <a:moveTo>
                    <a:pt x="7838" y="0"/>
                  </a:moveTo>
                  <a:cubicBezTo>
                    <a:pt x="6976" y="2022"/>
                    <a:pt x="4264" y="5157"/>
                    <a:pt x="205" y="8856"/>
                  </a:cubicBezTo>
                  <a:cubicBezTo>
                    <a:pt x="95" y="8950"/>
                    <a:pt x="17" y="9013"/>
                    <a:pt x="1" y="9029"/>
                  </a:cubicBezTo>
                  <a:lnTo>
                    <a:pt x="738" y="9781"/>
                  </a:lnTo>
                  <a:cubicBezTo>
                    <a:pt x="753" y="9765"/>
                    <a:pt x="816" y="9703"/>
                    <a:pt x="894" y="9624"/>
                  </a:cubicBezTo>
                  <a:cubicBezTo>
                    <a:pt x="3324" y="7430"/>
                    <a:pt x="7572" y="3323"/>
                    <a:pt x="8794" y="408"/>
                  </a:cubicBezTo>
                  <a:lnTo>
                    <a:pt x="78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7491320" y="4575173"/>
              <a:ext cx="416155" cy="404584"/>
            </a:xfrm>
            <a:custGeom>
              <a:rect b="b" l="l" r="r" t="t"/>
              <a:pathLst>
                <a:path extrusionOk="0" h="7133" w="7337">
                  <a:moveTo>
                    <a:pt x="6412" y="0"/>
                  </a:moveTo>
                  <a:cubicBezTo>
                    <a:pt x="4970" y="2649"/>
                    <a:pt x="48" y="6254"/>
                    <a:pt x="1" y="6286"/>
                  </a:cubicBezTo>
                  <a:lnTo>
                    <a:pt x="612" y="7132"/>
                  </a:lnTo>
                  <a:cubicBezTo>
                    <a:pt x="832" y="6991"/>
                    <a:pt x="5785" y="3355"/>
                    <a:pt x="7336" y="502"/>
                  </a:cubicBezTo>
                  <a:lnTo>
                    <a:pt x="64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7084186" y="4665868"/>
              <a:ext cx="216046" cy="471230"/>
            </a:xfrm>
            <a:custGeom>
              <a:rect b="b" l="l" r="r" t="t"/>
              <a:pathLst>
                <a:path extrusionOk="0" h="8308" w="3809">
                  <a:moveTo>
                    <a:pt x="846" y="0"/>
                  </a:moveTo>
                  <a:lnTo>
                    <a:pt x="0" y="611"/>
                  </a:lnTo>
                  <a:cubicBezTo>
                    <a:pt x="110" y="768"/>
                    <a:pt x="2524" y="4232"/>
                    <a:pt x="31" y="7696"/>
                  </a:cubicBezTo>
                  <a:lnTo>
                    <a:pt x="878" y="8307"/>
                  </a:lnTo>
                  <a:cubicBezTo>
                    <a:pt x="3809" y="4232"/>
                    <a:pt x="878" y="47"/>
                    <a:pt x="8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4760204" y="4406545"/>
              <a:ext cx="1018918" cy="1161739"/>
            </a:xfrm>
            <a:custGeom>
              <a:rect b="b" l="l" r="r" t="t"/>
              <a:pathLst>
                <a:path extrusionOk="0" h="20482" w="17964">
                  <a:moveTo>
                    <a:pt x="7707" y="0"/>
                  </a:moveTo>
                  <a:cubicBezTo>
                    <a:pt x="7003" y="0"/>
                    <a:pt x="6286" y="110"/>
                    <a:pt x="5580" y="340"/>
                  </a:cubicBezTo>
                  <a:cubicBezTo>
                    <a:pt x="1975" y="1500"/>
                    <a:pt x="0" y="5371"/>
                    <a:pt x="1176" y="8977"/>
                  </a:cubicBezTo>
                  <a:lnTo>
                    <a:pt x="4906" y="20482"/>
                  </a:lnTo>
                  <a:lnTo>
                    <a:pt x="17963" y="16249"/>
                  </a:lnTo>
                  <a:lnTo>
                    <a:pt x="14233" y="4745"/>
                  </a:lnTo>
                  <a:cubicBezTo>
                    <a:pt x="13287" y="1845"/>
                    <a:pt x="10598" y="0"/>
                    <a:pt x="770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3432847" y="4410685"/>
              <a:ext cx="1769267" cy="1639492"/>
            </a:xfrm>
            <a:custGeom>
              <a:rect b="b" l="l" r="r" t="t"/>
              <a:pathLst>
                <a:path extrusionOk="0" h="28905" w="31193">
                  <a:moveTo>
                    <a:pt x="1" y="1"/>
                  </a:moveTo>
                  <a:lnTo>
                    <a:pt x="1" y="23214"/>
                  </a:lnTo>
                  <a:cubicBezTo>
                    <a:pt x="1" y="26349"/>
                    <a:pt x="2540" y="28904"/>
                    <a:pt x="5690" y="28904"/>
                  </a:cubicBezTo>
                  <a:lnTo>
                    <a:pt x="25503" y="28904"/>
                  </a:lnTo>
                  <a:cubicBezTo>
                    <a:pt x="28638" y="28904"/>
                    <a:pt x="31193" y="26349"/>
                    <a:pt x="31193" y="23214"/>
                  </a:cubicBezTo>
                  <a:lnTo>
                    <a:pt x="31193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5142496" y="4943228"/>
              <a:ext cx="60520" cy="647289"/>
            </a:xfrm>
            <a:custGeom>
              <a:rect b="b" l="l" r="r" t="t"/>
              <a:pathLst>
                <a:path extrusionOk="0" h="11412" w="1067">
                  <a:moveTo>
                    <a:pt x="0" y="0"/>
                  </a:moveTo>
                  <a:lnTo>
                    <a:pt x="16" y="11411"/>
                  </a:lnTo>
                  <a:lnTo>
                    <a:pt x="1066" y="114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2872739" y="4417889"/>
              <a:ext cx="1937328" cy="2872471"/>
            </a:xfrm>
            <a:custGeom>
              <a:rect b="b" l="l" r="r" t="t"/>
              <a:pathLst>
                <a:path extrusionOk="0" h="50643" w="34156">
                  <a:moveTo>
                    <a:pt x="8957" y="0"/>
                  </a:moveTo>
                  <a:cubicBezTo>
                    <a:pt x="5634" y="0"/>
                    <a:pt x="2860" y="2573"/>
                    <a:pt x="2634" y="5924"/>
                  </a:cubicBezTo>
                  <a:lnTo>
                    <a:pt x="126" y="43887"/>
                  </a:lnTo>
                  <a:cubicBezTo>
                    <a:pt x="1" y="45784"/>
                    <a:pt x="738" y="47649"/>
                    <a:pt x="2133" y="48950"/>
                  </a:cubicBezTo>
                  <a:cubicBezTo>
                    <a:pt x="3309" y="50047"/>
                    <a:pt x="4853" y="50642"/>
                    <a:pt x="6445" y="50642"/>
                  </a:cubicBezTo>
                  <a:cubicBezTo>
                    <a:pt x="6741" y="50642"/>
                    <a:pt x="7039" y="50622"/>
                    <a:pt x="7336" y="50580"/>
                  </a:cubicBezTo>
                  <a:lnTo>
                    <a:pt x="28481" y="47649"/>
                  </a:lnTo>
                  <a:cubicBezTo>
                    <a:pt x="30017" y="47429"/>
                    <a:pt x="31334" y="46693"/>
                    <a:pt x="32306" y="45627"/>
                  </a:cubicBezTo>
                  <a:cubicBezTo>
                    <a:pt x="33528" y="44279"/>
                    <a:pt x="34155" y="42429"/>
                    <a:pt x="33889" y="40486"/>
                  </a:cubicBezTo>
                  <a:cubicBezTo>
                    <a:pt x="33445" y="37306"/>
                    <a:pt x="30736" y="35016"/>
                    <a:pt x="27617" y="35016"/>
                  </a:cubicBezTo>
                  <a:cubicBezTo>
                    <a:pt x="27323" y="35016"/>
                    <a:pt x="27025" y="35036"/>
                    <a:pt x="26726" y="35078"/>
                  </a:cubicBezTo>
                  <a:lnTo>
                    <a:pt x="13308" y="36943"/>
                  </a:lnTo>
                  <a:lnTo>
                    <a:pt x="15299" y="6755"/>
                  </a:lnTo>
                  <a:cubicBezTo>
                    <a:pt x="15534" y="3259"/>
                    <a:pt x="12885" y="234"/>
                    <a:pt x="9390" y="15"/>
                  </a:cubicBezTo>
                  <a:cubicBezTo>
                    <a:pt x="9245" y="5"/>
                    <a:pt x="9100" y="0"/>
                    <a:pt x="8957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4171680" y="6118008"/>
              <a:ext cx="1370639" cy="1016479"/>
            </a:xfrm>
            <a:custGeom>
              <a:rect b="b" l="l" r="r" t="t"/>
              <a:pathLst>
                <a:path extrusionOk="0" h="17921" w="24165">
                  <a:moveTo>
                    <a:pt x="16928" y="1"/>
                  </a:moveTo>
                  <a:cubicBezTo>
                    <a:pt x="16642" y="1"/>
                    <a:pt x="16030" y="201"/>
                    <a:pt x="14969" y="684"/>
                  </a:cubicBezTo>
                  <a:cubicBezTo>
                    <a:pt x="8825" y="3474"/>
                    <a:pt x="0" y="5512"/>
                    <a:pt x="0" y="5512"/>
                  </a:cubicBezTo>
                  <a:lnTo>
                    <a:pt x="1709" y="17847"/>
                  </a:lnTo>
                  <a:cubicBezTo>
                    <a:pt x="2125" y="17897"/>
                    <a:pt x="2589" y="17921"/>
                    <a:pt x="3090" y="17921"/>
                  </a:cubicBezTo>
                  <a:cubicBezTo>
                    <a:pt x="7982" y="17921"/>
                    <a:pt x="16426" y="15666"/>
                    <a:pt x="19170" y="13192"/>
                  </a:cubicBezTo>
                  <a:cubicBezTo>
                    <a:pt x="22036" y="10621"/>
                    <a:pt x="24165" y="2408"/>
                    <a:pt x="21970" y="2408"/>
                  </a:cubicBezTo>
                  <a:cubicBezTo>
                    <a:pt x="21836" y="2408"/>
                    <a:pt x="21687" y="2438"/>
                    <a:pt x="21521" y="2502"/>
                  </a:cubicBezTo>
                  <a:cubicBezTo>
                    <a:pt x="18621" y="3615"/>
                    <a:pt x="12148" y="4618"/>
                    <a:pt x="12148" y="4618"/>
                  </a:cubicBezTo>
                  <a:cubicBezTo>
                    <a:pt x="12148" y="4618"/>
                    <a:pt x="18301" y="1"/>
                    <a:pt x="16928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2962527" y="4386580"/>
              <a:ext cx="794023" cy="1079438"/>
            </a:xfrm>
            <a:custGeom>
              <a:rect b="b" l="l" r="r" t="t"/>
              <a:pathLst>
                <a:path extrusionOk="0" h="19031" w="13999">
                  <a:moveTo>
                    <a:pt x="7082" y="1"/>
                  </a:moveTo>
                  <a:cubicBezTo>
                    <a:pt x="3386" y="1"/>
                    <a:pt x="345" y="2966"/>
                    <a:pt x="252" y="6695"/>
                  </a:cubicBezTo>
                  <a:lnTo>
                    <a:pt x="1" y="18749"/>
                  </a:lnTo>
                  <a:lnTo>
                    <a:pt x="13669" y="19031"/>
                  </a:lnTo>
                  <a:lnTo>
                    <a:pt x="13920" y="6977"/>
                  </a:lnTo>
                  <a:cubicBezTo>
                    <a:pt x="13998" y="3216"/>
                    <a:pt x="11004" y="96"/>
                    <a:pt x="7227" y="2"/>
                  </a:cubicBezTo>
                  <a:cubicBezTo>
                    <a:pt x="7179" y="1"/>
                    <a:pt x="7130" y="1"/>
                    <a:pt x="708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3634656" y="4997452"/>
              <a:ext cx="87179" cy="649047"/>
            </a:xfrm>
            <a:custGeom>
              <a:rect b="b" l="l" r="r" t="t"/>
              <a:pathLst>
                <a:path extrusionOk="0" h="11443" w="1537">
                  <a:moveTo>
                    <a:pt x="502" y="1"/>
                  </a:moveTo>
                  <a:lnTo>
                    <a:pt x="1" y="11396"/>
                  </a:lnTo>
                  <a:lnTo>
                    <a:pt x="1051" y="11443"/>
                  </a:lnTo>
                  <a:lnTo>
                    <a:pt x="1537" y="48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36"/>
          <p:cNvSpPr txBox="1"/>
          <p:nvPr/>
        </p:nvSpPr>
        <p:spPr>
          <a:xfrm>
            <a:off x="913750" y="3049525"/>
            <a:ext cx="95970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200">
                <a:solidFill>
                  <a:schemeClr val="dk1"/>
                </a:solidFill>
                <a:highlight>
                  <a:srgbClr val="B9A7F7"/>
                </a:highlight>
                <a:latin typeface="Montserrat"/>
                <a:ea typeface="Montserrat"/>
                <a:cs typeface="Montserrat"/>
                <a:sym typeface="Montserrat"/>
              </a:rPr>
              <a:t>Es hora de poner en práctica todo lo aprendido.</a:t>
            </a:r>
            <a:endParaRPr b="1" sz="7200">
              <a:solidFill>
                <a:schemeClr val="dk1"/>
              </a:solidFill>
              <a:highlight>
                <a:srgbClr val="B9A7F7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7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2" name="Google Shape;602;p37"/>
          <p:cNvSpPr txBox="1"/>
          <p:nvPr/>
        </p:nvSpPr>
        <p:spPr>
          <a:xfrm>
            <a:off x="913802" y="3929025"/>
            <a:ext cx="11393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proyecto de hoy consiste en analizar un </a:t>
            </a:r>
            <a:r>
              <a:rPr b="1" lang="es-419" sz="5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Dataset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grupos.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Vamos a tener datos sobre 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Alquileres Turísticos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3" name="Google Shape;603;p37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04" name="Google Shape;604;p37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37"/>
          <p:cNvCxnSpPr>
            <a:stCxn id="603" idx="2"/>
          </p:cNvCxnSpPr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6" name="Google Shape;606;p37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607" name="Google Shape;607;p3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08" name="Google Shape;608;p3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0" name="Google Shape;620;p3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8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6" name="Google Shape;626;p38"/>
          <p:cNvSpPr txBox="1"/>
          <p:nvPr/>
        </p:nvSpPr>
        <p:spPr>
          <a:xfrm>
            <a:off x="1006977" y="3806425"/>
            <a:ext cx="11393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Deberán pactar con su docente cómo se conformarán los grupos.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28" name="Google Shape;628;p38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8"/>
          <p:cNvCxnSpPr>
            <a:stCxn id="627" idx="2"/>
          </p:cNvCxnSpPr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0" name="Google Shape;630;p38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631" name="Google Shape;631;p3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32" name="Google Shape;632;p3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4" name="Google Shape;644;p3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45" name="Google Shape;645;p38"/>
          <p:cNvSpPr/>
          <p:nvPr/>
        </p:nvSpPr>
        <p:spPr>
          <a:xfrm>
            <a:off x="4819825" y="2707475"/>
            <a:ext cx="3767400" cy="795000"/>
          </a:xfrm>
          <a:prstGeom prst="roundRect">
            <a:avLst>
              <a:gd fmla="val 50000" name="adj"/>
            </a:avLst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Primero…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6" name="Google Shape;646;p38"/>
          <p:cNvSpPr txBox="1"/>
          <p:nvPr/>
        </p:nvSpPr>
        <p:spPr>
          <a:xfrm>
            <a:off x="1006977" y="7235425"/>
            <a:ext cx="11393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Cada grupo deberá planificar cómo va a trabajar y qué tipo de análisis 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realizará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su dataset.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7" name="Google Shape;647;p38"/>
          <p:cNvSpPr/>
          <p:nvPr/>
        </p:nvSpPr>
        <p:spPr>
          <a:xfrm>
            <a:off x="4819825" y="6060275"/>
            <a:ext cx="3767400" cy="795000"/>
          </a:xfrm>
          <a:prstGeom prst="roundRect">
            <a:avLst>
              <a:gd fmla="val 50000" name="adj"/>
            </a:avLst>
          </a:prstGeom>
          <a:solidFill>
            <a:srgbClr val="B9A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Luego…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9"/>
          <p:cNvSpPr/>
          <p:nvPr/>
        </p:nvSpPr>
        <p:spPr>
          <a:xfrm flipH="1" rot="10800000">
            <a:off x="0" y="349075"/>
            <a:ext cx="18288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 Analytics Journey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3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3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656" name="Google Shape;656;p3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39"/>
          <p:cNvSpPr txBox="1"/>
          <p:nvPr/>
        </p:nvSpPr>
        <p:spPr>
          <a:xfrm>
            <a:off x="10571525" y="3878238"/>
            <a:ext cx="6557400" cy="27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¿Recuerdan los pasos del “Data Analytics Journey”?</a:t>
            </a:r>
            <a:endParaRPr b="1"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59" name="Google Shape;659;p39"/>
          <p:cNvGrpSpPr/>
          <p:nvPr/>
        </p:nvGrpSpPr>
        <p:grpSpPr>
          <a:xfrm>
            <a:off x="1390650" y="1676400"/>
            <a:ext cx="7560000" cy="7662944"/>
            <a:chOff x="1390650" y="1676400"/>
            <a:chExt cx="7560000" cy="7662944"/>
          </a:xfrm>
        </p:grpSpPr>
        <p:pic>
          <p:nvPicPr>
            <p:cNvPr id="660" name="Google Shape;66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0650" y="1676400"/>
              <a:ext cx="7560000" cy="7662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39"/>
            <p:cNvSpPr/>
            <p:nvPr/>
          </p:nvSpPr>
          <p:spPr>
            <a:xfrm>
              <a:off x="3370650" y="3707872"/>
              <a:ext cx="3600000" cy="36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t/>
              </a:r>
              <a:endParaRPr sz="400"/>
            </a:p>
          </p:txBody>
        </p:sp>
        <p:sp>
          <p:nvSpPr>
            <p:cNvPr id="662" name="Google Shape;662;p39"/>
            <p:cNvSpPr txBox="1"/>
            <p:nvPr/>
          </p:nvSpPr>
          <p:spPr>
            <a:xfrm>
              <a:off x="3370650" y="4819822"/>
              <a:ext cx="3600000" cy="13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-419" sz="36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Proceso de Data Analytics</a:t>
              </a:r>
              <a:endParaRPr b="1" sz="2000"/>
            </a:p>
          </p:txBody>
        </p:sp>
      </p:grpSp>
      <p:sp>
        <p:nvSpPr>
          <p:cNvPr id="663" name="Google Shape;663;p39"/>
          <p:cNvSpPr txBox="1"/>
          <p:nvPr/>
        </p:nvSpPr>
        <p:spPr>
          <a:xfrm>
            <a:off x="10372625" y="6694400"/>
            <a:ext cx="695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i="1" lang="es-419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Repasemos de qué se trata…</a:t>
            </a:r>
            <a:endParaRPr i="1" sz="1400"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0"/>
          <p:cNvSpPr/>
          <p:nvPr/>
        </p:nvSpPr>
        <p:spPr>
          <a:xfrm flipH="1" rot="10800000">
            <a:off x="0" y="248475"/>
            <a:ext cx="18288300" cy="149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9" name="Google Shape;669;p40"/>
          <p:cNvGrpSpPr/>
          <p:nvPr/>
        </p:nvGrpSpPr>
        <p:grpSpPr>
          <a:xfrm>
            <a:off x="5904023" y="1870872"/>
            <a:ext cx="6478920" cy="6544154"/>
            <a:chOff x="1390650" y="1676400"/>
            <a:chExt cx="7560000" cy="7662944"/>
          </a:xfrm>
        </p:grpSpPr>
        <p:pic>
          <p:nvPicPr>
            <p:cNvPr id="670" name="Google Shape;67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0650" y="1676400"/>
              <a:ext cx="7560000" cy="7662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40"/>
            <p:cNvSpPr/>
            <p:nvPr/>
          </p:nvSpPr>
          <p:spPr>
            <a:xfrm>
              <a:off x="3370650" y="3707872"/>
              <a:ext cx="3600000" cy="36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t/>
              </a:r>
              <a:endParaRPr sz="400"/>
            </a:p>
          </p:txBody>
        </p:sp>
        <p:sp>
          <p:nvSpPr>
            <p:cNvPr id="672" name="Google Shape;672;p40"/>
            <p:cNvSpPr txBox="1"/>
            <p:nvPr/>
          </p:nvSpPr>
          <p:spPr>
            <a:xfrm>
              <a:off x="3370650" y="4730595"/>
              <a:ext cx="3600000" cy="13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-419" sz="32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Proceso de Data Analytics</a:t>
              </a:r>
              <a:endParaRPr b="1" sz="1600"/>
            </a:p>
          </p:txBody>
        </p:sp>
      </p:grpSp>
      <p:sp>
        <p:nvSpPr>
          <p:cNvPr id="673" name="Google Shape;673;p40"/>
          <p:cNvSpPr txBox="1"/>
          <p:nvPr/>
        </p:nvSpPr>
        <p:spPr>
          <a:xfrm>
            <a:off x="11338725" y="1201200"/>
            <a:ext cx="64434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1. Inmersión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primer paso es entender el modelo, problema o proceso de negocio sobre el que queremos aplicar Data Analytics.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4" name="Google Shape;674;p40"/>
          <p:cNvSpPr txBox="1"/>
          <p:nvPr/>
        </p:nvSpPr>
        <p:spPr>
          <a:xfrm>
            <a:off x="12100725" y="5773200"/>
            <a:ext cx="58053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2. Estrategia de Medición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segundo paso consiste en definir indicadores (</a:t>
            </a: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KPI</a:t>
            </a: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), objetivos (</a:t>
            </a: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OKR</a:t>
            </a: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 y dimensiones.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5" name="Google Shape;675;p40"/>
          <p:cNvSpPr txBox="1"/>
          <p:nvPr/>
        </p:nvSpPr>
        <p:spPr>
          <a:xfrm>
            <a:off x="6164700" y="8245925"/>
            <a:ext cx="11313600" cy="1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3. Implementación Técnica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tercer paso es la implementación en sus tres fases iterativas: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Manipulation, Data Visualization y Data Modeling.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6" name="Google Shape;676;p40"/>
          <p:cNvSpPr txBox="1"/>
          <p:nvPr/>
        </p:nvSpPr>
        <p:spPr>
          <a:xfrm>
            <a:off x="894300" y="4991100"/>
            <a:ext cx="57345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4. Análisis de la Información     y obtención de resultados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Exploración de Datos para la generación de Insights y Findings.</a:t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7" name="Google Shape;677;p40"/>
          <p:cNvSpPr txBox="1"/>
          <p:nvPr/>
        </p:nvSpPr>
        <p:spPr>
          <a:xfrm>
            <a:off x="1580100" y="423650"/>
            <a:ext cx="7153800" cy="2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5. Generación y Conocimiento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base en</a:t>
            </a: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Insights y Findings se genera conocimiento fáctico. Sirve para corroborar o desechar hipótesis y para ajustar las estrategias de medición.</a:t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1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3" name="Google Shape;683;p41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Guía</a:t>
            </a:r>
            <a:r>
              <a:rPr b="1" lang="es-419">
                <a:solidFill>
                  <a:srgbClr val="0C0C0C"/>
                </a:solidFill>
              </a:rPr>
              <a:t> de preguntas para analizar el Dataset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684" name="Google Shape;684;p41"/>
          <p:cNvSpPr txBox="1"/>
          <p:nvPr/>
        </p:nvSpPr>
        <p:spPr>
          <a:xfrm>
            <a:off x="7495350" y="3004225"/>
            <a:ext cx="100074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se tratan los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datos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 ¿Cuántas tablas hay? ¿Cómo se relacionan?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85" name="Google Shape;68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75" y="3643650"/>
            <a:ext cx="4549475" cy="45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6" name="Google Shape;686;p4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687" name="Google Shape;687;p4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88" name="Google Shape;688;p4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4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4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4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4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4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4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4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4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4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4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4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0" name="Google Shape;700;p4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2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6" name="Google Shape;706;p42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Guía</a:t>
            </a:r>
            <a:r>
              <a:rPr b="1" lang="es-419">
                <a:solidFill>
                  <a:srgbClr val="0C0C0C"/>
                </a:solidFill>
              </a:rPr>
              <a:t> de preguntas para analizar el Dataset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707" name="Google Shape;707;p42"/>
          <p:cNvSpPr txBox="1"/>
          <p:nvPr/>
        </p:nvSpPr>
        <p:spPr>
          <a:xfrm>
            <a:off x="7495350" y="3004225"/>
            <a:ext cx="100074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se tratan los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datos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 ¿Cuántas tablas hay? ¿Cómo se relacionan?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preguntas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pueden hacer con estos datos? ¿Se puede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establecer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algún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objetivo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08" name="Google Shape;70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75" y="3643650"/>
            <a:ext cx="4549475" cy="45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9" name="Google Shape;709;p4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710" name="Google Shape;710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11" name="Google Shape;711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3" name="Google Shape;723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3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9" name="Google Shape;729;p43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Guía</a:t>
            </a:r>
            <a:r>
              <a:rPr b="1" lang="es-419">
                <a:solidFill>
                  <a:srgbClr val="0C0C0C"/>
                </a:solidFill>
              </a:rPr>
              <a:t> de preguntas para analizar el Dataset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730" name="Google Shape;730;p43"/>
          <p:cNvSpPr txBox="1"/>
          <p:nvPr/>
        </p:nvSpPr>
        <p:spPr>
          <a:xfrm>
            <a:off x="7495350" y="3004225"/>
            <a:ext cx="10007400" cy="45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se tratan los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datos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 ¿Cuántas tablas hay? ¿Cómo se relacionan?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preguntas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pueden hacer con estos datos? ¿Se puede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establecer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algún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objetivo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indicadores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son necesarios? ¿Qué tipo de cálculos y operaciones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necesitan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mostrarlos?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31" name="Google Shape;7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75" y="3643650"/>
            <a:ext cx="4549475" cy="45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2" name="Google Shape;732;p4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733" name="Google Shape;733;p4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34" name="Google Shape;734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6" name="Google Shape;746;p4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4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52" name="Google Shape;752;p44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Guía</a:t>
            </a:r>
            <a:r>
              <a:rPr b="1" lang="es-419">
                <a:solidFill>
                  <a:srgbClr val="0C0C0C"/>
                </a:solidFill>
              </a:rPr>
              <a:t> de preguntas para analizar el Dataset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753" name="Google Shape;753;p44"/>
          <p:cNvSpPr txBox="1"/>
          <p:nvPr/>
        </p:nvSpPr>
        <p:spPr>
          <a:xfrm>
            <a:off x="7495350" y="3004225"/>
            <a:ext cx="10007400" cy="7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se tratan los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datos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 ¿Cuántas tablas hay? ¿Cómo se relacionan?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preguntas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pueden hacer con  estos datos? ¿Se puede establecer algún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objetivo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indicadores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son necesarios? ¿Qué tipo de cálculos y operaciones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necesitan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mostrarlos?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tipo de </a:t>
            </a:r>
            <a:r>
              <a:rPr b="1" lang="es-419" sz="3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conveniente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usar para la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presentación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¿Es necesario reorganizar la información?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54" name="Google Shape;7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75" y="3643650"/>
            <a:ext cx="4549475" cy="45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5" name="Google Shape;755;p44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756" name="Google Shape;756;p4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57" name="Google Shape;757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9" name="Google Shape;769;p4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5"/>
          <p:cNvSpPr txBox="1"/>
          <p:nvPr/>
        </p:nvSpPr>
        <p:spPr>
          <a:xfrm>
            <a:off x="820075" y="1618550"/>
            <a:ext cx="111195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Utilizarás este </a:t>
            </a:r>
            <a:r>
              <a:rPr b="1" lang="es-419" sz="4800">
                <a:solidFill>
                  <a:schemeClr val="dk1"/>
                </a:solidFill>
                <a:highlight>
                  <a:srgbClr val="B9A7F7"/>
                </a:highlight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b="1" sz="4800">
              <a:solidFill>
                <a:schemeClr val="dk1"/>
              </a:solidFill>
              <a:highlight>
                <a:srgbClr val="B9A7F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 realizar la actividad:</a:t>
            </a:r>
            <a:endParaRPr sz="4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5" name="Google Shape;775;p45"/>
          <p:cNvSpPr/>
          <p:nvPr/>
        </p:nvSpPr>
        <p:spPr>
          <a:xfrm>
            <a:off x="2284200" y="4116425"/>
            <a:ext cx="8053500" cy="966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Alquileres </a:t>
            </a:r>
            <a:r>
              <a:rPr b="1" lang="es-419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Turísticos</a:t>
            </a:r>
            <a:endParaRPr sz="4500">
              <a:solidFill>
                <a:schemeClr val="dk1"/>
              </a:solidFill>
            </a:endParaRPr>
          </a:p>
        </p:txBody>
      </p:sp>
      <p:pic>
        <p:nvPicPr>
          <p:cNvPr id="776" name="Google Shape;77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875" y="5739074"/>
            <a:ext cx="1120500" cy="11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875" y="7250725"/>
            <a:ext cx="1120500" cy="11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5"/>
          <p:cNvSpPr txBox="1"/>
          <p:nvPr/>
        </p:nvSpPr>
        <p:spPr>
          <a:xfrm>
            <a:off x="3316075" y="6029600"/>
            <a:ext cx="6282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None/>
            </a:pPr>
            <a:r>
              <a:rPr lang="es-419" sz="45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</a:t>
            </a:r>
            <a:endParaRPr sz="4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9" name="Google Shape;779;p45"/>
          <p:cNvSpPr txBox="1"/>
          <p:nvPr/>
        </p:nvSpPr>
        <p:spPr>
          <a:xfrm>
            <a:off x="3316075" y="7465050"/>
            <a:ext cx="6282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500"/>
              </a:spcBef>
              <a:spcAft>
                <a:spcPts val="2500"/>
              </a:spcAft>
              <a:buNone/>
            </a:pPr>
            <a:r>
              <a:rPr lang="es-419" sz="45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Descargable (Excel)</a:t>
            </a:r>
            <a:endParaRPr sz="4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6"/>
          <p:cNvSpPr/>
          <p:nvPr/>
        </p:nvSpPr>
        <p:spPr>
          <a:xfrm>
            <a:off x="913900" y="-21750"/>
            <a:ext cx="16460100" cy="13587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6"/>
          <p:cNvSpPr txBox="1"/>
          <p:nvPr/>
        </p:nvSpPr>
        <p:spPr>
          <a:xfrm>
            <a:off x="913950" y="118800"/>
            <a:ext cx="164601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latin typeface="Montserrat"/>
                <a:ea typeface="Montserrat"/>
                <a:cs typeface="Montserrat"/>
                <a:sym typeface="Montserrat"/>
              </a:rPr>
              <a:t>Inmersión</a:t>
            </a:r>
            <a:endParaRPr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6" name="Google Shape;786;p46"/>
          <p:cNvSpPr txBox="1"/>
          <p:nvPr/>
        </p:nvSpPr>
        <p:spPr>
          <a:xfrm>
            <a:off x="3481360" y="2369475"/>
            <a:ext cx="11325300" cy="5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8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primer paso es ingresar al Dataset para entender e interpretar 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cuáles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son las conexiones entre las tablas, 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así como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identificar los datos relevantes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analizar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Esto 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nos ayudará 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 </a:t>
            </a: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comprender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datos antes de trabajar con ellos.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87" name="Google Shape;7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437" y="75725"/>
            <a:ext cx="1163725" cy="1163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8" name="Google Shape;788;p46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789" name="Google Shape;789;p4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0" name="Google Shape;790;p4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4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2" name="Google Shape;802;p4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7"/>
          <p:cNvSpPr/>
          <p:nvPr/>
        </p:nvSpPr>
        <p:spPr>
          <a:xfrm>
            <a:off x="913900" y="-21750"/>
            <a:ext cx="16460100" cy="13587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47"/>
          <p:cNvSpPr txBox="1"/>
          <p:nvPr/>
        </p:nvSpPr>
        <p:spPr>
          <a:xfrm>
            <a:off x="913950" y="118800"/>
            <a:ext cx="164601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latin typeface="Montserrat"/>
                <a:ea typeface="Montserrat"/>
                <a:cs typeface="Montserrat"/>
                <a:sym typeface="Montserrat"/>
              </a:rPr>
              <a:t>Estrategia de Medición</a:t>
            </a:r>
            <a:endParaRPr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3481360" y="2826675"/>
            <a:ext cx="11325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Basándose en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guía de preguntas de la presentación, podrán definir </a:t>
            </a: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indicadores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objetivos para analizar el Dataset.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vez elegidos, estos les servirán para empezar a crear su </a:t>
            </a: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Dashboard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10" name="Google Shape;8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000" y="76200"/>
            <a:ext cx="1162800" cy="116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1" name="Google Shape;811;p47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812" name="Google Shape;812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3" name="Google Shape;813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5" name="Google Shape;825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8"/>
          <p:cNvSpPr/>
          <p:nvPr/>
        </p:nvSpPr>
        <p:spPr>
          <a:xfrm>
            <a:off x="913900" y="-21750"/>
            <a:ext cx="16460100" cy="13587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8"/>
          <p:cNvSpPr txBox="1"/>
          <p:nvPr/>
        </p:nvSpPr>
        <p:spPr>
          <a:xfrm>
            <a:off x="913950" y="118800"/>
            <a:ext cx="164601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latin typeface="Montserrat"/>
                <a:ea typeface="Montserrat"/>
                <a:cs typeface="Montserrat"/>
                <a:sym typeface="Montserrat"/>
              </a:rPr>
              <a:t>Implementación Técnica</a:t>
            </a:r>
            <a:endParaRPr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48"/>
          <p:cNvSpPr txBox="1"/>
          <p:nvPr/>
        </p:nvSpPr>
        <p:spPr>
          <a:xfrm>
            <a:off x="2416000" y="2217075"/>
            <a:ext cx="13455900" cy="55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Deben definir las combinaciones de tablas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necesarias para que el Dashboard sea dinámico.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</a:t>
            </a: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campos calculados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según estrategia de medición elegida.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Generar </a:t>
            </a: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métricas opcionales y dimensiones de desglose.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Utilizar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filtros interactivos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33" name="Google Shape;8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875" y="76200"/>
            <a:ext cx="1162800" cy="116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48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835" name="Google Shape;835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6" name="Google Shape;836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4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8" name="Google Shape;848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9"/>
          <p:cNvSpPr/>
          <p:nvPr/>
        </p:nvSpPr>
        <p:spPr>
          <a:xfrm>
            <a:off x="913900" y="-21750"/>
            <a:ext cx="16460100" cy="13587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9"/>
          <p:cNvSpPr txBox="1"/>
          <p:nvPr/>
        </p:nvSpPr>
        <p:spPr>
          <a:xfrm>
            <a:off x="913950" y="118800"/>
            <a:ext cx="164601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latin typeface="Montserrat"/>
                <a:ea typeface="Montserrat"/>
                <a:cs typeface="Montserrat"/>
                <a:sym typeface="Montserrat"/>
              </a:rPr>
              <a:t>Obtención de resultados</a:t>
            </a:r>
            <a:endParaRPr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5" name="Google Shape;855;p49"/>
          <p:cNvSpPr txBox="1"/>
          <p:nvPr/>
        </p:nvSpPr>
        <p:spPr>
          <a:xfrm>
            <a:off x="2416000" y="3091350"/>
            <a:ext cx="134559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esta etapa, deberán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explorar los distintos gráficos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crearon.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Descubrir los Insights 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se utilizan para entender mejor un problema o una situación, y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tomar decisiones informadas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56" name="Google Shape;8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875" y="76200"/>
            <a:ext cx="1162800" cy="116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7" name="Google Shape;857;p49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858" name="Google Shape;858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59" name="Google Shape;859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4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1" name="Google Shape;871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0"/>
          <p:cNvSpPr/>
          <p:nvPr/>
        </p:nvSpPr>
        <p:spPr>
          <a:xfrm>
            <a:off x="913900" y="-21750"/>
            <a:ext cx="16460100" cy="13587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0"/>
          <p:cNvSpPr txBox="1"/>
          <p:nvPr/>
        </p:nvSpPr>
        <p:spPr>
          <a:xfrm>
            <a:off x="913950" y="118800"/>
            <a:ext cx="164601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latin typeface="Montserrat"/>
                <a:ea typeface="Montserrat"/>
                <a:cs typeface="Montserrat"/>
                <a:sym typeface="Montserrat"/>
              </a:rPr>
              <a:t>Generación y Conocimiento</a:t>
            </a:r>
            <a:endParaRPr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8" name="Google Shape;87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875" y="76200"/>
            <a:ext cx="1162800" cy="11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0"/>
          <p:cNvSpPr txBox="1"/>
          <p:nvPr/>
        </p:nvSpPr>
        <p:spPr>
          <a:xfrm>
            <a:off x="1625100" y="2526350"/>
            <a:ext cx="15037800" cy="6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documento que comunique el proyecto de </a:t>
            </a: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Analytics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abordado como una presentación profesional.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Debe explicar la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estrategia de medición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elegida y sus motivos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 i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ncluir capturas de pantalla con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indicadores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destacados.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8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"/>
              <a:buChar char="■"/>
            </a:pPr>
            <a:r>
              <a:rPr b="1" lang="es-419" sz="4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Demostrar conclusiones e insights,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definir posibles </a:t>
            </a:r>
            <a:r>
              <a:rPr b="1"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futuros pasos de mejora</a:t>
            </a:r>
            <a:r>
              <a:rPr lang="es-419" sz="4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desarrollo de la propuesta de análisis.</a:t>
            </a:r>
            <a:endParaRPr sz="4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80" name="Google Shape;880;p50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881" name="Google Shape;881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82" name="Google Shape;882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4" name="Google Shape;894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1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00" name="Google Shape;900;p51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Entonces… ¿Qué </a:t>
            </a:r>
            <a:r>
              <a:rPr b="1" lang="es-419">
                <a:solidFill>
                  <a:srgbClr val="0C0C0C"/>
                </a:solidFill>
              </a:rPr>
              <a:t>deberá</a:t>
            </a:r>
            <a:r>
              <a:rPr b="1" lang="es-419">
                <a:solidFill>
                  <a:srgbClr val="0C0C0C"/>
                </a:solidFill>
              </a:rPr>
              <a:t> tener la entrega?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901" name="Google Shape;901;p51"/>
          <p:cNvSpPr txBox="1"/>
          <p:nvPr/>
        </p:nvSpPr>
        <p:spPr>
          <a:xfrm>
            <a:off x="7484625" y="2377750"/>
            <a:ext cx="10007400" cy="7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Introducción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la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problemática.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Capturas de pantalla de los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utilizados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el Dashboard, con sus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conclusiones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basadas en los Insights obtenidos.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Aplicación de  estilos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 informe y a los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del Dashboard.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Enlace público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 informe creado en Looker Studio.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50850" lvl="0" marL="4572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500"/>
              <a:buFont typeface="Archivo"/>
              <a:buChar char="■"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ueden utilizar </a:t>
            </a:r>
            <a:r>
              <a:rPr b="1"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Google Slides, PowerPoint, Canva o un sitio web informativo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02" name="Google Shape;90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225" y="3792050"/>
            <a:ext cx="3957949" cy="3957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p51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904" name="Google Shape;904;p5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905" name="Google Shape;90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7" name="Google Shape;917;p5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2"/>
          <p:cNvSpPr txBox="1"/>
          <p:nvPr/>
        </p:nvSpPr>
        <p:spPr>
          <a:xfrm>
            <a:off x="913825" y="3553875"/>
            <a:ext cx="932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Entrega Final</a:t>
            </a:r>
            <a:endParaRPr b="1" sz="5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23" name="Google Shape;923;p52"/>
          <p:cNvGrpSpPr/>
          <p:nvPr/>
        </p:nvGrpSpPr>
        <p:grpSpPr>
          <a:xfrm>
            <a:off x="24242354" y="1029025"/>
            <a:ext cx="1551546" cy="11658311"/>
            <a:chOff x="-3766725" y="2744225"/>
            <a:chExt cx="3492900" cy="1362000"/>
          </a:xfrm>
        </p:grpSpPr>
        <p:cxnSp>
          <p:nvCxnSpPr>
            <p:cNvPr id="924" name="Google Shape;924;p52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5" name="Google Shape;925;p52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6" name="Google Shape;926;p52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52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52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52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30" name="Google Shape;930;p5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31" name="Google Shape;931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3" name="Google Shape;933;p52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34" name="Google Shape;934;p52"/>
          <p:cNvSpPr/>
          <p:nvPr/>
        </p:nvSpPr>
        <p:spPr>
          <a:xfrm rot="5400000">
            <a:off x="4315150" y="1460929"/>
            <a:ext cx="38235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35" name="Google Shape;935;p52"/>
          <p:cNvSpPr txBox="1"/>
          <p:nvPr/>
        </p:nvSpPr>
        <p:spPr>
          <a:xfrm>
            <a:off x="1552300" y="5171463"/>
            <a:ext cx="93492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Una vez completados los pasos anteriores, entregar el enlace de la presentación, con acceso público, en la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“actividad entregable”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 </a:t>
            </a: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36" name="Google Shape;936;p52"/>
          <p:cNvGrpSpPr/>
          <p:nvPr/>
        </p:nvGrpSpPr>
        <p:grpSpPr>
          <a:xfrm>
            <a:off x="12802662" y="1205068"/>
            <a:ext cx="4365693" cy="4618015"/>
            <a:chOff x="1438525" y="7648472"/>
            <a:chExt cx="1671911" cy="1768541"/>
          </a:xfrm>
        </p:grpSpPr>
        <p:sp>
          <p:nvSpPr>
            <p:cNvPr id="937" name="Google Shape;937;p52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52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52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52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52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2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2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2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2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2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2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2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2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2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2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2" name="Google Shape;952;p5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953" name="Google Shape;953;p5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954" name="Google Shape;954;p5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5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5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5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5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5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5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5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5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5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5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5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6" name="Google Shape;966;p5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3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72" name="Google Shape;972;p53"/>
          <p:cNvGrpSpPr/>
          <p:nvPr/>
        </p:nvGrpSpPr>
        <p:grpSpPr>
          <a:xfrm>
            <a:off x="5804728" y="3357148"/>
            <a:ext cx="6678545" cy="6316600"/>
            <a:chOff x="2078675" y="1829575"/>
            <a:chExt cx="852475" cy="806275"/>
          </a:xfrm>
        </p:grpSpPr>
        <p:sp>
          <p:nvSpPr>
            <p:cNvPr id="973" name="Google Shape;973;p53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53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53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53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53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53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53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53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53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53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3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53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53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53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53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53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53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3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3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3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3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3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3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3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3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53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3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3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53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53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53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53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5" name="Google Shape;1005;p53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006" name="Google Shape;1006;p5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07" name="Google Shape;1007;p5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5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5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5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5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5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5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5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5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5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5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5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9" name="Google Shape;1019;p5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4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trabajar!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25" name="Google Shape;1025;p54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1026" name="Google Shape;1026;p54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54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54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54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54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54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4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4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4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4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54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54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54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54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54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54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54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54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54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54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54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4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4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4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54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6" name="Google Shape;1056;p54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1057" name="Google Shape;1057;p54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54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4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54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54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54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54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54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54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54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54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54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54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54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54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54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54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54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54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54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54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54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9" name="Google Shape;1079;p54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080" name="Google Shape;1080;p5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81" name="Google Shape;1081;p5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5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5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5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5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5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5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5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5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5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5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5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3" name="Google Shape;1093;p5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5"/>
          <p:cNvSpPr txBox="1"/>
          <p:nvPr/>
        </p:nvSpPr>
        <p:spPr>
          <a:xfrm>
            <a:off x="1919575" y="782575"/>
            <a:ext cx="16260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35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Proyecto integrador: Reportes avanzados</a:t>
            </a:r>
            <a:r>
              <a:rPr b="1" i="1" lang="es-419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3500">
              <a:solidFill>
                <a:schemeClr val="lt1"/>
              </a:solidFill>
            </a:endParaRPr>
          </a:p>
        </p:txBody>
      </p:sp>
      <p:grpSp>
        <p:nvGrpSpPr>
          <p:cNvPr id="1099" name="Google Shape;1099;p55"/>
          <p:cNvGrpSpPr/>
          <p:nvPr/>
        </p:nvGrpSpPr>
        <p:grpSpPr>
          <a:xfrm>
            <a:off x="12385874" y="2440074"/>
            <a:ext cx="5339050" cy="2336975"/>
            <a:chOff x="8750249" y="2583999"/>
            <a:chExt cx="5339050" cy="2336975"/>
          </a:xfrm>
        </p:grpSpPr>
        <p:sp>
          <p:nvSpPr>
            <p:cNvPr id="1100" name="Google Shape;1100;p55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55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55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55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55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55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55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55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55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55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55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55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55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55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55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55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55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55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55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55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55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55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55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55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55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55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55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55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55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55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55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55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55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55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55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55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55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55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55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55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55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55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55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55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55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5" name="Google Shape;1145;p55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1146" name="Google Shape;1146;p55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147" name="Google Shape;1147;p5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148" name="Google Shape;1148;p55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149" name="Google Shape;1149;p5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0" name="Google Shape;1150;p55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1" name="Google Shape;1151;p55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2" name="Google Shape;1152;p55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3" name="Google Shape;1153;p55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54" name="Google Shape;1154;p5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155" name="Google Shape;1155;p5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5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7" name="Google Shape;1157;p5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58" name="Google Shape;1158;p55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59" name="Google Shape;1159;p55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160" name="Google Shape;1160;p55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55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62" name="Google Shape;1162;p55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1163" name="Google Shape;1163;p55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164" name="Google Shape;1164;p5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165" name="Google Shape;1165;p55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166" name="Google Shape;1166;p5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67" name="Google Shape;1167;p5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168" name="Google Shape;1168;p5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9" name="Google Shape;1169;p5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0" name="Google Shape;1170;p5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171" name="Google Shape;1171;p55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172" name="Google Shape;1172;p55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3" name="Google Shape;1173;p55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174" name="Google Shape;1174;p55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175" name="Google Shape;1175;p55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76" name="Google Shape;1176;p55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177" name="Google Shape;1177;p55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8" name="Google Shape;1178;p55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9" name="Google Shape;1179;p55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p55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55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2" name="Google Shape;1182;p55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3" name="Google Shape;1183;p55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55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5" name="Google Shape;1185;p55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6" name="Google Shape;1186;p55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55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p55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p55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p55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55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55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p55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4" name="Google Shape;1194;p55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55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55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55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55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55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55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55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02" name="Google Shape;1202;p55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3" name="Google Shape;1203;p55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204" name="Google Shape;1204;p55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55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06" name="Google Shape;1206;p55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55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8" name="Google Shape;1208;p55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1209" name="Google Shape;1209;p55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210" name="Google Shape;1210;p55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211" name="Google Shape;1211;p55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2" name="Google Shape;1212;p55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13" name="Google Shape;1213;p55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214" name="Google Shape;1214;p55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5" name="Google Shape;1215;p55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6" name="Google Shape;1216;p55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7" name="Google Shape;1217;p55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8" name="Google Shape;1218;p55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9" name="Google Shape;1219;p55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0" name="Google Shape;1220;p55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1" name="Google Shape;1221;p55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2" name="Google Shape;1222;p55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3" name="Google Shape;1223;p55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24" name="Google Shape;1224;p55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25" name="Google Shape;1225;p55"/>
          <p:cNvSpPr txBox="1"/>
          <p:nvPr/>
        </p:nvSpPr>
        <p:spPr>
          <a:xfrm>
            <a:off x="7769400" y="5754150"/>
            <a:ext cx="936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3600"/>
          </a:p>
        </p:txBody>
      </p:sp>
      <p:sp>
        <p:nvSpPr>
          <p:cNvPr id="1226" name="Google Shape;1226;p55"/>
          <p:cNvSpPr txBox="1"/>
          <p:nvPr/>
        </p:nvSpPr>
        <p:spPr>
          <a:xfrm>
            <a:off x="6475675" y="8282350"/>
            <a:ext cx="815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DATA.</a:t>
            </a:r>
            <a:endParaRPr i="1" sz="3000"/>
          </a:p>
        </p:txBody>
      </p:sp>
      <p:sp>
        <p:nvSpPr>
          <p:cNvPr id="1227" name="Google Shape;1227;p55"/>
          <p:cNvSpPr txBox="1"/>
          <p:nvPr/>
        </p:nvSpPr>
        <p:spPr>
          <a:xfrm>
            <a:off x="6475675" y="7149650"/>
            <a:ext cx="1089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DATA: REPORTES AVANZADOS EN BI</a:t>
            </a:r>
            <a:endParaRPr i="1" sz="3000"/>
          </a:p>
        </p:txBody>
      </p:sp>
      <p:grpSp>
        <p:nvGrpSpPr>
          <p:cNvPr id="1228" name="Google Shape;1228;p55"/>
          <p:cNvGrpSpPr/>
          <p:nvPr/>
        </p:nvGrpSpPr>
        <p:grpSpPr>
          <a:xfrm>
            <a:off x="5486512" y="7176662"/>
            <a:ext cx="700623" cy="536178"/>
            <a:chOff x="12870166" y="7583426"/>
            <a:chExt cx="1461154" cy="1118203"/>
          </a:xfrm>
        </p:grpSpPr>
        <p:sp>
          <p:nvSpPr>
            <p:cNvPr id="1229" name="Google Shape;1229;p55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55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55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55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5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55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55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55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55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55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55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55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55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55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55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55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55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6" name="Google Shape;1246;p55"/>
          <p:cNvSpPr/>
          <p:nvPr/>
        </p:nvSpPr>
        <p:spPr>
          <a:xfrm>
            <a:off x="15507659" y="9121831"/>
            <a:ext cx="104348" cy="104559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5"/>
          <p:cNvSpPr/>
          <p:nvPr/>
        </p:nvSpPr>
        <p:spPr>
          <a:xfrm>
            <a:off x="15521261" y="9254612"/>
            <a:ext cx="78363" cy="78369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8" name="Google Shape;1248;p55"/>
          <p:cNvGrpSpPr/>
          <p:nvPr/>
        </p:nvGrpSpPr>
        <p:grpSpPr>
          <a:xfrm>
            <a:off x="15199342" y="7835446"/>
            <a:ext cx="2520294" cy="2540575"/>
            <a:chOff x="15204966" y="7201785"/>
            <a:chExt cx="3082552" cy="3107357"/>
          </a:xfrm>
        </p:grpSpPr>
        <p:grpSp>
          <p:nvGrpSpPr>
            <p:cNvPr id="1249" name="Google Shape;1249;p55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1250" name="Google Shape;1250;p55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55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55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55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55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55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55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55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55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55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0" name="Google Shape;1260;p55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1" name="Google Shape;1261;p55"/>
          <p:cNvGrpSpPr/>
          <p:nvPr/>
        </p:nvGrpSpPr>
        <p:grpSpPr>
          <a:xfrm>
            <a:off x="5454329" y="8254961"/>
            <a:ext cx="961573" cy="646426"/>
            <a:chOff x="2745675" y="1571799"/>
            <a:chExt cx="4474516" cy="3008034"/>
          </a:xfrm>
        </p:grpSpPr>
        <p:sp>
          <p:nvSpPr>
            <p:cNvPr id="1262" name="Google Shape;1262;p55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55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55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55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55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55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55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55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55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55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55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3" name="Google Shape;1273;p55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1274" name="Google Shape;1274;p55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55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6" name="Google Shape;1276;p55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7" name="Google Shape;1277;p55"/>
          <p:cNvGrpSpPr/>
          <p:nvPr/>
        </p:nvGrpSpPr>
        <p:grpSpPr>
          <a:xfrm>
            <a:off x="14061414" y="153601"/>
            <a:ext cx="3957972" cy="536147"/>
            <a:chOff x="14061414" y="9450001"/>
            <a:chExt cx="3957972" cy="536147"/>
          </a:xfrm>
        </p:grpSpPr>
        <p:grpSp>
          <p:nvGrpSpPr>
            <p:cNvPr id="1278" name="Google Shape;1278;p55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1279" name="Google Shape;1279;p5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0" name="Google Shape;1280;p5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1" name="Google Shape;1281;p5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2" name="Google Shape;1282;p5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3" name="Google Shape;1283;p5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4" name="Google Shape;1284;p5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5" name="Google Shape;1285;p5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6" name="Google Shape;1286;p5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7" name="Google Shape;1287;p5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8" name="Google Shape;1288;p5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9" name="Google Shape;1289;p5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90" name="Google Shape;1290;p5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91" name="Google Shape;1291;p55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92" name="Google Shape;1292;p55"/>
          <p:cNvSpPr txBox="1"/>
          <p:nvPr>
            <p:ph type="title"/>
          </p:nvPr>
        </p:nvSpPr>
        <p:spPr>
          <a:xfrm>
            <a:off x="6703100" y="2627200"/>
            <a:ext cx="5339100" cy="13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93" name="Google Shape;1293;p55"/>
          <p:cNvGrpSpPr/>
          <p:nvPr/>
        </p:nvGrpSpPr>
        <p:grpSpPr>
          <a:xfrm>
            <a:off x="5454318" y="5663516"/>
            <a:ext cx="2209298" cy="967022"/>
            <a:chOff x="66465" y="28380"/>
            <a:chExt cx="6779066" cy="2967236"/>
          </a:xfrm>
        </p:grpSpPr>
        <p:sp>
          <p:nvSpPr>
            <p:cNvPr id="1294" name="Google Shape;1294;p55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55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55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55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5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55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55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55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55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55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55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55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55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5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55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55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5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5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5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5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5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55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5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5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5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5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55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55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5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55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24" name="Google Shape;1324;p55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1325" name="Google Shape;1325;p55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326" name="Google Shape;1326;p55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327" name="Google Shape;1327;p55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8" name="Google Shape;1328;p55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29" name="Google Shape;1329;p55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330" name="Google Shape;1330;p55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1" name="Google Shape;1331;p55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2" name="Google Shape;1332;p55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3" name="Google Shape;1333;p55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4" name="Google Shape;1334;p55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5" name="Google Shape;1335;p55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6" name="Google Shape;1336;p55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7" name="Google Shape;1337;p55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8" name="Google Shape;1338;p55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9" name="Google Shape;1339;p55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40" name="Google Shape;1340;p55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1" name="Google Shape;1341;p55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55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3" name="Google Shape;1343;p55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1344" name="Google Shape;1344;p55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345" name="Google Shape;1345;p5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346" name="Google Shape;1346;p55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347" name="Google Shape;1347;p5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p55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55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55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1" name="Google Shape;1351;p55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52" name="Google Shape;1352;p5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353" name="Google Shape;1353;p5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5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5" name="Google Shape;1355;p5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356" name="Google Shape;1356;p55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7" name="Google Shape;1357;p55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358" name="Google Shape;1358;p55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9" name="Google Shape;1359;p55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60" name="Google Shape;1360;p55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55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55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55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55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55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55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5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55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55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55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55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55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5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55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5" name="Google Shape;1375;p55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1376" name="Google Shape;1376;p55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377" name="Google Shape;1377;p5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78" name="Google Shape;1378;p55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79" name="Google Shape;1379;p5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80" name="Google Shape;1380;p5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381" name="Google Shape;1381;p5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2" name="Google Shape;1382;p5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3" name="Google Shape;1383;p5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384" name="Google Shape;1384;p55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385" name="Google Shape;1385;p55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6" name="Google Shape;1386;p55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87" name="Google Shape;1387;p55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88" name="Google Shape;1388;p55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89" name="Google Shape;1389;p55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390" name="Google Shape;1390;p55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1" name="Google Shape;1391;p55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2" name="Google Shape;1392;p55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3" name="Google Shape;1393;p55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55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55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55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55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55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55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0" name="Google Shape;1400;p55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1" name="Google Shape;1401;p55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55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55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55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55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55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55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8" name="Google Shape;1408;p55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9" name="Google Shape;1409;p55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55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55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55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55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55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15" name="Google Shape;1415;p55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16" name="Google Shape;1416;p55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417" name="Google Shape;1417;p55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8" name="Google Shape;1418;p55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